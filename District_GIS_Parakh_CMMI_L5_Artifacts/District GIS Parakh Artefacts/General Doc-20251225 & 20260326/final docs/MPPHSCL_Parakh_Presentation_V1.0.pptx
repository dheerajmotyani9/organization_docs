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8596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13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-27920"/>
            <a:ext cx="8979408" cy="73152"/>
          </a:xfrm>
          <a:prstGeom prst="rect">
            <a:avLst/>
          </a:prstGeom>
          <a:solidFill>
            <a:srgbClr val="14A8B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478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MPPHSCL Parakh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9743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 err="1">
                <a:solidFill>
                  <a:srgbClr val="14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वेब</a:t>
            </a:r>
            <a:r>
              <a:rPr lang="en-US" sz="2200" dirty="0">
                <a:solidFill>
                  <a:srgbClr val="14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smtClean="0">
                <a:solidFill>
                  <a:srgbClr val="14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hi-IN" sz="2200" dirty="0" smtClean="0">
                <a:solidFill>
                  <a:srgbClr val="14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मोबाइल</a:t>
            </a:r>
            <a:r>
              <a:rPr lang="en-US" sz="2200" dirty="0" smtClean="0">
                <a:solidFill>
                  <a:srgbClr val="14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 smtClean="0">
                <a:solidFill>
                  <a:srgbClr val="14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एप्लीकेशन</a:t>
            </a:r>
            <a:r>
              <a:rPr lang="en-US" sz="2200" dirty="0" smtClean="0">
                <a:solidFill>
                  <a:srgbClr val="14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>
                <a:solidFill>
                  <a:srgbClr val="14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User Manual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887492"/>
            <a:ext cx="502920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927207"/>
            <a:ext cx="6400800" cy="7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Department — Hospital Inspection Web Version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</a:t>
            </a:r>
            <a:r>
              <a:rPr lang="en-US" sz="1600" dirty="0" smtClean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Creation, Forms Access </a:t>
            </a:r>
            <a:r>
              <a:rPr lang="en-US" sz="16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Login Guide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708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Public Health Services Corporation Ltd. (MPPHSCL)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  |  State IT Center, 47-A, Arera Hills, Bhopal, M.P. – 462011  |  www.mpsedc.mp.gov.in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0" y="2306782"/>
            <a:ext cx="1645920" cy="415636"/>
          </a:xfrm>
          <a:prstGeom prst="roundRect">
            <a:avLst>
              <a:gd name="adj" fmla="val 10000"/>
            </a:avLst>
          </a:prstGeom>
          <a:solidFill>
            <a:srgbClr val="F0B429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</a:t>
            </a:r>
            <a:r>
              <a:rPr lang="en-US" sz="1100" b="1" dirty="0" smtClean="0">
                <a:solidFill>
                  <a:srgbClr val="0A2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Mobile Version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80C007F4-9D64-2296-EB09-7E544E5301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6" t="7778" r="3535" b="64815"/>
          <a:stretch/>
        </p:blipFill>
        <p:spPr>
          <a:xfrm>
            <a:off x="457200" y="199918"/>
            <a:ext cx="3100358" cy="1156899"/>
          </a:xfrm>
          <a:prstGeom prst="rect">
            <a:avLst/>
          </a:prstGeom>
        </p:spPr>
      </p:pic>
      <p:sp>
        <p:nvSpPr>
          <p:cNvPr id="14" name="Freeform 4"/>
          <p:cNvSpPr/>
          <p:nvPr/>
        </p:nvSpPr>
        <p:spPr>
          <a:xfrm>
            <a:off x="7940040" y="11290"/>
            <a:ext cx="1068004" cy="776478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109728" cy="109728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9848" y="1051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What is Parakh?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1554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 by MPSEDC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58568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58568"/>
            <a:ext cx="109728" cy="109728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69848" y="23500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Forms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9848" y="28529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of inspection forms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557016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557016"/>
            <a:ext cx="109728" cy="109728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69848" y="36484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&amp; Hierarchy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9848" y="415137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Agency &amp; Citizen Users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960120"/>
            <a:ext cx="109728" cy="109728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22" name="Text 20"/>
          <p:cNvSpPr/>
          <p:nvPr/>
        </p:nvSpPr>
        <p:spPr>
          <a:xfrm>
            <a:off x="4956048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04688" y="1051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Login Process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04688" y="1554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login guide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58568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58568"/>
            <a:ext cx="109728" cy="109728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04688" y="23500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Registration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04688" y="28529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Collectorate → CMHO → Field Engineer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557016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57016"/>
            <a:ext cx="109728" cy="109728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504688" y="36484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— District GIS Parakh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04688" y="415137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form filling on mobile</a:t>
            </a:r>
            <a:endParaRPr lang="en-US" sz="1100" dirty="0"/>
          </a:p>
        </p:txBody>
      </p:sp>
      <p:sp>
        <p:nvSpPr>
          <p:cNvPr id="35" name="Freeform 4"/>
          <p:cNvSpPr/>
          <p:nvPr/>
        </p:nvSpPr>
        <p:spPr>
          <a:xfrm>
            <a:off x="7940040" y="-22098"/>
            <a:ext cx="1068004" cy="776478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Overview — What is Parakh?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66344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109728" cy="388620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241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परख — Parakh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digital solution developed by Madhya Pradesh State Electronics Development Corporation (MPSEDC) for inspection and data collection across health facilities.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Platforms: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Application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https://gisuat.mp.gov.in/parakhweb/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Application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District GIS Parakh (Android App)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User Types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12080" y="1325880"/>
            <a:ext cx="3566160" cy="777240"/>
          </a:xfrm>
          <a:prstGeom prst="rect">
            <a:avLst/>
          </a:prstGeom>
          <a:solidFill>
            <a:srgbClr val="1A3F7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9240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Users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728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विभागीय उपयोगकर्ता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2286000"/>
            <a:ext cx="3566160" cy="777240"/>
          </a:xfrm>
          <a:prstGeom prst="rect">
            <a:avLst/>
          </a:prstGeom>
          <a:solidFill>
            <a:srgbClr val="0D768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49240" y="2331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Users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2688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एजेंसी उपयोगकर्ता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3246120"/>
            <a:ext cx="3566160" cy="777240"/>
          </a:xfrm>
          <a:prstGeom prst="rect">
            <a:avLst/>
          </a:prstGeom>
          <a:solidFill>
            <a:srgbClr val="F0B42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9240" y="3291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Users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36484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नागरिक उपयोगकर्ता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4251960"/>
            <a:ext cx="3566160" cy="548640"/>
          </a:xfrm>
          <a:prstGeom prst="rect">
            <a:avLst/>
          </a:prstGeom>
          <a:solidFill>
            <a:srgbClr val="E3F5E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0" y="4251960"/>
            <a:ext cx="91440" cy="54864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MPPHSCL Focus: Health Dept.</a:t>
            </a:r>
            <a:endParaRPr lang="en-US" sz="1200" dirty="0"/>
          </a:p>
        </p:txBody>
      </p:sp>
      <p:sp>
        <p:nvSpPr>
          <p:cNvPr id="24" name="Freeform 4"/>
          <p:cNvSpPr/>
          <p:nvPr/>
        </p:nvSpPr>
        <p:spPr>
          <a:xfrm>
            <a:off x="7940040" y="-22098"/>
            <a:ext cx="1068004" cy="776478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7921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Application Forms for MPPHSCL Health Department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 Types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91440" cy="749808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सामान्य विभाग फॉर्म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6550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General Form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48840"/>
            <a:ext cx="91440" cy="7498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2219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सामान्य फॉर्म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5694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Form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63240"/>
            <a:ext cx="91440" cy="7498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1363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डेटा संग्रह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4838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Form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9776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977640"/>
            <a:ext cx="91440" cy="74980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40507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निरीक्षण फॉर्म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43982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Form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Facility Types Covered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23444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234440"/>
            <a:ext cx="475488" cy="749808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23444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21808" y="13075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/ Civil / Super Speciality Hospital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21808" y="1655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जिला / सिविल / सुपर स्पेशियलिटी अस्पताल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14884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148840"/>
            <a:ext cx="475488" cy="7498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14884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21808" y="22219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Centre (CHC)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21808" y="25694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सामुदायिक स्वास्थ्य केंद्र (सीएचसी)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06324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063240"/>
            <a:ext cx="475488" cy="7498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06324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321808" y="31363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Health Centre (SHC)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21808" y="34838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उप स्वास्थ्य केंद्र (एसएचसी)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97764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977640"/>
            <a:ext cx="475488" cy="74980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97764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321808" y="40507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Health Centre (PHC)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21808" y="43982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प्राथमिक स्वास्थ्य केंद्र (पीएचसी)</a:t>
            </a:r>
            <a:endParaRPr lang="en-US" sz="1000" dirty="0"/>
          </a:p>
        </p:txBody>
      </p:sp>
      <p:sp>
        <p:nvSpPr>
          <p:cNvPr id="43" name="Freeform 4"/>
          <p:cNvSpPr/>
          <p:nvPr/>
        </p:nvSpPr>
        <p:spPr>
          <a:xfrm>
            <a:off x="7940040" y="-22098"/>
            <a:ext cx="1068004" cy="776478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7921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Application Forms for MPPHSCL Health Department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91440" cy="749808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148840"/>
            <a:ext cx="91440" cy="7498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3063240"/>
            <a:ext cx="91440" cy="7498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977640"/>
            <a:ext cx="91440" cy="74980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804183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Facility Types Covered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123444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754880" y="306324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754880" y="397764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3" name="Freeform 4"/>
          <p:cNvSpPr/>
          <p:nvPr/>
        </p:nvSpPr>
        <p:spPr>
          <a:xfrm>
            <a:off x="7940040" y="-22098"/>
            <a:ext cx="1068004" cy="776478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44" name="Picture 43"/>
          <p:cNvPicPr/>
          <p:nvPr/>
        </p:nvPicPr>
        <p:blipFill>
          <a:blip r:embed="rId4"/>
          <a:stretch>
            <a:fillRect/>
          </a:stretch>
        </p:blipFill>
        <p:spPr>
          <a:xfrm>
            <a:off x="591130" y="1224318"/>
            <a:ext cx="6905553" cy="350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346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Department Hierarchy &amp; User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0" y="896112"/>
            <a:ext cx="2194560" cy="868680"/>
          </a:xfrm>
          <a:prstGeom prst="rect">
            <a:avLst/>
          </a:prstGeom>
          <a:solidFill>
            <a:srgbClr val="0A235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9509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3075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98848" y="1764792"/>
            <a:ext cx="146304" cy="201168"/>
          </a:xfrm>
          <a:prstGeom prst="rect">
            <a:avLst/>
          </a:prstGeom>
          <a:solidFill>
            <a:srgbClr val="8BA0B5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1965960"/>
            <a:ext cx="2651760" cy="868680"/>
          </a:xfrm>
          <a:prstGeom prst="rect">
            <a:avLst/>
          </a:prstGeom>
          <a:solidFill>
            <a:srgbClr val="1A3F7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2020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23774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55 Districts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dm_districtname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98848" y="2834640"/>
            <a:ext cx="146304" cy="228600"/>
          </a:xfrm>
          <a:prstGeom prst="rect">
            <a:avLst/>
          </a:prstGeom>
          <a:solidFill>
            <a:srgbClr val="8BA0B5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3063240"/>
            <a:ext cx="2651760" cy="868680"/>
          </a:xfrm>
          <a:prstGeom prst="rect">
            <a:avLst/>
          </a:prstGeom>
          <a:solidFill>
            <a:srgbClr val="0D768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46120" y="31181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CMHO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34747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Chief Medical Health Officers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cmho_hospitalname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98848" y="3931920"/>
            <a:ext cx="146304" cy="228600"/>
          </a:xfrm>
          <a:prstGeom prst="rect">
            <a:avLst/>
          </a:prstGeom>
          <a:solidFill>
            <a:srgbClr val="8BA0B5"/>
          </a:solidFill>
          <a:ln/>
        </p:spPr>
      </p:sp>
      <p:sp>
        <p:nvSpPr>
          <p:cNvPr id="17" name="Shape 15"/>
          <p:cNvSpPr/>
          <p:nvPr/>
        </p:nvSpPr>
        <p:spPr>
          <a:xfrm>
            <a:off x="2971800" y="4160520"/>
            <a:ext cx="3200400" cy="868680"/>
          </a:xfrm>
          <a:prstGeom prst="rect">
            <a:avLst/>
          </a:prstGeom>
          <a:solidFill>
            <a:srgbClr val="14A8B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71800" y="42153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ENGINEER / SURVEYOR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45720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Inspection Forms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896112"/>
            <a:ext cx="24231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896112"/>
            <a:ext cx="91440" cy="9144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96012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Provides Credentials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129844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Collectorate login credentials are provided by the Admin.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1947672"/>
            <a:ext cx="24231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1947672"/>
            <a:ext cx="91440" cy="91440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01168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Collectorate Creates Users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235000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create CMHO (Level 2) and Field Inspectors/Surveyors.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2999232"/>
            <a:ext cx="24231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2999232"/>
            <a:ext cx="91440" cy="9144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306324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CMHO Creates Users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40156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also create Field Inspectors/Surveyors independently.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4050792"/>
            <a:ext cx="24231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4050792"/>
            <a:ext cx="91440" cy="9144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41148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Engineer Submits Forms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445312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Hospital Inspection Forms during physical visits.</a:t>
            </a:r>
            <a:endParaRPr lang="en-US" sz="950" dirty="0"/>
          </a:p>
        </p:txBody>
      </p:sp>
      <p:sp>
        <p:nvSpPr>
          <p:cNvPr id="36" name="Freeform 4"/>
          <p:cNvSpPr/>
          <p:nvPr/>
        </p:nvSpPr>
        <p:spPr>
          <a:xfrm>
            <a:off x="7940040" y="-22098"/>
            <a:ext cx="1068004" cy="776478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Web Application Login Process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109728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115568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1A3F7A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155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44752" y="111556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Open Web Browser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"Parakh" application or directly open: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https://gisuat.mp.gov.in/parakhweb/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14400"/>
            <a:ext cx="4114800" cy="10972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73752" y="1115568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D7680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11155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79592" y="111556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Allow Location Permission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5727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location access prompt may appear on first launch.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"Allow" or "अनुमति दें" to grant location access.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26080"/>
            <a:ext cx="4114800" cy="10972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" y="3127248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1A7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44752" y="312724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Enter Credentials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5844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Username and Password as provided by Admin.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Login button to access the dashboard.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926080"/>
            <a:ext cx="4114800" cy="10972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5" name="Shape 23"/>
          <p:cNvSpPr/>
          <p:nvPr/>
        </p:nvSpPr>
        <p:spPr>
          <a:xfrm>
            <a:off x="4873752" y="3127248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0B429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79592" y="312724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Access 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5844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login, navigate to the MPPHSCL inspection forms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 Department hospital assessments.</a:t>
            </a:r>
            <a:endParaRPr lang="en-US" sz="1150" dirty="0"/>
          </a:p>
        </p:txBody>
      </p:sp>
      <p:sp>
        <p:nvSpPr>
          <p:cNvPr id="29" name="Freeform 4"/>
          <p:cNvSpPr/>
          <p:nvPr/>
        </p:nvSpPr>
        <p:spPr>
          <a:xfrm>
            <a:off x="7940040" y="-22098"/>
            <a:ext cx="1068004" cy="776478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New User Registration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766560" y="109728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A3F7A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0" y="109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Officers Level 1 — Collectorate Creation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91440" cy="73152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1732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70432" y="1490472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Reporting Officers at Level 1 under Collectorate login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181965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 each of the 55 Districts of Madhya Pradesh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86000"/>
            <a:ext cx="91440" cy="73152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8600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70432" y="2359152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Naming Convention: "dm_districtname"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268833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dm_bhopal, dm_indore, dm_jabalpur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154680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54680"/>
            <a:ext cx="91440" cy="73152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546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70432" y="3227832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Collectorate Login Credentials provided by the Admin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55701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manages the top-level access provisioning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023360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023360"/>
            <a:ext cx="91440" cy="73152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02336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👷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70432" y="4096512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Collectorate login can create Field Inspectors / Surveyors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70432" y="442569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downward delegation of user creation</a:t>
            </a:r>
            <a:endParaRPr lang="en-US" sz="1050" dirty="0"/>
          </a:p>
        </p:txBody>
      </p:sp>
      <p:pic>
        <p:nvPicPr>
          <p:cNvPr id="29" name="Picture 28"/>
          <p:cNvPicPr/>
          <p:nvPr/>
        </p:nvPicPr>
        <p:blipFill>
          <a:blip r:embed="rId3"/>
          <a:stretch>
            <a:fillRect/>
          </a:stretch>
        </p:blipFill>
        <p:spPr>
          <a:xfrm>
            <a:off x="5037983" y="1841728"/>
            <a:ext cx="3785977" cy="1939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New User Registration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766560" y="109728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0D7680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0" y="109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Officers Level 2 — CMHO Creation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91440" cy="7772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173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70432" y="150876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Chief Medical Health Officers (CMHO) at Level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18745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hospital-level reporting officers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31720"/>
            <a:ext cx="91440" cy="7772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317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70432" y="242316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Convention: "cmho_hospitalname"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27889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cmho_aiims_bhopal, cmho_chc_berasia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46120"/>
            <a:ext cx="91440" cy="7772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2461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👷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70432" y="333756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CMHO login can also create Field Inspectors / Surveyors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37033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independently or under Collectorate supervision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297680"/>
            <a:ext cx="8503920" cy="621792"/>
          </a:xfrm>
          <a:prstGeom prst="rect">
            <a:avLst/>
          </a:prstGeom>
          <a:solidFill>
            <a:srgbClr val="E8F7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297680"/>
            <a:ext cx="91440" cy="62179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3159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Note: CMHO officers can independently create surveyors for their respective hospitals without needing Collectorate login.</a:t>
            </a:r>
            <a:endParaRPr lang="en-US" sz="11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953" y="1840230"/>
            <a:ext cx="3751344" cy="21534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New User Registration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766560" y="109728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A7A4A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0" y="109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Engineer / Surveyor Creation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91440" cy="77724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173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👷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70432" y="150876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Field Engineers / Surveyors under Collectorate or CMHO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18745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Level 1 and Level 2 officers can create these users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31720"/>
            <a:ext cx="91440" cy="77724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317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70432" y="242316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report to Collectorate of District OR CMHO of Hospital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27889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reporting structure depending on jurisdiction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46120"/>
            <a:ext cx="91440" cy="77724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2461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70432" y="333756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Engineer / Surveyor fills Inspection Forms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37033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4 facility types: District, CHC, SHC, and PHC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297680"/>
            <a:ext cx="8503920" cy="621792"/>
          </a:xfrm>
          <a:prstGeom prst="rect">
            <a:avLst/>
          </a:prstGeom>
          <a:solidFill>
            <a:srgbClr val="E3F5EC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4297680"/>
            <a:ext cx="91440" cy="62179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3159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Once created, the Field Engineer can immediately log in to the mobile app and begin submitting inspection reports.</a:t>
            </a:r>
            <a:endParaRPr lang="en-US" sz="11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372" y="2687654"/>
            <a:ext cx="3689829" cy="16752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Mobile App — District GIS Parakh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Login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3716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A3F7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325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"District GIS Parakh" 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6276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install from Play Store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12140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A3F7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20756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"Bhopal District"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23774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your respective district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871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A3F7A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" y="28254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"Select Department" Button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312724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MPPHSCL / Health Dept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511296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6210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A3F7A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" y="35753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 &amp; Password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6112" y="387705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given by Collectorate/CMHO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261104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43708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A3F7A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6112" y="432511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Login Button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6112" y="462686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MPPHSCL Dashboard opens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8686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MPPHSCL Dashboard Cards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1261872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261872"/>
            <a:ext cx="1920240" cy="914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14264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754880" y="1764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Forms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12280" y="1261872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12280" y="1261872"/>
            <a:ext cx="1920240" cy="9144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8" name="Text 36"/>
          <p:cNvSpPr/>
          <p:nvPr/>
        </p:nvSpPr>
        <p:spPr>
          <a:xfrm>
            <a:off x="6812280" y="14264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812280" y="1764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Saved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267712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267712"/>
            <a:ext cx="1920240" cy="9144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4754880" y="27706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Forms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12280" y="2267712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12280" y="2267712"/>
            <a:ext cx="1920240" cy="914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6" name="Text 44"/>
          <p:cNvSpPr/>
          <p:nvPr/>
        </p:nvSpPr>
        <p:spPr>
          <a:xfrm>
            <a:off x="6812280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6812280" y="27706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88152" y="3291840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788152" y="3291840"/>
            <a:ext cx="19202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0" name="Text 48"/>
          <p:cNvSpPr/>
          <p:nvPr/>
        </p:nvSpPr>
        <p:spPr>
          <a:xfrm>
            <a:off x="5788152" y="3456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📶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5788152" y="3794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Forms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4279392"/>
            <a:ext cx="4069080" cy="594360"/>
          </a:xfrm>
          <a:prstGeom prst="rect">
            <a:avLst/>
          </a:prstGeom>
          <a:solidFill>
            <a:srgbClr val="FFF3CC"/>
          </a:solidFill>
          <a:ln/>
        </p:spPr>
      </p:sp>
      <p:sp>
        <p:nvSpPr>
          <p:cNvPr id="53" name="Shape 51"/>
          <p:cNvSpPr/>
          <p:nvPr/>
        </p:nvSpPr>
        <p:spPr>
          <a:xfrm>
            <a:off x="4754880" y="4279392"/>
            <a:ext cx="91440" cy="59436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54" name="Text 52"/>
          <p:cNvSpPr/>
          <p:nvPr/>
        </p:nvSpPr>
        <p:spPr>
          <a:xfrm>
            <a:off x="4937760" y="42793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Select "New Form" to begin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inspection during a physical visit.</a:t>
            </a:r>
            <a:endParaRPr lang="en-US" sz="1100" dirty="0"/>
          </a:p>
        </p:txBody>
      </p:sp>
      <p:sp>
        <p:nvSpPr>
          <p:cNvPr id="56" name="Freeform 4"/>
          <p:cNvSpPr/>
          <p:nvPr/>
        </p:nvSpPr>
        <p:spPr>
          <a:xfrm>
            <a:off x="7940040" y="-22098"/>
            <a:ext cx="1068004" cy="776478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Mobile App — District GIS Parakh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</a:t>
            </a:r>
            <a:r>
              <a:rPr lang="en-US" sz="1400" b="1" dirty="0" smtClean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Steps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7472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747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47472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6" name="Freeform 4"/>
          <p:cNvSpPr/>
          <p:nvPr/>
        </p:nvSpPr>
        <p:spPr>
          <a:xfrm>
            <a:off x="7940040" y="-22098"/>
            <a:ext cx="1068004" cy="776478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57" name="Picture 56" descr="C:\Users\hp\Downloads\WhatsApp Unknown 2026-03-25 at 3.32.27 PM\1.jpe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86" y="1545336"/>
            <a:ext cx="1246909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Picture 57" descr="C:\Users\hp\Downloads\WhatsApp Unknown 2026-03-25 at 3.32.27 PM\2.jpe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501" y="1545336"/>
            <a:ext cx="1246909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Picture 58" descr="C:\Users\hp\Downloads\WhatsApp Unknown 2026-03-25 at 3.32.27 PM\3.jpeg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992" y="1545336"/>
            <a:ext cx="128016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Picture 59" descr="C:\Users\hp\Downloads\WhatsApp Unknown 2026-03-25 at 3.32.27 PM\4.jpeg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200" y="1554689"/>
            <a:ext cx="128016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Picture 60" descr="C:\Users\hp\Downloads\WhatsApp Unknown 2026-03-25 at 3.32.27 PM\5.jpeg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315" y="1554689"/>
            <a:ext cx="128016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Picture 61" descr="C:\Users\hp\Downloads\WhatsApp Unknown 2026-03-25 at 3.32.27 PM\6.jpeg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150" y="1554689"/>
            <a:ext cx="1280160" cy="2743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1846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Mobile — Filling Inspection Forms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91440" cy="12344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42416"/>
            <a:ext cx="566928" cy="438912"/>
          </a:xfrm>
          <a:prstGeom prst="roundRect">
            <a:avLst>
              <a:gd name="adj" fmla="val 12500"/>
            </a:avLst>
          </a:prstGeom>
          <a:solidFill>
            <a:srgbClr val="0D768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4241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04241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"New Form"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"New Forms" card on the MPPHSCL Dashboard.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14400"/>
            <a:ext cx="91440" cy="12344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042416"/>
            <a:ext cx="566928" cy="438912"/>
          </a:xfrm>
          <a:prstGeom prst="roundRect">
            <a:avLst>
              <a:gd name="adj" fmla="val 12500"/>
            </a:avLst>
          </a:prstGeom>
          <a:solidFill>
            <a:srgbClr val="0D768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04241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104241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Facility Type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55448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relevant form e.g. "Community Health Centre" from the available forms list.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86000"/>
            <a:ext cx="91440" cy="12344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414016"/>
            <a:ext cx="566928" cy="438912"/>
          </a:xfrm>
          <a:prstGeom prst="roundRect">
            <a:avLst>
              <a:gd name="adj" fmla="val 12500"/>
            </a:avLst>
          </a:prstGeom>
          <a:solidFill>
            <a:srgbClr val="0D768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41401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241401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All Sections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every question thoroughly across all sections of the form. Do not skip any mandatory fields.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2860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286000"/>
            <a:ext cx="91440" cy="12344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2414016"/>
            <a:ext cx="566928" cy="438912"/>
          </a:xfrm>
          <a:prstGeom prst="roundRect">
            <a:avLst>
              <a:gd name="adj" fmla="val 12500"/>
            </a:avLst>
          </a:prstGeom>
          <a:solidFill>
            <a:srgbClr val="0D7680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41401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77840" y="241401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Images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292608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form, photograph the health center properly to document the physical condition.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6576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57600"/>
            <a:ext cx="91440" cy="12344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785616"/>
            <a:ext cx="566928" cy="438912"/>
          </a:xfrm>
          <a:prstGeom prst="roundRect">
            <a:avLst>
              <a:gd name="adj" fmla="val 12500"/>
            </a:avLst>
          </a:prstGeom>
          <a:solidFill>
            <a:srgbClr val="0D768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78561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43000" y="378561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Form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429768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all fields are complete and images are attached, submit the form. It moves to "Submitted Forms".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36576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57600"/>
            <a:ext cx="91440" cy="12344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785616"/>
            <a:ext cx="566928" cy="438912"/>
          </a:xfrm>
          <a:prstGeom prst="roundRect">
            <a:avLst>
              <a:gd name="adj" fmla="val 12500"/>
            </a:avLst>
          </a:prstGeom>
          <a:solidFill>
            <a:srgbClr val="F0B429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78561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577840" y="378561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Support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92040" y="429768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internet is available during inspection, save as Offline Form and submit once connectivity is restored.</a:t>
            </a:r>
            <a:endParaRPr lang="en-US" sz="1100" dirty="0"/>
          </a:p>
        </p:txBody>
      </p:sp>
      <p:sp>
        <p:nvSpPr>
          <p:cNvPr id="41" name="Freeform 4"/>
          <p:cNvSpPr/>
          <p:nvPr/>
        </p:nvSpPr>
        <p:spPr>
          <a:xfrm>
            <a:off x="7940040" y="-6858"/>
            <a:ext cx="1068004" cy="776478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4A8B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5029200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64208"/>
            <a:ext cx="8321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MPPHSCL Parakh Web Application</a:t>
            </a:r>
            <a:endParaRPr lang="en-US" sz="1400" dirty="0"/>
          </a:p>
          <a:p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Creation &amp; Hospital Inspection </a:t>
            </a:r>
            <a:r>
              <a:rPr lang="en-US" sz="1400" dirty="0" smtClean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</a:t>
            </a: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User Manual -  MPPHSCL </a:t>
            </a:r>
            <a:r>
              <a:rPr lang="en-US" sz="1400" dirty="0" err="1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</a:t>
            </a: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 Manual (User Creation) - </a:t>
            </a:r>
            <a:r>
              <a:rPr lang="en-US" sz="1400" dirty="0" err="1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Health_Deptartment_Hospital</a:t>
            </a: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Inspection </a:t>
            </a:r>
            <a:r>
              <a:rPr lang="en-US" sz="1400" dirty="0" smtClean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 </a:t>
            </a: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4389120" cy="2194560"/>
          </a:xfrm>
          <a:prstGeom prst="rect">
            <a:avLst/>
          </a:prstGeom>
          <a:solidFill>
            <a:srgbClr val="1A3F7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06040"/>
            <a:ext cx="109728" cy="219456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6974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Contact &amp; Support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3127248"/>
            <a:ext cx="4069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MPSEDC, State IT Center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47-A, Arera Hills, Bhopal, M.P. – 462011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4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+91-755-2518300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4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📠  +91-755-2579824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www.mpsedc.mp.gov.in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2606040"/>
            <a:ext cx="3657600" cy="2194560"/>
          </a:xfrm>
          <a:prstGeom prst="rect">
            <a:avLst/>
          </a:prstGeom>
          <a:solidFill>
            <a:srgbClr val="1A3F7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0" y="2606040"/>
            <a:ext cx="109728" cy="219456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3" name="Text 11"/>
          <p:cNvSpPr/>
          <p:nvPr/>
        </p:nvSpPr>
        <p:spPr>
          <a:xfrm>
            <a:off x="5321808" y="2697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Application Links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21808" y="3127248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4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gisuat.mp.gov.in/parakhweb/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Parakh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(Available on Play Store)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Madhya Pradesh  |  Health Department  |  MPPHSCL Parakh 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1081</Words>
  <Application>Microsoft Office PowerPoint</Application>
  <PresentationFormat>On-screen Show (16:9)</PresentationFormat>
  <Paragraphs>234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MPPHSCL Parakh - User Manual</dc:title>
  <dc:subject>PptxGenJS Presentation</dc:subject>
  <dc:creator>MPSEDC</dc:creator>
  <cp:lastModifiedBy>Microsoft account</cp:lastModifiedBy>
  <cp:revision>6</cp:revision>
  <dcterms:created xsi:type="dcterms:W3CDTF">2026-03-25T11:09:52Z</dcterms:created>
  <dcterms:modified xsi:type="dcterms:W3CDTF">2026-03-25T12:12:54Z</dcterms:modified>
</cp:coreProperties>
</file>