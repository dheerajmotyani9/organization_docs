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4A8B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Parakh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वेब एप्लीकेशन — User Manual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502920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240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 — Hospital Inspection Web Version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Creation &amp; Login Guide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708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Public Health Services Corporation Ltd. (MPPHSCL)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 |  State IT Center, 47-A, Arera Hills, Bhopal, M.P. – 462011  |  www.mpsedc.mp.gov.in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28600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Version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" cy="10972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051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What is Parakh?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 by MPSEDC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58568"/>
            <a:ext cx="109728" cy="10972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9848" y="2350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inspection 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57016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57016"/>
            <a:ext cx="109728" cy="10972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6484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&amp; Hierarchy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4151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Agency &amp; Citizen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109728" cy="10972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04688" y="1051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Login Process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login guide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58568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58568"/>
            <a:ext cx="109728" cy="10972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04688" y="2350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→ CMHO → Field Engineer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57016"/>
            <a:ext cx="109728" cy="10972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04688" y="36484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District GIS Parakh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04688" y="4151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form filling on mobile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Overview — What is Parakh?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6634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09728" cy="38862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परख — Parakh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digital solution developed by Madhya Pradesh State Electronics Development Corporation (MPSEDC) for inspection and data collection across health facilities.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Platforms: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https://gisuat.mp.gov.in/parakhweb/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District GIS Parakh (Android App)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1325880"/>
            <a:ext cx="3566160" cy="777240"/>
          </a:xfrm>
          <a:prstGeom prst="rect">
            <a:avLst/>
          </a:prstGeom>
          <a:solidFill>
            <a:srgbClr val="1A3F7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728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विभागीय उपयोगकर्ता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286000"/>
            <a:ext cx="3566160" cy="777240"/>
          </a:xfrm>
          <a:prstGeom prst="rect">
            <a:avLst/>
          </a:prstGeom>
          <a:solidFill>
            <a:srgbClr val="0D768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2331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Users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एजेंसी उपयोगकर्ता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246120"/>
            <a:ext cx="3566160" cy="777240"/>
          </a:xfrm>
          <a:prstGeom prst="rect">
            <a:avLst/>
          </a:prstGeom>
          <a:solidFill>
            <a:srgbClr val="F0B42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Users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3648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 उपयोगकर्ता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4251960"/>
            <a:ext cx="3566160" cy="548640"/>
          </a:xfrm>
          <a:prstGeom prst="rect">
            <a:avLst/>
          </a:prstGeom>
          <a:solidFill>
            <a:srgbClr val="E3F5E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4251960"/>
            <a:ext cx="91440" cy="5486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Focus: Health Dept.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Application Forms for MPPHSCL Health Department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 Types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91440" cy="74980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सामान्य विभाग फॉर्म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General 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48840"/>
            <a:ext cx="91440" cy="7498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2219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सामान्य फॉर्म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5694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63240"/>
            <a:ext cx="91440" cy="7498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136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डेटा संग्रह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483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77640"/>
            <a:ext cx="91440" cy="74980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40507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निरीक्षण फॉर्म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3982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Facility Types Covered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234440"/>
            <a:ext cx="475488" cy="74980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2344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21808" y="1307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/ Civil / Super Speciality Hospital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1655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जिला / सिविल / सुपर स्पेशियलिटी अस्पताल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48840"/>
            <a:ext cx="475488" cy="7498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1488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21808" y="2221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Centre (CHC)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2569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सामुदायिक स्वास्थ्य केंद्र (सीएचसी)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063240"/>
            <a:ext cx="475488" cy="7498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0632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21808" y="31363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Health Centre (SHC)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3483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उप स्वास्थ्य केंद्र (एसएचसी)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7764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977640"/>
            <a:ext cx="475488" cy="74980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9776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321808" y="4050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Health Centre (PHC)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21808" y="4398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प्राथमिक स्वास्थ्य केंद्र (पीएचसी)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Department Hierarchy &amp; User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896112"/>
            <a:ext cx="2194560" cy="868680"/>
          </a:xfrm>
          <a:prstGeom prst="rect">
            <a:avLst/>
          </a:prstGeom>
          <a:solidFill>
            <a:srgbClr val="0A23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950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3075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98848" y="1764792"/>
            <a:ext cx="146304" cy="201168"/>
          </a:xfrm>
          <a:prstGeom prst="rect">
            <a:avLst/>
          </a:prstGeom>
          <a:solidFill>
            <a:srgbClr val="8BA0B5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965960"/>
            <a:ext cx="2651760" cy="868680"/>
          </a:xfrm>
          <a:prstGeom prst="rect">
            <a:avLst/>
          </a:prstGeom>
          <a:solidFill>
            <a:srgbClr val="1A3F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020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55 Districts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dm_districtname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98848" y="2834640"/>
            <a:ext cx="146304" cy="228600"/>
          </a:xfrm>
          <a:prstGeom prst="rect">
            <a:avLst/>
          </a:prstGeom>
          <a:solidFill>
            <a:srgbClr val="8BA0B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3063240"/>
            <a:ext cx="2651760" cy="868680"/>
          </a:xfrm>
          <a:prstGeom prst="rect">
            <a:avLst/>
          </a:prstGeom>
          <a:solidFill>
            <a:srgbClr val="0D768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3118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3474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Chief Medical Health Officers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cmho_hospitalname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3931920"/>
            <a:ext cx="146304" cy="228600"/>
          </a:xfrm>
          <a:prstGeom prst="rect">
            <a:avLst/>
          </a:prstGeom>
          <a:solidFill>
            <a:srgbClr val="8BA0B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71800" y="4160520"/>
            <a:ext cx="3200400" cy="868680"/>
          </a:xfrm>
          <a:prstGeom prst="rect">
            <a:avLst/>
          </a:prstGeom>
          <a:solidFill>
            <a:srgbClr val="14A8B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71800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/ SURVEYOR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45720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Inspection Forms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89611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91440" cy="9144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9601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Provides Credentials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29844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login credentials are provided by the Admin.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194767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947672"/>
            <a:ext cx="91440" cy="9144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0116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Creates Users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35000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CMHO (Level 2) and Field Inspectors/Surveyors.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99923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999232"/>
            <a:ext cx="91440" cy="9144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0632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 Creates Users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40156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create Field Inspectors/Surveyors independently.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4050792"/>
            <a:ext cx="2423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050792"/>
            <a:ext cx="91440" cy="9144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1148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Submits Forms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45312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Hospital Inspection Forms during physical visits.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Web Application Login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10972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1155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Open Web Browser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"Parakh" application or directly open: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https://gisuat.mp.gov.in/parakhweb/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4114800" cy="10972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D76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9592" y="11155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Allow Location Permission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access prompt may appear on first launch.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"Allow" or "अनुमति दें" to grant location access.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4114800" cy="10972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312724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A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44752" y="31272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Enter Credentials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Username and Password as provided by Admin.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Login button to access the dashboard.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26080"/>
            <a:ext cx="4114800" cy="10972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3752" y="312724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0B429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79592" y="31272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Access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5844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navigate to the MPPHSCL inspection forms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 Department hospital assessments.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New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A3F7A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09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Officers Level 1 — Collectorate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149047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Reporting Officers at Level 1 under Collectorate login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181965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each of the 55 Districts of Madhya Pradesh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0432" y="235915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Naming Convention: "dm_districtname"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68833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dm_bhopal, dm_indore, dm_jabalpur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546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322783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Login Credentials provided by the 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557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the top-level access provisioning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23360"/>
            <a:ext cx="91440" cy="7315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233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👷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70432" y="409651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Collectorate login can create Field Inspectors / Surveyors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42569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downward delegation of user creation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New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D7680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09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Officers Level 2 — CMHO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9144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Chief Medical Health Officers (CMHO) at Level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18745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hospital-level reporting officers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9144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317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70432" y="24231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"cmho_hospitalname"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7889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cmho_aiims_bhopal, cmho_chc_berasia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46120"/>
            <a:ext cx="9144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70432" y="33375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CMHO login can also create Field Inspectors / Surveyors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7033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independently or under Collectorate supervision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8503920" cy="621792"/>
          </a:xfrm>
          <a:prstGeom prst="rect">
            <a:avLst/>
          </a:prstGeom>
          <a:solidFill>
            <a:srgbClr val="E8F7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297680"/>
            <a:ext cx="91440" cy="62179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159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Note: CMHO officers can independently create surveyors for their respective hospitals without needing Collectorate login.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New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A7A4A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09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/ Surveyor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91440" cy="7772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0432" y="15087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Field Engineers / Surveyors under Collectorate or CMHO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18745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Level 1 and Level 2 officers can create these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91440" cy="7772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317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70432" y="24231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report to Collectorate of District OR CMHO of Hospital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7889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reporting structure depending on jurisdiction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46120"/>
            <a:ext cx="91440" cy="7772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70432" y="333756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Engineer / Surveyor fills Inspection Forms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7033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4 facility types: District, CHC, SHC, and PHC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8503920" cy="621792"/>
          </a:xfrm>
          <a:prstGeom prst="rect">
            <a:avLst/>
          </a:prstGeom>
          <a:solidFill>
            <a:srgbClr val="E3F5E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297680"/>
            <a:ext cx="91440" cy="62179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159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Once created, the Field Engineer can immediately log in to the mobile app and begin submitting inspection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Mobile App — District GIS Parakh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Login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71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325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"District GIS Parakh"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install from Play Store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1214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20756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"Bhopal District"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3774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your respective district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871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28254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"Select Department" Button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12724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MPPHSCL / Health Dept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1129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6210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35753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Password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38770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given by Collectorate/CMHO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6110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3708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A3F7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43251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Login Button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462686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Dashboard opens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868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MPPHSCL Dashboard Cards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26187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261872"/>
            <a:ext cx="1920240" cy="91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426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75488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126187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12280" y="1261872"/>
            <a:ext cx="1920240" cy="9144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1426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1228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Saved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26771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267712"/>
            <a:ext cx="1920240" cy="914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754880" y="2770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Forms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12280" y="2267712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2267712"/>
            <a:ext cx="1920240" cy="91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6" name="Text 44"/>
          <p:cNvSpPr/>
          <p:nvPr/>
        </p:nvSpPr>
        <p:spPr>
          <a:xfrm>
            <a:off x="681228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812280" y="2770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88152" y="329184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88152" y="3291840"/>
            <a:ext cx="19202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5788152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788152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Forms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279392"/>
            <a:ext cx="4069080" cy="594360"/>
          </a:xfrm>
          <a:prstGeom prst="rect">
            <a:avLst/>
          </a:prstGeom>
          <a:solidFill>
            <a:srgbClr val="FFF3CC"/>
          </a:solidFill>
          <a:ln/>
        </p:spPr>
      </p:sp>
      <p:sp>
        <p:nvSpPr>
          <p:cNvPr id="53" name="Shape 51"/>
          <p:cNvSpPr/>
          <p:nvPr/>
        </p:nvSpPr>
        <p:spPr>
          <a:xfrm>
            <a:off x="4754880" y="4279392"/>
            <a:ext cx="91440" cy="5943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4279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Select "New Form" to 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inspection during a physical visit.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Mobile — Filling Inspection Forms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424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424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0424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"New Form"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"New Forms" card on the MPPHSCL Dashboard.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0424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424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10424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Facility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relevant form e.g. "Community Health Centre" from the available forms list.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860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140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140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24140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Sections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question thoroughly across all sections of the form. Do not skip any mandatory fields.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860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4140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4140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24140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Images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9260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form, photograph the health center properly to document the physical condition.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57600"/>
            <a:ext cx="91440" cy="12344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7856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0D768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856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37856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2976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fields are complete and images are attached, submit the form. It moves to "Submitted Forms".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57600"/>
            <a:ext cx="91440" cy="1234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785616"/>
            <a:ext cx="566928" cy="438912"/>
          </a:xfrm>
          <a:prstGeom prst="roundRect">
            <a:avLst>
              <a:gd name="adj" fmla="val 12500"/>
            </a:avLst>
          </a:prstGeom>
          <a:solidFill>
            <a:srgbClr val="F0B429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7856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77840" y="378561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42976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internet is available during inspection, save as Offline Form and submit once connectivity is restored.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4A8B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029200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6420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MPPHSCL Parakh Web Application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Creation &amp; Hospital Inspection Guide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389120" cy="2194560"/>
          </a:xfrm>
          <a:prstGeom prst="rect">
            <a:avLst/>
          </a:prstGeom>
          <a:solidFill>
            <a:srgbClr val="1A3F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109728" cy="219456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697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Contact &amp; Support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4069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MPSEDC, State IT Center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47-A, Arera Hills, Bhopal, M.P. – 462011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+91-755-2518300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📠  +91-755-2579824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www.mpsedc.mp.gov.in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606040"/>
            <a:ext cx="3657600" cy="2194560"/>
          </a:xfrm>
          <a:prstGeom prst="rect">
            <a:avLst/>
          </a:prstGeom>
          <a:solidFill>
            <a:srgbClr val="1A3F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2606040"/>
            <a:ext cx="109728" cy="21945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5321808" y="2697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Application Links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21808" y="3127248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4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gisuat.mp.gov.in/parakhweb/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Parakh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(Available on Play Store)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Madhya Pradesh  |  Health Department  |  MPPHSCL Parakh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MPPHSCL Parakh - User Manual</dc:title>
  <dc:subject>PptxGenJS Presentation</dc:subject>
  <dc:creator>MPSEDC</dc:creator>
  <cp:lastModifiedBy>MPSEDC</cp:lastModifiedBy>
  <cp:revision>1</cp:revision>
  <dcterms:created xsi:type="dcterms:W3CDTF">2026-03-25T11:09:52Z</dcterms:created>
  <dcterms:modified xsi:type="dcterms:W3CDTF">2026-03-25T11:09:52Z</dcterms:modified>
</cp:coreProperties>
</file>