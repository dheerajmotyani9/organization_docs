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5"/>
  </p:notesMasterIdLst>
  <p:sldIdLst>
    <p:sldId id="3398" r:id="rId2"/>
    <p:sldId id="3400" r:id="rId3"/>
    <p:sldId id="3399" r:id="rId4"/>
  </p:sldIdLst>
  <p:sldSz cx="18288000" cy="10287000"/>
  <p:notesSz cx="6858000" cy="9144000"/>
  <p:embeddedFontLst>
    <p:embeddedFont>
      <p:font typeface="Microsoft Sans Serif" panose="020B0604020202020204" pitchFamily="3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Poppins" panose="020B060402020202020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88E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03" autoAdjust="0"/>
    <p:restoredTop sz="94622" autoAdjust="0"/>
  </p:normalViewPr>
  <p:slideViewPr>
    <p:cSldViewPr>
      <p:cViewPr varScale="1">
        <p:scale>
          <a:sx n="43" d="100"/>
          <a:sy n="43" d="100"/>
        </p:scale>
        <p:origin x="9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1D351-32DE-4807-80FC-BCEBF253771B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F2807-927D-4930-950F-E44328B4C6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41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0EF5-C352-43F5-9B0E-E5341B69BE1A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DCE30-A2D3-455A-A052-F59A7EE17397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7A4E-FCE9-4CDC-81E9-95D34617755F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5DD9-A9F8-4D60-8697-FB43EC6B1710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B001-D2CB-4BA2-A88F-C2DD3BA01ABA}" type="datetime1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80D6-8582-4D58-AAE9-36D763AC42B3}" type="datetime1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6BB61-EE14-4779-9C73-4C9D8963F684}" type="datetime1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D608-CC2E-4E94-AEC0-BCA8C103E61F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BEC2-C59E-4672-AADA-30B14D92EB75}" type="datetime1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ED7E-DEF6-436D-995A-26EF858C7D07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5C0C-493E-4AAF-A682-54606BF9BFC9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2D490-2B2E-4893-A3E3-CFCB1AE5A940}" type="datetime1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package" Target="../embeddings/Microsoft_Excel_Worksheet1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2AF8C74-C773-019A-FCE7-FD6A5DCA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xmlns="" id="{44DDC9D1-4037-F29B-4B1E-68ABD6A023F9}"/>
              </a:ext>
            </a:extLst>
          </p:cNvPr>
          <p:cNvSpPr/>
          <p:nvPr/>
        </p:nvSpPr>
        <p:spPr>
          <a:xfrm>
            <a:off x="16008313" y="160654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xmlns="" id="{D43FF3A3-5817-D0DD-FBA0-726C4B1D29F4}"/>
              </a:ext>
            </a:extLst>
          </p:cNvPr>
          <p:cNvSpPr txBox="1"/>
          <p:nvPr/>
        </p:nvSpPr>
        <p:spPr>
          <a:xfrm>
            <a:off x="762000" y="519059"/>
            <a:ext cx="15136504" cy="927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 err="1" smtClean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Parakh</a:t>
            </a:r>
            <a:r>
              <a:rPr lang="en-US" sz="3600" b="1" spc="-145" dirty="0" smtClean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3600" b="1" spc="-145" dirty="0" smtClean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Count of Survey </a:t>
            </a:r>
            <a:r>
              <a:rPr lang="en-US" sz="3600" b="1" spc="-145" dirty="0" smtClean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and Inspection</a:t>
            </a:r>
            <a:endParaRPr lang="en-US" sz="3600" b="1" spc="-145" dirty="0">
              <a:solidFill>
                <a:srgbClr val="00B88E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xmlns="" id="{CA5BCA7D-8898-310F-8442-75174A41F7CD}"/>
              </a:ext>
            </a:extLst>
          </p:cNvPr>
          <p:cNvSpPr txBox="1"/>
          <p:nvPr/>
        </p:nvSpPr>
        <p:spPr>
          <a:xfrm>
            <a:off x="762000" y="1457682"/>
            <a:ext cx="16840200" cy="568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2800" b="1" u="sng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Registered Departments </a:t>
            </a:r>
            <a:r>
              <a:rPr lang="en-US" sz="2800" b="1" u="sng" spc="200" dirty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All Form Record </a:t>
            </a:r>
            <a:r>
              <a:rPr lang="en-US" sz="2800" b="1" u="sng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Statistics &amp;</a:t>
            </a:r>
            <a:r>
              <a:rPr lang="en-US" sz="2800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u="sng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No of Inspection and Survey conducted</a:t>
            </a:r>
            <a:endParaRPr lang="en-US" sz="2800" u="sng" dirty="0">
              <a:solidFill>
                <a:srgbClr val="000000"/>
              </a:solidFill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247900"/>
            <a:ext cx="13411200" cy="788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0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2AF8C74-C773-019A-FCE7-FD6A5DCA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xmlns="" id="{44DDC9D1-4037-F29B-4B1E-68ABD6A023F9}"/>
              </a:ext>
            </a:extLst>
          </p:cNvPr>
          <p:cNvSpPr/>
          <p:nvPr/>
        </p:nvSpPr>
        <p:spPr>
          <a:xfrm>
            <a:off x="16008313" y="160654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xmlns="" id="{D43FF3A3-5817-D0DD-FBA0-726C4B1D29F4}"/>
              </a:ext>
            </a:extLst>
          </p:cNvPr>
          <p:cNvSpPr txBox="1"/>
          <p:nvPr/>
        </p:nvSpPr>
        <p:spPr>
          <a:xfrm>
            <a:off x="762000" y="519059"/>
            <a:ext cx="15136504" cy="927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 err="1" smtClean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Parakh</a:t>
            </a:r>
            <a:r>
              <a:rPr lang="en-US" sz="3600" b="1" spc="-145" dirty="0" smtClean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 Working Modules</a:t>
            </a:r>
            <a:endParaRPr lang="en-US" sz="3600" b="1" spc="-145" dirty="0">
              <a:solidFill>
                <a:srgbClr val="00B88E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xmlns="" id="{CA5BCA7D-8898-310F-8442-75174A41F7CD}"/>
              </a:ext>
            </a:extLst>
          </p:cNvPr>
          <p:cNvSpPr txBox="1"/>
          <p:nvPr/>
        </p:nvSpPr>
        <p:spPr>
          <a:xfrm>
            <a:off x="609600" y="2705100"/>
            <a:ext cx="16840200" cy="58169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Agar </a:t>
            </a:r>
            <a:r>
              <a:rPr lang="en-US" sz="2800" b="1" spc="200" dirty="0" err="1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Malwa</a:t>
            </a:r>
            <a:r>
              <a:rPr lang="en-US" sz="2800" b="1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– </a:t>
            </a:r>
            <a:r>
              <a:rPr lang="en-US" sz="2800" b="1" spc="200" dirty="0" err="1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Swashtya</a:t>
            </a:r>
            <a:r>
              <a:rPr lang="en-US" sz="2800" b="1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spc="200" dirty="0" err="1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Yakrit</a:t>
            </a:r>
            <a:r>
              <a:rPr lang="en-US" sz="2800" b="1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Mission.  - 48 K forms submitted as of today</a:t>
            </a:r>
          </a:p>
          <a:p>
            <a:pPr marL="514350" indent="-51435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PNRD- MP/MLA Work assessments are going on.</a:t>
            </a:r>
          </a:p>
          <a:p>
            <a:pPr marL="514350" indent="-51435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 spc="200" dirty="0" err="1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Chhindwara</a:t>
            </a:r>
            <a:r>
              <a:rPr lang="en-US" sz="2800" b="1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– Wash On Wheels</a:t>
            </a:r>
          </a:p>
          <a:p>
            <a:pPr marL="514350" indent="-51435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 spc="200" dirty="0" err="1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Seoni</a:t>
            </a:r>
            <a:r>
              <a:rPr lang="en-US" sz="2800" b="1" spc="200" dirty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– </a:t>
            </a:r>
            <a:r>
              <a:rPr lang="en-US" sz="2800" b="1" spc="200" dirty="0" err="1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Dharti</a:t>
            </a:r>
            <a:r>
              <a:rPr lang="en-US" sz="2800" b="1" spc="200" dirty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spc="200" dirty="0" err="1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Abha</a:t>
            </a:r>
            <a:r>
              <a:rPr lang="en-US" sz="2800" b="1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– 12K forms submitted as of today.</a:t>
            </a:r>
            <a:endParaRPr lang="en-US" sz="2800" b="1" spc="200" dirty="0">
              <a:solidFill>
                <a:schemeClr val="tx2"/>
              </a:solidFill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SAPS – </a:t>
            </a:r>
            <a:r>
              <a:rPr lang="en-US" sz="2800" b="1" spc="200" dirty="0" err="1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Lokseva</a:t>
            </a:r>
            <a:r>
              <a:rPr lang="en-US" sz="2800" b="1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Kendra Inspections – 250 inspections being conducted so far.</a:t>
            </a:r>
            <a:endParaRPr lang="en-US" sz="2800" b="1" spc="200" dirty="0">
              <a:solidFill>
                <a:schemeClr val="tx2"/>
              </a:solidFill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Key concerning projects under pipeline:</a:t>
            </a:r>
            <a:endParaRPr lang="en-US" sz="2800" b="1" spc="200" dirty="0">
              <a:solidFill>
                <a:schemeClr val="tx2"/>
              </a:solidFill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A) </a:t>
            </a:r>
            <a:r>
              <a:rPr lang="en-US" sz="2800" b="1" spc="200" dirty="0" err="1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Labour</a:t>
            </a:r>
            <a:r>
              <a:rPr lang="en-US" sz="2800" b="1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Department – CIS and Inspection Application</a:t>
            </a:r>
          </a:p>
          <a:p>
            <a:pPr marL="514350" indent="-51435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800" b="1" spc="200" dirty="0" smtClean="0">
                <a:solidFill>
                  <a:schemeClr val="tx2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B) Tribal Department – Schools and Hostel Inspections </a:t>
            </a:r>
          </a:p>
          <a:p>
            <a:pPr marL="514350" indent="-514350" algn="just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190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2AF8C74-C773-019A-FCE7-FD6A5DCA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xmlns="" id="{44DDC9D1-4037-F29B-4B1E-68ABD6A023F9}"/>
              </a:ext>
            </a:extLst>
          </p:cNvPr>
          <p:cNvSpPr/>
          <p:nvPr/>
        </p:nvSpPr>
        <p:spPr>
          <a:xfrm>
            <a:off x="16008313" y="160654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xmlns="" id="{D43FF3A3-5817-D0DD-FBA0-726C4B1D29F4}"/>
              </a:ext>
            </a:extLst>
          </p:cNvPr>
          <p:cNvSpPr txBox="1"/>
          <p:nvPr/>
        </p:nvSpPr>
        <p:spPr>
          <a:xfrm>
            <a:off x="762000" y="519059"/>
            <a:ext cx="15136504" cy="927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 err="1" smtClean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Parakh</a:t>
            </a:r>
            <a:r>
              <a:rPr lang="en-US" sz="3600" b="1" spc="-145" dirty="0" smtClean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 Data Usage</a:t>
            </a:r>
            <a:endParaRPr lang="en-US" sz="3600" b="1" spc="-145" dirty="0">
              <a:solidFill>
                <a:srgbClr val="00B88E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xmlns="" id="{CA5BCA7D-8898-310F-8442-75174A41F7CD}"/>
              </a:ext>
            </a:extLst>
          </p:cNvPr>
          <p:cNvSpPr txBox="1"/>
          <p:nvPr/>
        </p:nvSpPr>
        <p:spPr>
          <a:xfrm>
            <a:off x="762000" y="1457682"/>
            <a:ext cx="16230600" cy="88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200" b="1" u="sng" spc="200" dirty="0">
                <a:solidFill>
                  <a:schemeClr val="tx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Summary of Inspection &amp; Survey Forms On </a:t>
            </a:r>
            <a:r>
              <a:rPr lang="en-US" sz="3200" b="1" u="sng" spc="200" dirty="0" err="1">
                <a:solidFill>
                  <a:schemeClr val="tx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Parakh</a:t>
            </a:r>
            <a:endParaRPr lang="en-US" sz="3200" u="sng" dirty="0">
              <a:solidFill>
                <a:srgbClr val="000000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1555605"/>
              </p:ext>
            </p:extLst>
          </p:nvPr>
        </p:nvGraphicFramePr>
        <p:xfrm>
          <a:off x="14020800" y="4152900"/>
          <a:ext cx="1524000" cy="1358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Worksheet" showAsIcon="1" r:id="rId4" imgW="914400" imgH="806400" progId="Excel.Sheet.12">
                  <p:embed/>
                </p:oleObj>
              </mc:Choice>
              <mc:Fallback>
                <p:oleObj name="Worksheet" showAsIcon="1" r:id="rId4" imgW="914400" imgH="806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020800" y="4152900"/>
                        <a:ext cx="1524000" cy="13582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635774"/>
            <a:ext cx="12622377" cy="219352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0" y="6515099"/>
            <a:ext cx="73152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00" b="1" dirty="0" smtClean="0"/>
              <a:t>Note: Above Total Inspection/Survey Form &amp; their Count</a:t>
            </a:r>
            <a:endParaRPr lang="en-US" sz="23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7886700"/>
            <a:ext cx="12556496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9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4565</TotalTime>
  <Words>119</Words>
  <Application>Microsoft Office PowerPoint</Application>
  <PresentationFormat>Custom</PresentationFormat>
  <Paragraphs>14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Times New Roman</vt:lpstr>
      <vt:lpstr>Arial</vt:lpstr>
      <vt:lpstr>Microsoft Sans Serif</vt:lpstr>
      <vt:lpstr>Calibri</vt:lpstr>
      <vt:lpstr>Poppins</vt:lpstr>
      <vt:lpstr>Office Theme</vt:lpstr>
      <vt:lpstr>Worksheet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&amp;  white business profile presentation</dc:title>
  <dc:creator>Asus</dc:creator>
  <cp:lastModifiedBy>hp</cp:lastModifiedBy>
  <cp:revision>61</cp:revision>
  <dcterms:created xsi:type="dcterms:W3CDTF">2006-08-16T00:00:00Z</dcterms:created>
  <dcterms:modified xsi:type="dcterms:W3CDTF">2025-08-13T08:01:21Z</dcterms:modified>
  <dc:identifier>DAF3hG6i12M</dc:identifier>
</cp:coreProperties>
</file>