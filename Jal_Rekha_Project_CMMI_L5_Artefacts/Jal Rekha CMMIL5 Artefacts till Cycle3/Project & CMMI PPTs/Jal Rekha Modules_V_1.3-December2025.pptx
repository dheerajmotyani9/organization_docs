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3"/>
  </p:notesMasterIdLst>
  <p:sldIdLst>
    <p:sldId id="2147376697" r:id="rId3"/>
    <p:sldId id="2147376824" r:id="rId4"/>
    <p:sldId id="2147376733" r:id="rId5"/>
    <p:sldId id="2147376640" r:id="rId6"/>
    <p:sldId id="2147376898" r:id="rId7"/>
    <p:sldId id="2147376616" r:id="rId8"/>
    <p:sldId id="2147376622" r:id="rId9"/>
    <p:sldId id="2147376643" r:id="rId10"/>
    <p:sldId id="2147376618" r:id="rId11"/>
    <p:sldId id="2147376836" r:id="rId12"/>
    <p:sldId id="2147376837" r:id="rId13"/>
    <p:sldId id="2147376691" r:id="rId14"/>
    <p:sldId id="2147376892" r:id="rId15"/>
    <p:sldId id="2147376810" r:id="rId16"/>
    <p:sldId id="2147376700" r:id="rId17"/>
    <p:sldId id="2147376636" r:id="rId18"/>
    <p:sldId id="2147376707" r:id="rId19"/>
    <p:sldId id="2147376735" r:id="rId20"/>
    <p:sldId id="2147376839" r:id="rId21"/>
    <p:sldId id="2147376702" r:id="rId22"/>
    <p:sldId id="2147376840" r:id="rId23"/>
    <p:sldId id="2147376719" r:id="rId24"/>
    <p:sldId id="2147376737" r:id="rId25"/>
    <p:sldId id="2147376897" r:id="rId26"/>
    <p:sldId id="2147376899" r:id="rId27"/>
    <p:sldId id="2147376896" r:id="rId28"/>
    <p:sldId id="2147376895" r:id="rId29"/>
    <p:sldId id="2147376842" r:id="rId30"/>
    <p:sldId id="2147376843" r:id="rId31"/>
    <p:sldId id="2147376891" r:id="rId32"/>
  </p:sldIdLst>
  <p:sldSz cx="12192000" cy="6858000"/>
  <p:notesSz cx="7102475"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2569A8B-53AB-46EC-A6BC-B65F5F0A1985}">
          <p14:sldIdLst>
            <p14:sldId id="2147376697"/>
          </p14:sldIdLst>
        </p14:section>
        <p14:section name="Digital Project Monitoring Initiatives" id="{11CC83F8-5B9C-4A68-B125-7DB649F0F8FF}">
          <p14:sldIdLst>
            <p14:sldId id="2147376824"/>
            <p14:sldId id="2147376733"/>
            <p14:sldId id="2147376640"/>
            <p14:sldId id="2147376898"/>
            <p14:sldId id="2147376616"/>
            <p14:sldId id="2147376622"/>
            <p14:sldId id="2147376643"/>
            <p14:sldId id="2147376618"/>
            <p14:sldId id="2147376836"/>
            <p14:sldId id="2147376837"/>
            <p14:sldId id="2147376691"/>
            <p14:sldId id="2147376892"/>
            <p14:sldId id="2147376810"/>
            <p14:sldId id="2147376700"/>
            <p14:sldId id="2147376636"/>
            <p14:sldId id="2147376707"/>
            <p14:sldId id="2147376735"/>
            <p14:sldId id="2147376839"/>
            <p14:sldId id="2147376702"/>
            <p14:sldId id="2147376840"/>
            <p14:sldId id="2147376719"/>
            <p14:sldId id="2147376737"/>
            <p14:sldId id="2147376897"/>
            <p14:sldId id="2147376899"/>
            <p14:sldId id="2147376896"/>
            <p14:sldId id="2147376895"/>
            <p14:sldId id="2147376842"/>
            <p14:sldId id="2147376843"/>
            <p14:sldId id="214737689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1FE"/>
    <a:srgbClr val="DAE3F3"/>
    <a:srgbClr val="FFFFFF"/>
    <a:srgbClr val="FFFFCC"/>
    <a:srgbClr val="FFE699"/>
    <a:srgbClr val="DBDBDB"/>
    <a:srgbClr val="FFFF00"/>
    <a:srgbClr val="C5E0B4"/>
    <a:srgbClr val="BDD7EE"/>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C4D577-24F8-4B3D-BECB-00124DE607DF}" v="132" dt="2025-10-03T12:37:41.319"/>
  </p1510:revLst>
</p1510:revInfo>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60"/>
  </p:normalViewPr>
  <p:slideViewPr>
    <p:cSldViewPr snapToGrid="0">
      <p:cViewPr varScale="1">
        <p:scale>
          <a:sx n="65" d="100"/>
          <a:sy n="65" d="100"/>
        </p:scale>
        <p:origin x="692" y="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101"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10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wani Mishra" userId="15d57bc9-d3a4-4ee8-885b-38ce2f0c857c" providerId="ADAL" clId="{C3E1C359-A418-4345-B34A-9CEEBE2EEB62}"/>
    <pc:docChg chg="modSld">
      <pc:chgData name="Ashwani Mishra" userId="15d57bc9-d3a4-4ee8-885b-38ce2f0c857c" providerId="ADAL" clId="{C3E1C359-A418-4345-B34A-9CEEBE2EEB62}" dt="2024-04-05T11:07:22.079" v="76" actId="20577"/>
      <pc:docMkLst>
        <pc:docMk/>
      </pc:docMkLst>
      <pc:sldChg chg="modSp mod">
        <pc:chgData name="Ashwani Mishra" userId="15d57bc9-d3a4-4ee8-885b-38ce2f0c857c" providerId="ADAL" clId="{C3E1C359-A418-4345-B34A-9CEEBE2EEB62}" dt="2024-04-05T11:07:22.079" v="76" actId="20577"/>
        <pc:sldMkLst>
          <pc:docMk/>
          <pc:sldMk cId="1563699850" sldId="2147376144"/>
        </pc:sldMkLst>
      </pc:sldChg>
    </pc:docChg>
  </pc:docChgLst>
  <pc:docChgLst>
    <pc:chgData name="Vasant K Tiwari" userId="94ab7f94-4dc6-474c-9a49-34f940ad4691" providerId="ADAL" clId="{85CF1AAB-2AF0-437E-933A-F839AA0255E9}"/>
    <pc:docChg chg="undo custSel modSld">
      <pc:chgData name="Vasant K Tiwari" userId="94ab7f94-4dc6-474c-9a49-34f940ad4691" providerId="ADAL" clId="{85CF1AAB-2AF0-437E-933A-F839AA0255E9}" dt="2024-06-28T08:19:58.179" v="6" actId="20577"/>
      <pc:docMkLst>
        <pc:docMk/>
      </pc:docMkLst>
      <pc:sldChg chg="modSp mod">
        <pc:chgData name="Vasant K Tiwari" userId="94ab7f94-4dc6-474c-9a49-34f940ad4691" providerId="ADAL" clId="{85CF1AAB-2AF0-437E-933A-F839AA0255E9}" dt="2024-06-28T08:19:58.179" v="6" actId="20577"/>
        <pc:sldMkLst>
          <pc:docMk/>
          <pc:sldMk cId="1500137299" sldId="2147376156"/>
        </pc:sldMkLst>
      </pc:sldChg>
    </pc:docChg>
  </pc:docChgLst>
  <pc:docChgLst>
    <pc:chgData name="Ashwani Mishra" userId="15d57bc9-d3a4-4ee8-885b-38ce2f0c857c" providerId="ADAL" clId="{57C1E563-1B41-4DEE-B693-669A118EF6F3}"/>
    <pc:docChg chg="undo redo custSel addSld delSld modSld sldOrd modNotesMaster">
      <pc:chgData name="Ashwani Mishra" userId="15d57bc9-d3a4-4ee8-885b-38ce2f0c857c" providerId="ADAL" clId="{57C1E563-1B41-4DEE-B693-669A118EF6F3}" dt="2025-03-05T08:20:04.308" v="867" actId="20577"/>
      <pc:docMkLst>
        <pc:docMk/>
      </pc:docMkLst>
      <pc:sldChg chg="modNotes">
        <pc:chgData name="Ashwani Mishra" userId="15d57bc9-d3a4-4ee8-885b-38ce2f0c857c" providerId="ADAL" clId="{57C1E563-1B41-4DEE-B693-669A118EF6F3}" dt="2025-03-05T07:17:59.180" v="817"/>
        <pc:sldMkLst>
          <pc:docMk/>
          <pc:sldMk cId="2700264757" sldId="358"/>
        </pc:sldMkLst>
      </pc:sldChg>
      <pc:sldChg chg="modNotes">
        <pc:chgData name="Ashwani Mishra" userId="15d57bc9-d3a4-4ee8-885b-38ce2f0c857c" providerId="ADAL" clId="{57C1E563-1B41-4DEE-B693-669A118EF6F3}" dt="2025-03-05T07:17:59.180" v="817"/>
        <pc:sldMkLst>
          <pc:docMk/>
          <pc:sldMk cId="4095797323" sldId="6031"/>
        </pc:sldMkLst>
      </pc:sldChg>
      <pc:sldChg chg="modNotes">
        <pc:chgData name="Ashwani Mishra" userId="15d57bc9-d3a4-4ee8-885b-38ce2f0c857c" providerId="ADAL" clId="{57C1E563-1B41-4DEE-B693-669A118EF6F3}" dt="2025-03-05T07:17:59.180" v="817"/>
        <pc:sldMkLst>
          <pc:docMk/>
          <pc:sldMk cId="2960193944" sldId="6032"/>
        </pc:sldMkLst>
      </pc:sldChg>
      <pc:sldChg chg="modNotes">
        <pc:chgData name="Ashwani Mishra" userId="15d57bc9-d3a4-4ee8-885b-38ce2f0c857c" providerId="ADAL" clId="{57C1E563-1B41-4DEE-B693-669A118EF6F3}" dt="2025-03-05T07:17:59.180" v="817"/>
        <pc:sldMkLst>
          <pc:docMk/>
          <pc:sldMk cId="3762988662" sldId="6033"/>
        </pc:sldMkLst>
      </pc:sldChg>
      <pc:sldChg chg="modSp mod ord">
        <pc:chgData name="Ashwani Mishra" userId="15d57bc9-d3a4-4ee8-885b-38ce2f0c857c" providerId="ADAL" clId="{57C1E563-1B41-4DEE-B693-669A118EF6F3}" dt="2025-03-05T06:03:43.133" v="656"/>
        <pc:sldMkLst>
          <pc:docMk/>
          <pc:sldMk cId="799634694" sldId="2145708978"/>
        </pc:sldMkLst>
      </pc:sldChg>
      <pc:sldChg chg="modSp mod">
        <pc:chgData name="Ashwani Mishra" userId="15d57bc9-d3a4-4ee8-885b-38ce2f0c857c" providerId="ADAL" clId="{57C1E563-1B41-4DEE-B693-669A118EF6F3}" dt="2025-03-05T07:22:31.018" v="819" actId="20577"/>
        <pc:sldMkLst>
          <pc:docMk/>
          <pc:sldMk cId="2915413342" sldId="2145709040"/>
        </pc:sldMkLst>
      </pc:sldChg>
      <pc:sldChg chg="modSp mod">
        <pc:chgData name="Ashwani Mishra" userId="15d57bc9-d3a4-4ee8-885b-38ce2f0c857c" providerId="ADAL" clId="{57C1E563-1B41-4DEE-B693-669A118EF6F3}" dt="2025-03-05T08:20:04.308" v="867" actId="20577"/>
        <pc:sldMkLst>
          <pc:docMk/>
          <pc:sldMk cId="4283047361" sldId="2145709053"/>
        </pc:sldMkLst>
      </pc:sldChg>
      <pc:sldChg chg="modSp mod">
        <pc:chgData name="Ashwani Mishra" userId="15d57bc9-d3a4-4ee8-885b-38ce2f0c857c" providerId="ADAL" clId="{57C1E563-1B41-4DEE-B693-669A118EF6F3}" dt="2025-03-05T05:45:50.485" v="509"/>
        <pc:sldMkLst>
          <pc:docMk/>
          <pc:sldMk cId="1799826521" sldId="2145709055"/>
        </pc:sldMkLst>
      </pc:sldChg>
      <pc:sldChg chg="addSp delSp modSp mod">
        <pc:chgData name="Ashwani Mishra" userId="15d57bc9-d3a4-4ee8-885b-38ce2f0c857c" providerId="ADAL" clId="{57C1E563-1B41-4DEE-B693-669A118EF6F3}" dt="2025-03-05T05:45:58.334" v="511"/>
        <pc:sldMkLst>
          <pc:docMk/>
          <pc:sldMk cId="3925078302" sldId="2145709056"/>
        </pc:sldMkLst>
      </pc:sldChg>
      <pc:sldChg chg="addSp delSp modSp mod">
        <pc:chgData name="Ashwani Mishra" userId="15d57bc9-d3a4-4ee8-885b-38ce2f0c857c" providerId="ADAL" clId="{57C1E563-1B41-4DEE-B693-669A118EF6F3}" dt="2025-03-05T05:46:03.601" v="513"/>
        <pc:sldMkLst>
          <pc:docMk/>
          <pc:sldMk cId="2557009241" sldId="2145709057"/>
        </pc:sldMkLst>
      </pc:sldChg>
      <pc:sldChg chg="modSp mod">
        <pc:chgData name="Ashwani Mishra" userId="15d57bc9-d3a4-4ee8-885b-38ce2f0c857c" providerId="ADAL" clId="{57C1E563-1B41-4DEE-B693-669A118EF6F3}" dt="2025-03-05T05:57:14.147" v="622"/>
        <pc:sldMkLst>
          <pc:docMk/>
          <pc:sldMk cId="730183974" sldId="2145709066"/>
        </pc:sldMkLst>
      </pc:sldChg>
      <pc:sldChg chg="modSp mod ord">
        <pc:chgData name="Ashwani Mishra" userId="15d57bc9-d3a4-4ee8-885b-38ce2f0c857c" providerId="ADAL" clId="{57C1E563-1B41-4DEE-B693-669A118EF6F3}" dt="2025-03-05T05:48:55.686" v="546" actId="108"/>
        <pc:sldMkLst>
          <pc:docMk/>
          <pc:sldMk cId="545096286" sldId="2145709171"/>
        </pc:sldMkLst>
      </pc:sldChg>
      <pc:sldChg chg="ord">
        <pc:chgData name="Ashwani Mishra" userId="15d57bc9-d3a4-4ee8-885b-38ce2f0c857c" providerId="ADAL" clId="{57C1E563-1B41-4DEE-B693-669A118EF6F3}" dt="2025-03-05T05:32:28.135" v="462"/>
        <pc:sldMkLst>
          <pc:docMk/>
          <pc:sldMk cId="2719157650" sldId="2145709215"/>
        </pc:sldMkLst>
      </pc:sldChg>
      <pc:sldChg chg="modNotes">
        <pc:chgData name="Ashwani Mishra" userId="15d57bc9-d3a4-4ee8-885b-38ce2f0c857c" providerId="ADAL" clId="{57C1E563-1B41-4DEE-B693-669A118EF6F3}" dt="2025-03-05T07:17:59.180" v="817"/>
        <pc:sldMkLst>
          <pc:docMk/>
          <pc:sldMk cId="2882579402" sldId="2145709222"/>
        </pc:sldMkLst>
      </pc:sldChg>
      <pc:sldChg chg="add">
        <pc:chgData name="Ashwani Mishra" userId="15d57bc9-d3a4-4ee8-885b-38ce2f0c857c" providerId="ADAL" clId="{57C1E563-1B41-4DEE-B693-669A118EF6F3}" dt="2025-03-05T05:26:47.790" v="458"/>
        <pc:sldMkLst>
          <pc:docMk/>
          <pc:sldMk cId="938535941" sldId="2145709223"/>
        </pc:sldMkLst>
      </pc:sldChg>
      <pc:sldChg chg="del">
        <pc:chgData name="Ashwani Mishra" userId="15d57bc9-d3a4-4ee8-885b-38ce2f0c857c" providerId="ADAL" clId="{57C1E563-1B41-4DEE-B693-669A118EF6F3}" dt="2025-03-05T05:26:42.185" v="457" actId="2696"/>
        <pc:sldMkLst>
          <pc:docMk/>
          <pc:sldMk cId="4219571640" sldId="2145709223"/>
        </pc:sldMkLst>
      </pc:sldChg>
      <pc:sldChg chg="modNotes">
        <pc:chgData name="Ashwani Mishra" userId="15d57bc9-d3a4-4ee8-885b-38ce2f0c857c" providerId="ADAL" clId="{57C1E563-1B41-4DEE-B693-669A118EF6F3}" dt="2025-03-05T07:17:59.180" v="817"/>
        <pc:sldMkLst>
          <pc:docMk/>
          <pc:sldMk cId="2993260989" sldId="2145709224"/>
        </pc:sldMkLst>
      </pc:sldChg>
      <pc:sldChg chg="modNotes">
        <pc:chgData name="Ashwani Mishra" userId="15d57bc9-d3a4-4ee8-885b-38ce2f0c857c" providerId="ADAL" clId="{57C1E563-1B41-4DEE-B693-669A118EF6F3}" dt="2025-03-05T07:17:59.180" v="817"/>
        <pc:sldMkLst>
          <pc:docMk/>
          <pc:sldMk cId="3660305007" sldId="2145709229"/>
        </pc:sldMkLst>
      </pc:sldChg>
      <pc:sldChg chg="modNotes">
        <pc:chgData name="Ashwani Mishra" userId="15d57bc9-d3a4-4ee8-885b-38ce2f0c857c" providerId="ADAL" clId="{57C1E563-1B41-4DEE-B693-669A118EF6F3}" dt="2025-03-05T07:17:59.180" v="817"/>
        <pc:sldMkLst>
          <pc:docMk/>
          <pc:sldMk cId="1650825569" sldId="2145709230"/>
        </pc:sldMkLst>
      </pc:sldChg>
      <pc:sldChg chg="modNotes">
        <pc:chgData name="Ashwani Mishra" userId="15d57bc9-d3a4-4ee8-885b-38ce2f0c857c" providerId="ADAL" clId="{57C1E563-1B41-4DEE-B693-669A118EF6F3}" dt="2025-03-05T07:17:59.180" v="817"/>
        <pc:sldMkLst>
          <pc:docMk/>
          <pc:sldMk cId="2106846554" sldId="2145709232"/>
        </pc:sldMkLst>
      </pc:sldChg>
      <pc:sldChg chg="modNotes">
        <pc:chgData name="Ashwani Mishra" userId="15d57bc9-d3a4-4ee8-885b-38ce2f0c857c" providerId="ADAL" clId="{57C1E563-1B41-4DEE-B693-669A118EF6F3}" dt="2025-03-05T07:17:59.180" v="817"/>
        <pc:sldMkLst>
          <pc:docMk/>
          <pc:sldMk cId="2912954689" sldId="2145709236"/>
        </pc:sldMkLst>
      </pc:sldChg>
      <pc:sldChg chg="modNotes">
        <pc:chgData name="Ashwani Mishra" userId="15d57bc9-d3a4-4ee8-885b-38ce2f0c857c" providerId="ADAL" clId="{57C1E563-1B41-4DEE-B693-669A118EF6F3}" dt="2025-03-05T07:17:59.180" v="817"/>
        <pc:sldMkLst>
          <pc:docMk/>
          <pc:sldMk cId="3951430112" sldId="2145709237"/>
        </pc:sldMkLst>
      </pc:sldChg>
      <pc:sldChg chg="modNotes">
        <pc:chgData name="Ashwani Mishra" userId="15d57bc9-d3a4-4ee8-885b-38ce2f0c857c" providerId="ADAL" clId="{57C1E563-1B41-4DEE-B693-669A118EF6F3}" dt="2025-03-05T07:17:59.180" v="817"/>
        <pc:sldMkLst>
          <pc:docMk/>
          <pc:sldMk cId="3197901299" sldId="2145709238"/>
        </pc:sldMkLst>
      </pc:sldChg>
      <pc:sldChg chg="modNotes">
        <pc:chgData name="Ashwani Mishra" userId="15d57bc9-d3a4-4ee8-885b-38ce2f0c857c" providerId="ADAL" clId="{57C1E563-1B41-4DEE-B693-669A118EF6F3}" dt="2025-03-05T07:17:59.180" v="817"/>
        <pc:sldMkLst>
          <pc:docMk/>
          <pc:sldMk cId="1896298845" sldId="2147376142"/>
        </pc:sldMkLst>
      </pc:sldChg>
      <pc:sldChg chg="modNotes">
        <pc:chgData name="Ashwani Mishra" userId="15d57bc9-d3a4-4ee8-885b-38ce2f0c857c" providerId="ADAL" clId="{57C1E563-1B41-4DEE-B693-669A118EF6F3}" dt="2025-03-05T07:17:59.180" v="817"/>
        <pc:sldMkLst>
          <pc:docMk/>
          <pc:sldMk cId="1949651568" sldId="2147376143"/>
        </pc:sldMkLst>
      </pc:sldChg>
      <pc:sldChg chg="del">
        <pc:chgData name="Ashwani Mishra" userId="15d57bc9-d3a4-4ee8-885b-38ce2f0c857c" providerId="ADAL" clId="{57C1E563-1B41-4DEE-B693-669A118EF6F3}" dt="2025-01-12T13:46:40.040" v="234" actId="47"/>
        <pc:sldMkLst>
          <pc:docMk/>
          <pc:sldMk cId="1563699850" sldId="2147376144"/>
        </pc:sldMkLst>
      </pc:sldChg>
      <pc:sldChg chg="modNotes">
        <pc:chgData name="Ashwani Mishra" userId="15d57bc9-d3a4-4ee8-885b-38ce2f0c857c" providerId="ADAL" clId="{57C1E563-1B41-4DEE-B693-669A118EF6F3}" dt="2025-03-05T07:17:59.180" v="817"/>
        <pc:sldMkLst>
          <pc:docMk/>
          <pc:sldMk cId="2347247811" sldId="2147376146"/>
        </pc:sldMkLst>
      </pc:sldChg>
      <pc:sldChg chg="modSp mod">
        <pc:chgData name="Ashwani Mishra" userId="15d57bc9-d3a4-4ee8-885b-38ce2f0c857c" providerId="ADAL" clId="{57C1E563-1B41-4DEE-B693-669A118EF6F3}" dt="2025-03-05T05:46:13.757" v="517" actId="6549"/>
        <pc:sldMkLst>
          <pc:docMk/>
          <pc:sldMk cId="3709877784" sldId="2147376147"/>
        </pc:sldMkLst>
      </pc:sldChg>
      <pc:sldChg chg="addSp delSp modSp mod">
        <pc:chgData name="Ashwani Mishra" userId="15d57bc9-d3a4-4ee8-885b-38ce2f0c857c" providerId="ADAL" clId="{57C1E563-1B41-4DEE-B693-669A118EF6F3}" dt="2025-03-05T08:05:21.175" v="848" actId="3626"/>
        <pc:sldMkLst>
          <pc:docMk/>
          <pc:sldMk cId="1500137299" sldId="2147376156"/>
        </pc:sldMkLst>
      </pc:sldChg>
      <pc:sldChg chg="modSp mod">
        <pc:chgData name="Ashwani Mishra" userId="15d57bc9-d3a4-4ee8-885b-38ce2f0c857c" providerId="ADAL" clId="{57C1E563-1B41-4DEE-B693-669A118EF6F3}" dt="2025-03-05T07:17:02.577" v="816" actId="20577"/>
        <pc:sldMkLst>
          <pc:docMk/>
          <pc:sldMk cId="433682352" sldId="2147376160"/>
        </pc:sldMkLst>
      </pc:sldChg>
      <pc:sldChg chg="add del">
        <pc:chgData name="Ashwani Mishra" userId="15d57bc9-d3a4-4ee8-885b-38ce2f0c857c" providerId="ADAL" clId="{57C1E563-1B41-4DEE-B693-669A118EF6F3}" dt="2025-03-05T05:26:42.185" v="457" actId="2696"/>
        <pc:sldMkLst>
          <pc:docMk/>
          <pc:sldMk cId="802019646" sldId="2147376161"/>
        </pc:sldMkLst>
      </pc:sldChg>
      <pc:sldChg chg="add">
        <pc:chgData name="Ashwani Mishra" userId="15d57bc9-d3a4-4ee8-885b-38ce2f0c857c" providerId="ADAL" clId="{57C1E563-1B41-4DEE-B693-669A118EF6F3}" dt="2025-03-05T05:26:47.790" v="458"/>
        <pc:sldMkLst>
          <pc:docMk/>
          <pc:sldMk cId="2032984443" sldId="2147376161"/>
        </pc:sldMkLst>
      </pc:sldChg>
      <pc:sldChg chg="del">
        <pc:chgData name="Ashwani Mishra" userId="15d57bc9-d3a4-4ee8-885b-38ce2f0c857c" providerId="ADAL" clId="{57C1E563-1B41-4DEE-B693-669A118EF6F3}" dt="2025-03-05T05:26:42.185" v="457" actId="2696"/>
        <pc:sldMkLst>
          <pc:docMk/>
          <pc:sldMk cId="3425562321" sldId="2147376162"/>
        </pc:sldMkLst>
      </pc:sldChg>
      <pc:sldChg chg="add">
        <pc:chgData name="Ashwani Mishra" userId="15d57bc9-d3a4-4ee8-885b-38ce2f0c857c" providerId="ADAL" clId="{57C1E563-1B41-4DEE-B693-669A118EF6F3}" dt="2025-03-05T05:26:47.790" v="458"/>
        <pc:sldMkLst>
          <pc:docMk/>
          <pc:sldMk cId="3763892721" sldId="2147376162"/>
        </pc:sldMkLst>
      </pc:sldChg>
      <pc:sldChg chg="add">
        <pc:chgData name="Ashwani Mishra" userId="15d57bc9-d3a4-4ee8-885b-38ce2f0c857c" providerId="ADAL" clId="{57C1E563-1B41-4DEE-B693-669A118EF6F3}" dt="2025-03-05T07:14:19.586" v="779"/>
        <pc:sldMkLst>
          <pc:docMk/>
          <pc:sldMk cId="1971803690" sldId="2147376478"/>
        </pc:sldMkLst>
      </pc:sldChg>
      <pc:sldChg chg="modSp add del mod">
        <pc:chgData name="Ashwani Mishra" userId="15d57bc9-d3a4-4ee8-885b-38ce2f0c857c" providerId="ADAL" clId="{57C1E563-1B41-4DEE-B693-669A118EF6F3}" dt="2025-03-05T07:14:16.604" v="778" actId="2696"/>
        <pc:sldMkLst>
          <pc:docMk/>
          <pc:sldMk cId="4225733153" sldId="2147376478"/>
        </pc:sldMkLst>
      </pc:sldChg>
      <pc:sldChg chg="modSp add mod">
        <pc:chgData name="Ashwani Mishra" userId="15d57bc9-d3a4-4ee8-885b-38ce2f0c857c" providerId="ADAL" clId="{57C1E563-1B41-4DEE-B693-669A118EF6F3}" dt="2025-03-05T07:28:29.279" v="847" actId="6549"/>
        <pc:sldMkLst>
          <pc:docMk/>
          <pc:sldMk cId="3576340285" sldId="2147376479"/>
        </pc:sldMkLst>
      </pc:sldChg>
    </pc:docChg>
  </pc:docChgLst>
  <pc:docChgLst>
    <pc:chgData name="Ashwani Mishra" userId="15d57bc9-d3a4-4ee8-885b-38ce2f0c857c" providerId="ADAL" clId="{E233A9CB-F475-48B6-8302-7D6BEB5FC930}"/>
    <pc:docChg chg="undo custSel delSld modSld">
      <pc:chgData name="Ashwani Mishra" userId="15d57bc9-d3a4-4ee8-885b-38ce2f0c857c" providerId="ADAL" clId="{E233A9CB-F475-48B6-8302-7D6BEB5FC930}" dt="2024-04-16T10:17:26.241" v="392" actId="20577"/>
      <pc:docMkLst>
        <pc:docMk/>
      </pc:docMkLst>
      <pc:sldChg chg="del">
        <pc:chgData name="Ashwani Mishra" userId="15d57bc9-d3a4-4ee8-885b-38ce2f0c857c" providerId="ADAL" clId="{E233A9CB-F475-48B6-8302-7D6BEB5FC930}" dt="2024-04-16T07:07:09.993" v="0" actId="47"/>
        <pc:sldMkLst>
          <pc:docMk/>
          <pc:sldMk cId="2674691802" sldId="1071"/>
        </pc:sldMkLst>
      </pc:sldChg>
      <pc:sldChg chg="del">
        <pc:chgData name="Ashwani Mishra" userId="15d57bc9-d3a4-4ee8-885b-38ce2f0c857c" providerId="ADAL" clId="{E233A9CB-F475-48B6-8302-7D6BEB5FC930}" dt="2024-04-16T07:07:09.993" v="0" actId="47"/>
        <pc:sldMkLst>
          <pc:docMk/>
          <pc:sldMk cId="1664173342" sldId="1078"/>
        </pc:sldMkLst>
      </pc:sldChg>
      <pc:sldChg chg="del">
        <pc:chgData name="Ashwani Mishra" userId="15d57bc9-d3a4-4ee8-885b-38ce2f0c857c" providerId="ADAL" clId="{E233A9CB-F475-48B6-8302-7D6BEB5FC930}" dt="2024-04-16T07:07:09.993" v="0" actId="47"/>
        <pc:sldMkLst>
          <pc:docMk/>
          <pc:sldMk cId="1355854404" sldId="1124"/>
        </pc:sldMkLst>
      </pc:sldChg>
      <pc:sldChg chg="del">
        <pc:chgData name="Ashwani Mishra" userId="15d57bc9-d3a4-4ee8-885b-38ce2f0c857c" providerId="ADAL" clId="{E233A9CB-F475-48B6-8302-7D6BEB5FC930}" dt="2024-04-16T07:07:09.993" v="0" actId="47"/>
        <pc:sldMkLst>
          <pc:docMk/>
          <pc:sldMk cId="2148066592" sldId="5987"/>
        </pc:sldMkLst>
      </pc:sldChg>
      <pc:sldChg chg="del">
        <pc:chgData name="Ashwani Mishra" userId="15d57bc9-d3a4-4ee8-885b-38ce2f0c857c" providerId="ADAL" clId="{E233A9CB-F475-48B6-8302-7D6BEB5FC930}" dt="2024-04-16T07:07:09.993" v="0" actId="47"/>
        <pc:sldMkLst>
          <pc:docMk/>
          <pc:sldMk cId="636723040" sldId="6023"/>
        </pc:sldMkLst>
      </pc:sldChg>
      <pc:sldChg chg="del">
        <pc:chgData name="Ashwani Mishra" userId="15d57bc9-d3a4-4ee8-885b-38ce2f0c857c" providerId="ADAL" clId="{E233A9CB-F475-48B6-8302-7D6BEB5FC930}" dt="2024-04-16T07:07:09.993" v="0" actId="47"/>
        <pc:sldMkLst>
          <pc:docMk/>
          <pc:sldMk cId="2653737877" sldId="6024"/>
        </pc:sldMkLst>
      </pc:sldChg>
      <pc:sldChg chg="del">
        <pc:chgData name="Ashwani Mishra" userId="15d57bc9-d3a4-4ee8-885b-38ce2f0c857c" providerId="ADAL" clId="{E233A9CB-F475-48B6-8302-7D6BEB5FC930}" dt="2024-04-16T07:07:09.993" v="0" actId="47"/>
        <pc:sldMkLst>
          <pc:docMk/>
          <pc:sldMk cId="939738045" sldId="6025"/>
        </pc:sldMkLst>
      </pc:sldChg>
      <pc:sldChg chg="del">
        <pc:chgData name="Ashwani Mishra" userId="15d57bc9-d3a4-4ee8-885b-38ce2f0c857c" providerId="ADAL" clId="{E233A9CB-F475-48B6-8302-7D6BEB5FC930}" dt="2024-04-16T07:07:09.993" v="0" actId="47"/>
        <pc:sldMkLst>
          <pc:docMk/>
          <pc:sldMk cId="577158544" sldId="6026"/>
        </pc:sldMkLst>
      </pc:sldChg>
      <pc:sldChg chg="del">
        <pc:chgData name="Ashwani Mishra" userId="15d57bc9-d3a4-4ee8-885b-38ce2f0c857c" providerId="ADAL" clId="{E233A9CB-F475-48B6-8302-7D6BEB5FC930}" dt="2024-04-16T07:07:09.993" v="0" actId="47"/>
        <pc:sldMkLst>
          <pc:docMk/>
          <pc:sldMk cId="4113491957" sldId="6027"/>
        </pc:sldMkLst>
      </pc:sldChg>
      <pc:sldChg chg="del">
        <pc:chgData name="Ashwani Mishra" userId="15d57bc9-d3a4-4ee8-885b-38ce2f0c857c" providerId="ADAL" clId="{E233A9CB-F475-48B6-8302-7D6BEB5FC930}" dt="2024-04-16T07:07:09.993" v="0" actId="47"/>
        <pc:sldMkLst>
          <pc:docMk/>
          <pc:sldMk cId="882491929" sldId="6028"/>
        </pc:sldMkLst>
      </pc:sldChg>
      <pc:sldChg chg="del">
        <pc:chgData name="Ashwani Mishra" userId="15d57bc9-d3a4-4ee8-885b-38ce2f0c857c" providerId="ADAL" clId="{E233A9CB-F475-48B6-8302-7D6BEB5FC930}" dt="2024-04-16T07:07:09.993" v="0" actId="47"/>
        <pc:sldMkLst>
          <pc:docMk/>
          <pc:sldMk cId="2750019430" sldId="6029"/>
        </pc:sldMkLst>
      </pc:sldChg>
      <pc:sldChg chg="del">
        <pc:chgData name="Ashwani Mishra" userId="15d57bc9-d3a4-4ee8-885b-38ce2f0c857c" providerId="ADAL" clId="{E233A9CB-F475-48B6-8302-7D6BEB5FC930}" dt="2024-04-16T07:07:09.993" v="0" actId="47"/>
        <pc:sldMkLst>
          <pc:docMk/>
          <pc:sldMk cId="1575563361" sldId="6030"/>
        </pc:sldMkLst>
      </pc:sldChg>
      <pc:sldChg chg="del">
        <pc:chgData name="Ashwani Mishra" userId="15d57bc9-d3a4-4ee8-885b-38ce2f0c857c" providerId="ADAL" clId="{E233A9CB-F475-48B6-8302-7D6BEB5FC930}" dt="2024-04-16T07:07:09.993" v="0" actId="47"/>
        <pc:sldMkLst>
          <pc:docMk/>
          <pc:sldMk cId="1305255286" sldId="6186"/>
        </pc:sldMkLst>
      </pc:sldChg>
      <pc:sldChg chg="del">
        <pc:chgData name="Ashwani Mishra" userId="15d57bc9-d3a4-4ee8-885b-38ce2f0c857c" providerId="ADAL" clId="{E233A9CB-F475-48B6-8302-7D6BEB5FC930}" dt="2024-04-16T07:07:09.993" v="0" actId="47"/>
        <pc:sldMkLst>
          <pc:docMk/>
          <pc:sldMk cId="3421123101" sldId="6187"/>
        </pc:sldMkLst>
      </pc:sldChg>
      <pc:sldChg chg="del">
        <pc:chgData name="Ashwani Mishra" userId="15d57bc9-d3a4-4ee8-885b-38ce2f0c857c" providerId="ADAL" clId="{E233A9CB-F475-48B6-8302-7D6BEB5FC930}" dt="2024-04-16T07:07:09.993" v="0" actId="47"/>
        <pc:sldMkLst>
          <pc:docMk/>
          <pc:sldMk cId="537113278" sldId="6191"/>
        </pc:sldMkLst>
      </pc:sldChg>
      <pc:sldChg chg="del">
        <pc:chgData name="Ashwani Mishra" userId="15d57bc9-d3a4-4ee8-885b-38ce2f0c857c" providerId="ADAL" clId="{E233A9CB-F475-48B6-8302-7D6BEB5FC930}" dt="2024-04-16T07:07:09.993" v="0" actId="47"/>
        <pc:sldMkLst>
          <pc:docMk/>
          <pc:sldMk cId="3274039972" sldId="6237"/>
        </pc:sldMkLst>
      </pc:sldChg>
      <pc:sldChg chg="del">
        <pc:chgData name="Ashwani Mishra" userId="15d57bc9-d3a4-4ee8-885b-38ce2f0c857c" providerId="ADAL" clId="{E233A9CB-F475-48B6-8302-7D6BEB5FC930}" dt="2024-04-16T07:07:09.993" v="0" actId="47"/>
        <pc:sldMkLst>
          <pc:docMk/>
          <pc:sldMk cId="2486920137" sldId="6238"/>
        </pc:sldMkLst>
      </pc:sldChg>
      <pc:sldChg chg="del">
        <pc:chgData name="Ashwani Mishra" userId="15d57bc9-d3a4-4ee8-885b-38ce2f0c857c" providerId="ADAL" clId="{E233A9CB-F475-48B6-8302-7D6BEB5FC930}" dt="2024-04-16T07:07:09.993" v="0" actId="47"/>
        <pc:sldMkLst>
          <pc:docMk/>
          <pc:sldMk cId="4082563290" sldId="6239"/>
        </pc:sldMkLst>
      </pc:sldChg>
      <pc:sldChg chg="del">
        <pc:chgData name="Ashwani Mishra" userId="15d57bc9-d3a4-4ee8-885b-38ce2f0c857c" providerId="ADAL" clId="{E233A9CB-F475-48B6-8302-7D6BEB5FC930}" dt="2024-04-16T07:07:09.993" v="0" actId="47"/>
        <pc:sldMkLst>
          <pc:docMk/>
          <pc:sldMk cId="3831660665" sldId="6240"/>
        </pc:sldMkLst>
      </pc:sldChg>
      <pc:sldChg chg="del">
        <pc:chgData name="Ashwani Mishra" userId="15d57bc9-d3a4-4ee8-885b-38ce2f0c857c" providerId="ADAL" clId="{E233A9CB-F475-48B6-8302-7D6BEB5FC930}" dt="2024-04-16T07:07:09.993" v="0" actId="47"/>
        <pc:sldMkLst>
          <pc:docMk/>
          <pc:sldMk cId="3247017999" sldId="6241"/>
        </pc:sldMkLst>
      </pc:sldChg>
      <pc:sldChg chg="del">
        <pc:chgData name="Ashwani Mishra" userId="15d57bc9-d3a4-4ee8-885b-38ce2f0c857c" providerId="ADAL" clId="{E233A9CB-F475-48B6-8302-7D6BEB5FC930}" dt="2024-04-16T07:07:09.993" v="0" actId="47"/>
        <pc:sldMkLst>
          <pc:docMk/>
          <pc:sldMk cId="4006338570" sldId="6242"/>
        </pc:sldMkLst>
      </pc:sldChg>
      <pc:sldChg chg="del">
        <pc:chgData name="Ashwani Mishra" userId="15d57bc9-d3a4-4ee8-885b-38ce2f0c857c" providerId="ADAL" clId="{E233A9CB-F475-48B6-8302-7D6BEB5FC930}" dt="2024-04-16T07:07:09.993" v="0" actId="47"/>
        <pc:sldMkLst>
          <pc:docMk/>
          <pc:sldMk cId="56598862" sldId="6243"/>
        </pc:sldMkLst>
      </pc:sldChg>
      <pc:sldChg chg="del">
        <pc:chgData name="Ashwani Mishra" userId="15d57bc9-d3a4-4ee8-885b-38ce2f0c857c" providerId="ADAL" clId="{E233A9CB-F475-48B6-8302-7D6BEB5FC930}" dt="2024-04-16T07:07:09.993" v="0" actId="47"/>
        <pc:sldMkLst>
          <pc:docMk/>
          <pc:sldMk cId="3703837385" sldId="6244"/>
        </pc:sldMkLst>
      </pc:sldChg>
      <pc:sldChg chg="del">
        <pc:chgData name="Ashwani Mishra" userId="15d57bc9-d3a4-4ee8-885b-38ce2f0c857c" providerId="ADAL" clId="{E233A9CB-F475-48B6-8302-7D6BEB5FC930}" dt="2024-04-16T07:07:09.993" v="0" actId="47"/>
        <pc:sldMkLst>
          <pc:docMk/>
          <pc:sldMk cId="63544092" sldId="6245"/>
        </pc:sldMkLst>
      </pc:sldChg>
      <pc:sldChg chg="modSp mod">
        <pc:chgData name="Ashwani Mishra" userId="15d57bc9-d3a4-4ee8-885b-38ce2f0c857c" providerId="ADAL" clId="{E233A9CB-F475-48B6-8302-7D6BEB5FC930}" dt="2024-04-16T07:46:04.188" v="181"/>
        <pc:sldMkLst>
          <pc:docMk/>
          <pc:sldMk cId="2915413342" sldId="2145709040"/>
        </pc:sldMkLst>
      </pc:sldChg>
      <pc:sldChg chg="modSp mod">
        <pc:chgData name="Ashwani Mishra" userId="15d57bc9-d3a4-4ee8-885b-38ce2f0c857c" providerId="ADAL" clId="{E233A9CB-F475-48B6-8302-7D6BEB5FC930}" dt="2024-04-16T09:46:13.694" v="293"/>
        <pc:sldMkLst>
          <pc:docMk/>
          <pc:sldMk cId="2170024570" sldId="2145709043"/>
        </pc:sldMkLst>
      </pc:sldChg>
      <pc:sldChg chg="modSp mod">
        <pc:chgData name="Ashwani Mishra" userId="15d57bc9-d3a4-4ee8-885b-38ce2f0c857c" providerId="ADAL" clId="{E233A9CB-F475-48B6-8302-7D6BEB5FC930}" dt="2024-04-16T10:16:25.704" v="385" actId="108"/>
        <pc:sldMkLst>
          <pc:docMk/>
          <pc:sldMk cId="1060553319" sldId="2145709045"/>
        </pc:sldMkLst>
      </pc:sldChg>
      <pc:sldChg chg="modSp mod">
        <pc:chgData name="Ashwani Mishra" userId="15d57bc9-d3a4-4ee8-885b-38ce2f0c857c" providerId="ADAL" clId="{E233A9CB-F475-48B6-8302-7D6BEB5FC930}" dt="2024-04-16T10:17:26.241" v="392" actId="20577"/>
        <pc:sldMkLst>
          <pc:docMk/>
          <pc:sldMk cId="2233215685" sldId="2145709046"/>
        </pc:sldMkLst>
      </pc:sldChg>
      <pc:sldChg chg="del">
        <pc:chgData name="Ashwani Mishra" userId="15d57bc9-d3a4-4ee8-885b-38ce2f0c857c" providerId="ADAL" clId="{E233A9CB-F475-48B6-8302-7D6BEB5FC930}" dt="2024-04-16T07:07:09.993" v="0" actId="47"/>
        <pc:sldMkLst>
          <pc:docMk/>
          <pc:sldMk cId="896923164" sldId="2145709047"/>
        </pc:sldMkLst>
      </pc:sldChg>
      <pc:sldChg chg="modSp mod">
        <pc:chgData name="Ashwani Mishra" userId="15d57bc9-d3a4-4ee8-885b-38ce2f0c857c" providerId="ADAL" clId="{E233A9CB-F475-48B6-8302-7D6BEB5FC930}" dt="2024-04-16T07:20:18.932" v="141" actId="20577"/>
        <pc:sldMkLst>
          <pc:docMk/>
          <pc:sldMk cId="3750506967" sldId="2145709048"/>
        </pc:sldMkLst>
      </pc:sldChg>
      <pc:sldChg chg="modSp mod">
        <pc:chgData name="Ashwani Mishra" userId="15d57bc9-d3a4-4ee8-885b-38ce2f0c857c" providerId="ADAL" clId="{E233A9CB-F475-48B6-8302-7D6BEB5FC930}" dt="2024-04-16T07:25:42.013" v="173" actId="255"/>
        <pc:sldMkLst>
          <pc:docMk/>
          <pc:sldMk cId="1444399480" sldId="2145709053"/>
        </pc:sldMkLst>
      </pc:sldChg>
      <pc:sldChg chg="modSp mod">
        <pc:chgData name="Ashwani Mishra" userId="15d57bc9-d3a4-4ee8-885b-38ce2f0c857c" providerId="ADAL" clId="{E233A9CB-F475-48B6-8302-7D6BEB5FC930}" dt="2024-04-16T07:25:01.988" v="170" actId="20577"/>
        <pc:sldMkLst>
          <pc:docMk/>
          <pc:sldMk cId="730183974" sldId="2145709066"/>
        </pc:sldMkLst>
      </pc:sldChg>
      <pc:sldChg chg="modSp mod">
        <pc:chgData name="Ashwani Mishra" userId="15d57bc9-d3a4-4ee8-885b-38ce2f0c857c" providerId="ADAL" clId="{E233A9CB-F475-48B6-8302-7D6BEB5FC930}" dt="2024-04-16T09:47:52.552" v="342" actId="6549"/>
        <pc:sldMkLst>
          <pc:docMk/>
          <pc:sldMk cId="3800592211" sldId="2145709219"/>
        </pc:sldMkLst>
      </pc:sldChg>
      <pc:sldChg chg="modSp mod">
        <pc:chgData name="Ashwani Mishra" userId="15d57bc9-d3a4-4ee8-885b-38ce2f0c857c" providerId="ADAL" clId="{E233A9CB-F475-48B6-8302-7D6BEB5FC930}" dt="2024-04-16T07:18:37.270" v="137"/>
        <pc:sldMkLst>
          <pc:docMk/>
          <pc:sldMk cId="1563699850" sldId="2147376144"/>
        </pc:sldMkLst>
      </pc:sldChg>
      <pc:sldChg chg="modSp mod">
        <pc:chgData name="Ashwani Mishra" userId="15d57bc9-d3a4-4ee8-885b-38ce2f0c857c" providerId="ADAL" clId="{E233A9CB-F475-48B6-8302-7D6BEB5FC930}" dt="2024-04-16T09:42:29.081" v="251" actId="20577"/>
        <pc:sldMkLst>
          <pc:docMk/>
          <pc:sldMk cId="1500137299" sldId="2147376156"/>
        </pc:sldMkLst>
      </pc:sldChg>
    </pc:docChg>
  </pc:docChgLst>
  <pc:docChgLst>
    <pc:chgData name="Vasant K Tiwari" userId="94ab7f94-4dc6-474c-9a49-34f940ad4691" providerId="ADAL" clId="{4C440B18-F2BC-48E3-8465-436E72075B58}"/>
    <pc:docChg chg="addSld delSld modSld">
      <pc:chgData name="Vasant K Tiwari" userId="94ab7f94-4dc6-474c-9a49-34f940ad4691" providerId="ADAL" clId="{4C440B18-F2BC-48E3-8465-436E72075B58}" dt="2025-09-17T03:39:28.980" v="12" actId="20577"/>
      <pc:docMkLst>
        <pc:docMk/>
      </pc:docMkLst>
      <pc:sldChg chg="del">
        <pc:chgData name="Vasant K Tiwari" userId="94ab7f94-4dc6-474c-9a49-34f940ad4691" providerId="ADAL" clId="{4C440B18-F2BC-48E3-8465-436E72075B58}" dt="2025-09-16T15:36:57.066" v="0" actId="2696"/>
        <pc:sldMkLst>
          <pc:docMk/>
          <pc:sldMk cId="887026810" sldId="256"/>
        </pc:sldMkLst>
      </pc:sldChg>
      <pc:sldChg chg="add">
        <pc:chgData name="Vasant K Tiwari" userId="94ab7f94-4dc6-474c-9a49-34f940ad4691" providerId="ADAL" clId="{4C440B18-F2BC-48E3-8465-436E72075B58}" dt="2025-09-16T15:37:02.222" v="1"/>
        <pc:sldMkLst>
          <pc:docMk/>
          <pc:sldMk cId="1169385781" sldId="256"/>
        </pc:sldMkLst>
      </pc:sldChg>
      <pc:sldChg chg="del">
        <pc:chgData name="Vasant K Tiwari" userId="94ab7f94-4dc6-474c-9a49-34f940ad4691" providerId="ADAL" clId="{4C440B18-F2BC-48E3-8465-436E72075B58}" dt="2025-09-16T15:37:46.233" v="2" actId="2696"/>
        <pc:sldMkLst>
          <pc:docMk/>
          <pc:sldMk cId="700912913" sldId="6246"/>
        </pc:sldMkLst>
      </pc:sldChg>
      <pc:sldChg chg="add">
        <pc:chgData name="Vasant K Tiwari" userId="94ab7f94-4dc6-474c-9a49-34f940ad4691" providerId="ADAL" clId="{4C440B18-F2BC-48E3-8465-436E72075B58}" dt="2025-09-16T15:37:52.566" v="3"/>
        <pc:sldMkLst>
          <pc:docMk/>
          <pc:sldMk cId="927744412" sldId="6246"/>
        </pc:sldMkLst>
      </pc:sldChg>
      <pc:sldChg chg="del">
        <pc:chgData name="Vasant K Tiwari" userId="94ab7f94-4dc6-474c-9a49-34f940ad4691" providerId="ADAL" clId="{4C440B18-F2BC-48E3-8465-436E72075B58}" dt="2025-09-16T15:38:10.102" v="4" actId="2696"/>
        <pc:sldMkLst>
          <pc:docMk/>
          <pc:sldMk cId="1433058619" sldId="2145709062"/>
        </pc:sldMkLst>
      </pc:sldChg>
      <pc:sldChg chg="add">
        <pc:chgData name="Vasant K Tiwari" userId="94ab7f94-4dc6-474c-9a49-34f940ad4691" providerId="ADAL" clId="{4C440B18-F2BC-48E3-8465-436E72075B58}" dt="2025-09-16T15:38:19.522" v="5"/>
        <pc:sldMkLst>
          <pc:docMk/>
          <pc:sldMk cId="2710684751" sldId="2145709062"/>
        </pc:sldMkLst>
      </pc:sldChg>
      <pc:sldChg chg="add">
        <pc:chgData name="Vasant K Tiwari" userId="94ab7f94-4dc6-474c-9a49-34f940ad4691" providerId="ADAL" clId="{4C440B18-F2BC-48E3-8465-436E72075B58}" dt="2025-09-16T15:37:52.566" v="3"/>
        <pc:sldMkLst>
          <pc:docMk/>
          <pc:sldMk cId="70426653" sldId="2147376480"/>
        </pc:sldMkLst>
      </pc:sldChg>
      <pc:sldChg chg="del">
        <pc:chgData name="Vasant K Tiwari" userId="94ab7f94-4dc6-474c-9a49-34f940ad4691" providerId="ADAL" clId="{4C440B18-F2BC-48E3-8465-436E72075B58}" dt="2025-09-16T15:37:46.233" v="2" actId="2696"/>
        <pc:sldMkLst>
          <pc:docMk/>
          <pc:sldMk cId="3424460635" sldId="2147376480"/>
        </pc:sldMkLst>
      </pc:sldChg>
      <pc:sldChg chg="modSp mod">
        <pc:chgData name="Vasant K Tiwari" userId="94ab7f94-4dc6-474c-9a49-34f940ad4691" providerId="ADAL" clId="{4C440B18-F2BC-48E3-8465-436E72075B58}" dt="2025-09-17T03:39:28.980" v="12" actId="20577"/>
        <pc:sldMkLst>
          <pc:docMk/>
          <pc:sldMk cId="2648942392" sldId="2147376724"/>
        </pc:sldMkLst>
        <pc:spChg chg="mod">
          <ac:chgData name="Vasant K Tiwari" userId="94ab7f94-4dc6-474c-9a49-34f940ad4691" providerId="ADAL" clId="{4C440B18-F2BC-48E3-8465-436E72075B58}" dt="2025-09-17T03:39:28.980" v="12" actId="20577"/>
          <ac:spMkLst>
            <pc:docMk/>
            <pc:sldMk cId="2648942392" sldId="2147376724"/>
            <ac:spMk id="5" creationId="{D7BA832C-DBD4-4EC7-B16B-74D1777B7A97}"/>
          </ac:spMkLst>
        </pc:spChg>
      </pc:sldChg>
      <pc:sldChg chg="del">
        <pc:chgData name="Vasant K Tiwari" userId="94ab7f94-4dc6-474c-9a49-34f940ad4691" providerId="ADAL" clId="{4C440B18-F2BC-48E3-8465-436E72075B58}" dt="2025-09-16T15:36:57.066" v="0" actId="2696"/>
        <pc:sldMkLst>
          <pc:docMk/>
          <pc:sldMk cId="3109796173" sldId="2147376725"/>
        </pc:sldMkLst>
      </pc:sldChg>
      <pc:sldChg chg="add">
        <pc:chgData name="Vasant K Tiwari" userId="94ab7f94-4dc6-474c-9a49-34f940ad4691" providerId="ADAL" clId="{4C440B18-F2BC-48E3-8465-436E72075B58}" dt="2025-09-16T15:37:02.222" v="1"/>
        <pc:sldMkLst>
          <pc:docMk/>
          <pc:sldMk cId="3718317714" sldId="2147376725"/>
        </pc:sldMkLst>
      </pc:sldChg>
      <pc:sldChg chg="add">
        <pc:chgData name="Vasant K Tiwari" userId="94ab7f94-4dc6-474c-9a49-34f940ad4691" providerId="ADAL" clId="{4C440B18-F2BC-48E3-8465-436E72075B58}" dt="2025-09-16T15:37:02.222" v="1"/>
        <pc:sldMkLst>
          <pc:docMk/>
          <pc:sldMk cId="3286972886" sldId="2147376726"/>
        </pc:sldMkLst>
      </pc:sldChg>
      <pc:sldChg chg="del">
        <pc:chgData name="Vasant K Tiwari" userId="94ab7f94-4dc6-474c-9a49-34f940ad4691" providerId="ADAL" clId="{4C440B18-F2BC-48E3-8465-436E72075B58}" dt="2025-09-16T15:36:57.066" v="0" actId="2696"/>
        <pc:sldMkLst>
          <pc:docMk/>
          <pc:sldMk cId="4262090947" sldId="2147376726"/>
        </pc:sldMkLst>
      </pc:sldChg>
      <pc:sldChg chg="del">
        <pc:chgData name="Vasant K Tiwari" userId="94ab7f94-4dc6-474c-9a49-34f940ad4691" providerId="ADAL" clId="{4C440B18-F2BC-48E3-8465-436E72075B58}" dt="2025-09-16T15:36:57.066" v="0" actId="2696"/>
        <pc:sldMkLst>
          <pc:docMk/>
          <pc:sldMk cId="1660375867" sldId="2147376727"/>
        </pc:sldMkLst>
      </pc:sldChg>
      <pc:sldChg chg="add">
        <pc:chgData name="Vasant K Tiwari" userId="94ab7f94-4dc6-474c-9a49-34f940ad4691" providerId="ADAL" clId="{4C440B18-F2BC-48E3-8465-436E72075B58}" dt="2025-09-16T15:37:02.222" v="1"/>
        <pc:sldMkLst>
          <pc:docMk/>
          <pc:sldMk cId="2503127464" sldId="2147376727"/>
        </pc:sldMkLst>
      </pc:sldChg>
      <pc:sldChg chg="del">
        <pc:chgData name="Vasant K Tiwari" userId="94ab7f94-4dc6-474c-9a49-34f940ad4691" providerId="ADAL" clId="{4C440B18-F2BC-48E3-8465-436E72075B58}" dt="2025-09-16T15:36:57.066" v="0" actId="2696"/>
        <pc:sldMkLst>
          <pc:docMk/>
          <pc:sldMk cId="2267842760" sldId="2147376728"/>
        </pc:sldMkLst>
      </pc:sldChg>
      <pc:sldChg chg="add">
        <pc:chgData name="Vasant K Tiwari" userId="94ab7f94-4dc6-474c-9a49-34f940ad4691" providerId="ADAL" clId="{4C440B18-F2BC-48E3-8465-436E72075B58}" dt="2025-09-16T15:37:02.222" v="1"/>
        <pc:sldMkLst>
          <pc:docMk/>
          <pc:sldMk cId="2790174185" sldId="2147376728"/>
        </pc:sldMkLst>
      </pc:sldChg>
      <pc:sldChg chg="del">
        <pc:chgData name="Vasant K Tiwari" userId="94ab7f94-4dc6-474c-9a49-34f940ad4691" providerId="ADAL" clId="{4C440B18-F2BC-48E3-8465-436E72075B58}" dt="2025-09-16T15:36:57.066" v="0" actId="2696"/>
        <pc:sldMkLst>
          <pc:docMk/>
          <pc:sldMk cId="184406369" sldId="2147376729"/>
        </pc:sldMkLst>
      </pc:sldChg>
      <pc:sldChg chg="add">
        <pc:chgData name="Vasant K Tiwari" userId="94ab7f94-4dc6-474c-9a49-34f940ad4691" providerId="ADAL" clId="{4C440B18-F2BC-48E3-8465-436E72075B58}" dt="2025-09-16T15:37:02.222" v="1"/>
        <pc:sldMkLst>
          <pc:docMk/>
          <pc:sldMk cId="1382195101" sldId="2147376729"/>
        </pc:sldMkLst>
      </pc:sldChg>
      <pc:sldChg chg="del">
        <pc:chgData name="Vasant K Tiwari" userId="94ab7f94-4dc6-474c-9a49-34f940ad4691" providerId="ADAL" clId="{4C440B18-F2BC-48E3-8465-436E72075B58}" dt="2025-09-16T15:36:57.066" v="0" actId="2696"/>
        <pc:sldMkLst>
          <pc:docMk/>
          <pc:sldMk cId="1834053900" sldId="2147376732"/>
        </pc:sldMkLst>
      </pc:sldChg>
      <pc:sldChg chg="add">
        <pc:chgData name="Vasant K Tiwari" userId="94ab7f94-4dc6-474c-9a49-34f940ad4691" providerId="ADAL" clId="{4C440B18-F2BC-48E3-8465-436E72075B58}" dt="2025-09-16T15:37:02.222" v="1"/>
        <pc:sldMkLst>
          <pc:docMk/>
          <pc:sldMk cId="3247288335" sldId="2147376732"/>
        </pc:sldMkLst>
      </pc:sldChg>
      <pc:sldChg chg="del">
        <pc:chgData name="Vasant K Tiwari" userId="94ab7f94-4dc6-474c-9a49-34f940ad4691" providerId="ADAL" clId="{4C440B18-F2BC-48E3-8465-436E72075B58}" dt="2025-09-16T15:37:46.233" v="2" actId="2696"/>
        <pc:sldMkLst>
          <pc:docMk/>
          <pc:sldMk cId="941314089" sldId="2147376787"/>
        </pc:sldMkLst>
      </pc:sldChg>
      <pc:sldChg chg="add">
        <pc:chgData name="Vasant K Tiwari" userId="94ab7f94-4dc6-474c-9a49-34f940ad4691" providerId="ADAL" clId="{4C440B18-F2BC-48E3-8465-436E72075B58}" dt="2025-09-16T15:37:52.566" v="3"/>
        <pc:sldMkLst>
          <pc:docMk/>
          <pc:sldMk cId="3592346459" sldId="2147376787"/>
        </pc:sldMkLst>
      </pc:sldChg>
      <pc:sldChg chg="add">
        <pc:chgData name="Vasant K Tiwari" userId="94ab7f94-4dc6-474c-9a49-34f940ad4691" providerId="ADAL" clId="{4C440B18-F2BC-48E3-8465-436E72075B58}" dt="2025-09-16T15:37:52.566" v="3"/>
        <pc:sldMkLst>
          <pc:docMk/>
          <pc:sldMk cId="565677068" sldId="2147376807"/>
        </pc:sldMkLst>
      </pc:sldChg>
      <pc:sldChg chg="del">
        <pc:chgData name="Vasant K Tiwari" userId="94ab7f94-4dc6-474c-9a49-34f940ad4691" providerId="ADAL" clId="{4C440B18-F2BC-48E3-8465-436E72075B58}" dt="2025-09-16T15:37:46.233" v="2" actId="2696"/>
        <pc:sldMkLst>
          <pc:docMk/>
          <pc:sldMk cId="2949070085" sldId="2147376807"/>
        </pc:sldMkLst>
      </pc:sldChg>
      <pc:sldChg chg="del">
        <pc:chgData name="Vasant K Tiwari" userId="94ab7f94-4dc6-474c-9a49-34f940ad4691" providerId="ADAL" clId="{4C440B18-F2BC-48E3-8465-436E72075B58}" dt="2025-09-16T15:37:46.233" v="2" actId="2696"/>
        <pc:sldMkLst>
          <pc:docMk/>
          <pc:sldMk cId="567301849" sldId="2147376808"/>
        </pc:sldMkLst>
      </pc:sldChg>
      <pc:sldChg chg="add">
        <pc:chgData name="Vasant K Tiwari" userId="94ab7f94-4dc6-474c-9a49-34f940ad4691" providerId="ADAL" clId="{4C440B18-F2BC-48E3-8465-436E72075B58}" dt="2025-09-16T15:37:52.566" v="3"/>
        <pc:sldMkLst>
          <pc:docMk/>
          <pc:sldMk cId="1823752138" sldId="2147376808"/>
        </pc:sldMkLst>
      </pc:sldChg>
    </pc:docChg>
  </pc:docChgLst>
  <pc:docChgLst>
    <pc:chgData name="Porus P Jain" userId="426241ab-ce3a-418a-a669-bb9355426681" providerId="ADAL" clId="{4EC4D577-24F8-4B3D-BECB-00124DE607DF}"/>
    <pc:docChg chg="undo redo custSel addSld delSld modSld sldOrd">
      <pc:chgData name="Porus P Jain" userId="426241ab-ce3a-418a-a669-bb9355426681" providerId="ADAL" clId="{4EC4D577-24F8-4B3D-BECB-00124DE607DF}" dt="2025-10-03T12:38:50.340" v="2428" actId="12385"/>
      <pc:docMkLst>
        <pc:docMk/>
      </pc:docMkLst>
      <pc:sldChg chg="del">
        <pc:chgData name="Porus P Jain" userId="426241ab-ce3a-418a-a669-bb9355426681" providerId="ADAL" clId="{4EC4D577-24F8-4B3D-BECB-00124DE607DF}" dt="2025-10-02T09:11:54.492" v="0" actId="47"/>
        <pc:sldMkLst>
          <pc:docMk/>
          <pc:sldMk cId="0" sldId="258"/>
        </pc:sldMkLst>
      </pc:sldChg>
      <pc:sldChg chg="del">
        <pc:chgData name="Porus P Jain" userId="426241ab-ce3a-418a-a669-bb9355426681" providerId="ADAL" clId="{4EC4D577-24F8-4B3D-BECB-00124DE607DF}" dt="2025-10-03T09:23:47.683" v="563" actId="47"/>
        <pc:sldMkLst>
          <pc:docMk/>
          <pc:sldMk cId="0" sldId="262"/>
        </pc:sldMkLst>
      </pc:sldChg>
      <pc:sldChg chg="add del">
        <pc:chgData name="Porus P Jain" userId="426241ab-ce3a-418a-a669-bb9355426681" providerId="ADAL" clId="{4EC4D577-24F8-4B3D-BECB-00124DE607DF}" dt="2025-10-03T09:25:03.590" v="577" actId="47"/>
        <pc:sldMkLst>
          <pc:docMk/>
          <pc:sldMk cId="1565064751" sldId="267"/>
        </pc:sldMkLst>
      </pc:sldChg>
      <pc:sldChg chg="add del">
        <pc:chgData name="Porus P Jain" userId="426241ab-ce3a-418a-a669-bb9355426681" providerId="ADAL" clId="{4EC4D577-24F8-4B3D-BECB-00124DE607DF}" dt="2025-10-03T09:25:02.178" v="576" actId="47"/>
        <pc:sldMkLst>
          <pc:docMk/>
          <pc:sldMk cId="93846305" sldId="269"/>
        </pc:sldMkLst>
      </pc:sldChg>
      <pc:sldChg chg="del">
        <pc:chgData name="Porus P Jain" userId="426241ab-ce3a-418a-a669-bb9355426681" providerId="ADAL" clId="{4EC4D577-24F8-4B3D-BECB-00124DE607DF}" dt="2025-10-03T09:14:41.934" v="562" actId="47"/>
        <pc:sldMkLst>
          <pc:docMk/>
          <pc:sldMk cId="0" sldId="277"/>
        </pc:sldMkLst>
      </pc:sldChg>
      <pc:sldChg chg="del">
        <pc:chgData name="Porus P Jain" userId="426241ab-ce3a-418a-a669-bb9355426681" providerId="ADAL" clId="{4EC4D577-24F8-4B3D-BECB-00124DE607DF}" dt="2025-10-02T09:24:20.628" v="15" actId="47"/>
        <pc:sldMkLst>
          <pc:docMk/>
          <pc:sldMk cId="1533026977" sldId="282"/>
        </pc:sldMkLst>
      </pc:sldChg>
      <pc:sldChg chg="add">
        <pc:chgData name="Porus P Jain" userId="426241ab-ce3a-418a-a669-bb9355426681" providerId="ADAL" clId="{4EC4D577-24F8-4B3D-BECB-00124DE607DF}" dt="2025-10-03T10:42:11.321" v="1596"/>
        <pc:sldMkLst>
          <pc:docMk/>
          <pc:sldMk cId="3274039972" sldId="286"/>
        </pc:sldMkLst>
      </pc:sldChg>
      <pc:sldChg chg="add">
        <pc:chgData name="Porus P Jain" userId="426241ab-ce3a-418a-a669-bb9355426681" providerId="ADAL" clId="{4EC4D577-24F8-4B3D-BECB-00124DE607DF}" dt="2025-10-03T10:42:11.321" v="1596"/>
        <pc:sldMkLst>
          <pc:docMk/>
          <pc:sldMk cId="3247017999" sldId="287"/>
        </pc:sldMkLst>
      </pc:sldChg>
      <pc:sldChg chg="del">
        <pc:chgData name="Porus P Jain" userId="426241ab-ce3a-418a-a669-bb9355426681" providerId="ADAL" clId="{4EC4D577-24F8-4B3D-BECB-00124DE607DF}" dt="2025-10-02T09:11:59.525" v="1" actId="47"/>
        <pc:sldMkLst>
          <pc:docMk/>
          <pc:sldMk cId="0" sldId="288"/>
        </pc:sldMkLst>
      </pc:sldChg>
      <pc:sldChg chg="del modNotes">
        <pc:chgData name="Porus P Jain" userId="426241ab-ce3a-418a-a669-bb9355426681" providerId="ADAL" clId="{4EC4D577-24F8-4B3D-BECB-00124DE607DF}" dt="2025-10-03T10:15:55.927" v="1462" actId="2696"/>
        <pc:sldMkLst>
          <pc:docMk/>
          <pc:sldMk cId="0" sldId="291"/>
        </pc:sldMkLst>
      </pc:sldChg>
      <pc:sldChg chg="add">
        <pc:chgData name="Porus P Jain" userId="426241ab-ce3a-418a-a669-bb9355426681" providerId="ADAL" clId="{4EC4D577-24F8-4B3D-BECB-00124DE607DF}" dt="2025-10-03T10:16:03.093" v="1463"/>
        <pc:sldMkLst>
          <pc:docMk/>
          <pc:sldMk cId="3387525161" sldId="291"/>
        </pc:sldMkLst>
      </pc:sldChg>
      <pc:sldChg chg="add">
        <pc:chgData name="Porus P Jain" userId="426241ab-ce3a-418a-a669-bb9355426681" providerId="ADAL" clId="{4EC4D577-24F8-4B3D-BECB-00124DE607DF}" dt="2025-10-03T10:42:11.321" v="1596"/>
        <pc:sldMkLst>
          <pc:docMk/>
          <pc:sldMk cId="2486920137" sldId="293"/>
        </pc:sldMkLst>
      </pc:sldChg>
      <pc:sldChg chg="del">
        <pc:chgData name="Porus P Jain" userId="426241ab-ce3a-418a-a669-bb9355426681" providerId="ADAL" clId="{4EC4D577-24F8-4B3D-BECB-00124DE607DF}" dt="2025-10-03T10:15:55.927" v="1462" actId="2696"/>
        <pc:sldMkLst>
          <pc:docMk/>
          <pc:sldMk cId="0" sldId="294"/>
        </pc:sldMkLst>
      </pc:sldChg>
      <pc:sldChg chg="add">
        <pc:chgData name="Porus P Jain" userId="426241ab-ce3a-418a-a669-bb9355426681" providerId="ADAL" clId="{4EC4D577-24F8-4B3D-BECB-00124DE607DF}" dt="2025-10-03T10:16:03.093" v="1463"/>
        <pc:sldMkLst>
          <pc:docMk/>
          <pc:sldMk cId="1115990865" sldId="294"/>
        </pc:sldMkLst>
      </pc:sldChg>
      <pc:sldChg chg="del">
        <pc:chgData name="Porus P Jain" userId="426241ab-ce3a-418a-a669-bb9355426681" providerId="ADAL" clId="{4EC4D577-24F8-4B3D-BECB-00124DE607DF}" dt="2025-10-03T10:15:55.927" v="1462" actId="2696"/>
        <pc:sldMkLst>
          <pc:docMk/>
          <pc:sldMk cId="0" sldId="295"/>
        </pc:sldMkLst>
      </pc:sldChg>
      <pc:sldChg chg="add">
        <pc:chgData name="Porus P Jain" userId="426241ab-ce3a-418a-a669-bb9355426681" providerId="ADAL" clId="{4EC4D577-24F8-4B3D-BECB-00124DE607DF}" dt="2025-10-03T10:16:03.093" v="1463"/>
        <pc:sldMkLst>
          <pc:docMk/>
          <pc:sldMk cId="1151382655" sldId="295"/>
        </pc:sldMkLst>
      </pc:sldChg>
      <pc:sldChg chg="del">
        <pc:chgData name="Porus P Jain" userId="426241ab-ce3a-418a-a669-bb9355426681" providerId="ADAL" clId="{4EC4D577-24F8-4B3D-BECB-00124DE607DF}" dt="2025-10-03T10:15:55.927" v="1462" actId="2696"/>
        <pc:sldMkLst>
          <pc:docMk/>
          <pc:sldMk cId="0" sldId="297"/>
        </pc:sldMkLst>
      </pc:sldChg>
      <pc:sldChg chg="add">
        <pc:chgData name="Porus P Jain" userId="426241ab-ce3a-418a-a669-bb9355426681" providerId="ADAL" clId="{4EC4D577-24F8-4B3D-BECB-00124DE607DF}" dt="2025-10-03T10:16:03.093" v="1463"/>
        <pc:sldMkLst>
          <pc:docMk/>
          <pc:sldMk cId="2194871509" sldId="297"/>
        </pc:sldMkLst>
      </pc:sldChg>
      <pc:sldChg chg="del">
        <pc:chgData name="Porus P Jain" userId="426241ab-ce3a-418a-a669-bb9355426681" providerId="ADAL" clId="{4EC4D577-24F8-4B3D-BECB-00124DE607DF}" dt="2025-10-03T10:15:55.927" v="1462" actId="2696"/>
        <pc:sldMkLst>
          <pc:docMk/>
          <pc:sldMk cId="0" sldId="311"/>
        </pc:sldMkLst>
      </pc:sldChg>
      <pc:sldChg chg="add">
        <pc:chgData name="Porus P Jain" userId="426241ab-ce3a-418a-a669-bb9355426681" providerId="ADAL" clId="{4EC4D577-24F8-4B3D-BECB-00124DE607DF}" dt="2025-10-03T10:16:03.093" v="1463"/>
        <pc:sldMkLst>
          <pc:docMk/>
          <pc:sldMk cId="283389718" sldId="311"/>
        </pc:sldMkLst>
      </pc:sldChg>
      <pc:sldChg chg="del">
        <pc:chgData name="Porus P Jain" userId="426241ab-ce3a-418a-a669-bb9355426681" providerId="ADAL" clId="{4EC4D577-24F8-4B3D-BECB-00124DE607DF}" dt="2025-10-03T10:15:55.927" v="1462" actId="2696"/>
        <pc:sldMkLst>
          <pc:docMk/>
          <pc:sldMk cId="0" sldId="314"/>
        </pc:sldMkLst>
      </pc:sldChg>
      <pc:sldChg chg="add">
        <pc:chgData name="Porus P Jain" userId="426241ab-ce3a-418a-a669-bb9355426681" providerId="ADAL" clId="{4EC4D577-24F8-4B3D-BECB-00124DE607DF}" dt="2025-10-03T10:16:03.093" v="1463"/>
        <pc:sldMkLst>
          <pc:docMk/>
          <pc:sldMk cId="791593225" sldId="314"/>
        </pc:sldMkLst>
      </pc:sldChg>
      <pc:sldChg chg="del">
        <pc:chgData name="Porus P Jain" userId="426241ab-ce3a-418a-a669-bb9355426681" providerId="ADAL" clId="{4EC4D577-24F8-4B3D-BECB-00124DE607DF}" dt="2025-10-02T09:39:38.288" v="66" actId="47"/>
        <pc:sldMkLst>
          <pc:docMk/>
          <pc:sldMk cId="0" sldId="315"/>
        </pc:sldMkLst>
      </pc:sldChg>
      <pc:sldChg chg="del">
        <pc:chgData name="Porus P Jain" userId="426241ab-ce3a-418a-a669-bb9355426681" providerId="ADAL" clId="{4EC4D577-24F8-4B3D-BECB-00124DE607DF}" dt="2025-10-03T10:15:55.927" v="1462" actId="2696"/>
        <pc:sldMkLst>
          <pc:docMk/>
          <pc:sldMk cId="0" sldId="321"/>
        </pc:sldMkLst>
      </pc:sldChg>
      <pc:sldChg chg="add">
        <pc:chgData name="Porus P Jain" userId="426241ab-ce3a-418a-a669-bb9355426681" providerId="ADAL" clId="{4EC4D577-24F8-4B3D-BECB-00124DE607DF}" dt="2025-10-03T10:16:03.093" v="1463"/>
        <pc:sldMkLst>
          <pc:docMk/>
          <pc:sldMk cId="1621917454" sldId="321"/>
        </pc:sldMkLst>
      </pc:sldChg>
      <pc:sldChg chg="del">
        <pc:chgData name="Porus P Jain" userId="426241ab-ce3a-418a-a669-bb9355426681" providerId="ADAL" clId="{4EC4D577-24F8-4B3D-BECB-00124DE607DF}" dt="2025-10-03T09:23:51.237" v="564" actId="47"/>
        <pc:sldMkLst>
          <pc:docMk/>
          <pc:sldMk cId="0" sldId="325"/>
        </pc:sldMkLst>
      </pc:sldChg>
      <pc:sldChg chg="add del">
        <pc:chgData name="Porus P Jain" userId="426241ab-ce3a-418a-a669-bb9355426681" providerId="ADAL" clId="{4EC4D577-24F8-4B3D-BECB-00124DE607DF}" dt="2025-10-03T09:24:58.903" v="575" actId="47"/>
        <pc:sldMkLst>
          <pc:docMk/>
          <pc:sldMk cId="0" sldId="331"/>
        </pc:sldMkLst>
      </pc:sldChg>
      <pc:sldChg chg="del">
        <pc:chgData name="Porus P Jain" userId="426241ab-ce3a-418a-a669-bb9355426681" providerId="ADAL" clId="{4EC4D577-24F8-4B3D-BECB-00124DE607DF}" dt="2025-10-03T10:15:55.927" v="1462" actId="2696"/>
        <pc:sldMkLst>
          <pc:docMk/>
          <pc:sldMk cId="0" sldId="338"/>
        </pc:sldMkLst>
      </pc:sldChg>
      <pc:sldChg chg="add">
        <pc:chgData name="Porus P Jain" userId="426241ab-ce3a-418a-a669-bb9355426681" providerId="ADAL" clId="{4EC4D577-24F8-4B3D-BECB-00124DE607DF}" dt="2025-10-03T10:16:03.093" v="1463"/>
        <pc:sldMkLst>
          <pc:docMk/>
          <pc:sldMk cId="190527794" sldId="338"/>
        </pc:sldMkLst>
      </pc:sldChg>
      <pc:sldChg chg="del">
        <pc:chgData name="Porus P Jain" userId="426241ab-ce3a-418a-a669-bb9355426681" providerId="ADAL" clId="{4EC4D577-24F8-4B3D-BECB-00124DE607DF}" dt="2025-10-03T09:24:04.136" v="568" actId="47"/>
        <pc:sldMkLst>
          <pc:docMk/>
          <pc:sldMk cId="0" sldId="339"/>
        </pc:sldMkLst>
      </pc:sldChg>
      <pc:sldChg chg="del">
        <pc:chgData name="Porus P Jain" userId="426241ab-ce3a-418a-a669-bb9355426681" providerId="ADAL" clId="{4EC4D577-24F8-4B3D-BECB-00124DE607DF}" dt="2025-10-03T10:15:55.927" v="1462" actId="2696"/>
        <pc:sldMkLst>
          <pc:docMk/>
          <pc:sldMk cId="0" sldId="346"/>
        </pc:sldMkLst>
      </pc:sldChg>
      <pc:sldChg chg="add">
        <pc:chgData name="Porus P Jain" userId="426241ab-ce3a-418a-a669-bb9355426681" providerId="ADAL" clId="{4EC4D577-24F8-4B3D-BECB-00124DE607DF}" dt="2025-10-03T10:16:03.093" v="1463"/>
        <pc:sldMkLst>
          <pc:docMk/>
          <pc:sldMk cId="3327032789" sldId="346"/>
        </pc:sldMkLst>
      </pc:sldChg>
      <pc:sldChg chg="del">
        <pc:chgData name="Porus P Jain" userId="426241ab-ce3a-418a-a669-bb9355426681" providerId="ADAL" clId="{4EC4D577-24F8-4B3D-BECB-00124DE607DF}" dt="2025-10-03T09:14:16.744" v="561" actId="47"/>
        <pc:sldMkLst>
          <pc:docMk/>
          <pc:sldMk cId="0" sldId="347"/>
        </pc:sldMkLst>
      </pc:sldChg>
      <pc:sldChg chg="del">
        <pc:chgData name="Porus P Jain" userId="426241ab-ce3a-418a-a669-bb9355426681" providerId="ADAL" clId="{4EC4D577-24F8-4B3D-BECB-00124DE607DF}" dt="2025-10-03T10:15:55.927" v="1462" actId="2696"/>
        <pc:sldMkLst>
          <pc:docMk/>
          <pc:sldMk cId="0" sldId="348"/>
        </pc:sldMkLst>
      </pc:sldChg>
      <pc:sldChg chg="add">
        <pc:chgData name="Porus P Jain" userId="426241ab-ce3a-418a-a669-bb9355426681" providerId="ADAL" clId="{4EC4D577-24F8-4B3D-BECB-00124DE607DF}" dt="2025-10-03T10:16:03.093" v="1463"/>
        <pc:sldMkLst>
          <pc:docMk/>
          <pc:sldMk cId="1869143217" sldId="348"/>
        </pc:sldMkLst>
      </pc:sldChg>
      <pc:sldChg chg="del">
        <pc:chgData name="Porus P Jain" userId="426241ab-ce3a-418a-a669-bb9355426681" providerId="ADAL" clId="{4EC4D577-24F8-4B3D-BECB-00124DE607DF}" dt="2025-10-03T10:15:55.927" v="1462" actId="2696"/>
        <pc:sldMkLst>
          <pc:docMk/>
          <pc:sldMk cId="0" sldId="349"/>
        </pc:sldMkLst>
      </pc:sldChg>
      <pc:sldChg chg="add">
        <pc:chgData name="Porus P Jain" userId="426241ab-ce3a-418a-a669-bb9355426681" providerId="ADAL" clId="{4EC4D577-24F8-4B3D-BECB-00124DE607DF}" dt="2025-10-03T10:16:03.093" v="1463"/>
        <pc:sldMkLst>
          <pc:docMk/>
          <pc:sldMk cId="1995445484" sldId="349"/>
        </pc:sldMkLst>
      </pc:sldChg>
      <pc:sldChg chg="del">
        <pc:chgData name="Porus P Jain" userId="426241ab-ce3a-418a-a669-bb9355426681" providerId="ADAL" clId="{4EC4D577-24F8-4B3D-BECB-00124DE607DF}" dt="2025-10-03T09:13:53.403" v="559" actId="47"/>
        <pc:sldMkLst>
          <pc:docMk/>
          <pc:sldMk cId="0" sldId="352"/>
        </pc:sldMkLst>
      </pc:sldChg>
      <pc:sldChg chg="del">
        <pc:chgData name="Porus P Jain" userId="426241ab-ce3a-418a-a669-bb9355426681" providerId="ADAL" clId="{4EC4D577-24F8-4B3D-BECB-00124DE607DF}" dt="2025-10-03T09:14:00.239" v="560" actId="47"/>
        <pc:sldMkLst>
          <pc:docMk/>
          <pc:sldMk cId="0" sldId="353"/>
        </pc:sldMkLst>
      </pc:sldChg>
      <pc:sldChg chg="del">
        <pc:chgData name="Porus P Jain" userId="426241ab-ce3a-418a-a669-bb9355426681" providerId="ADAL" clId="{4EC4D577-24F8-4B3D-BECB-00124DE607DF}" dt="2025-10-03T09:23:56.966" v="565" actId="47"/>
        <pc:sldMkLst>
          <pc:docMk/>
          <pc:sldMk cId="0" sldId="357"/>
        </pc:sldMkLst>
      </pc:sldChg>
      <pc:sldChg chg="del">
        <pc:chgData name="Porus P Jain" userId="426241ab-ce3a-418a-a669-bb9355426681" providerId="ADAL" clId="{4EC4D577-24F8-4B3D-BECB-00124DE607DF}" dt="2025-10-03T09:23:57.575" v="566" actId="47"/>
        <pc:sldMkLst>
          <pc:docMk/>
          <pc:sldMk cId="0" sldId="358"/>
        </pc:sldMkLst>
      </pc:sldChg>
      <pc:sldChg chg="del">
        <pc:chgData name="Porus P Jain" userId="426241ab-ce3a-418a-a669-bb9355426681" providerId="ADAL" clId="{4EC4D577-24F8-4B3D-BECB-00124DE607DF}" dt="2025-10-03T09:23:59.199" v="567" actId="47"/>
        <pc:sldMkLst>
          <pc:docMk/>
          <pc:sldMk cId="0" sldId="359"/>
        </pc:sldMkLst>
      </pc:sldChg>
      <pc:sldChg chg="del">
        <pc:chgData name="Porus P Jain" userId="426241ab-ce3a-418a-a669-bb9355426681" providerId="ADAL" clId="{4EC4D577-24F8-4B3D-BECB-00124DE607DF}" dt="2025-10-02T09:24:15.840" v="9" actId="47"/>
        <pc:sldMkLst>
          <pc:docMk/>
          <pc:sldMk cId="0" sldId="366"/>
        </pc:sldMkLst>
      </pc:sldChg>
      <pc:sldChg chg="del">
        <pc:chgData name="Porus P Jain" userId="426241ab-ce3a-418a-a669-bb9355426681" providerId="ADAL" clId="{4EC4D577-24F8-4B3D-BECB-00124DE607DF}" dt="2025-10-02T09:24:16.529" v="10" actId="47"/>
        <pc:sldMkLst>
          <pc:docMk/>
          <pc:sldMk cId="0" sldId="367"/>
        </pc:sldMkLst>
      </pc:sldChg>
      <pc:sldChg chg="del">
        <pc:chgData name="Porus P Jain" userId="426241ab-ce3a-418a-a669-bb9355426681" providerId="ADAL" clId="{4EC4D577-24F8-4B3D-BECB-00124DE607DF}" dt="2025-10-02T09:24:17.034" v="11" actId="47"/>
        <pc:sldMkLst>
          <pc:docMk/>
          <pc:sldMk cId="0" sldId="368"/>
        </pc:sldMkLst>
      </pc:sldChg>
      <pc:sldChg chg="del">
        <pc:chgData name="Porus P Jain" userId="426241ab-ce3a-418a-a669-bb9355426681" providerId="ADAL" clId="{4EC4D577-24F8-4B3D-BECB-00124DE607DF}" dt="2025-10-02T09:24:17.476" v="12" actId="47"/>
        <pc:sldMkLst>
          <pc:docMk/>
          <pc:sldMk cId="0" sldId="369"/>
        </pc:sldMkLst>
      </pc:sldChg>
      <pc:sldChg chg="del">
        <pc:chgData name="Porus P Jain" userId="426241ab-ce3a-418a-a669-bb9355426681" providerId="ADAL" clId="{4EC4D577-24F8-4B3D-BECB-00124DE607DF}" dt="2025-10-02T09:24:19.003" v="13" actId="47"/>
        <pc:sldMkLst>
          <pc:docMk/>
          <pc:sldMk cId="0" sldId="370"/>
        </pc:sldMkLst>
      </pc:sldChg>
      <pc:sldChg chg="del">
        <pc:chgData name="Porus P Jain" userId="426241ab-ce3a-418a-a669-bb9355426681" providerId="ADAL" clId="{4EC4D577-24F8-4B3D-BECB-00124DE607DF}" dt="2025-10-03T05:15:24.799" v="548" actId="2696"/>
        <pc:sldMkLst>
          <pc:docMk/>
          <pc:sldMk cId="2032796416" sldId="373"/>
        </pc:sldMkLst>
      </pc:sldChg>
      <pc:sldChg chg="add">
        <pc:chgData name="Porus P Jain" userId="426241ab-ce3a-418a-a669-bb9355426681" providerId="ADAL" clId="{4EC4D577-24F8-4B3D-BECB-00124DE607DF}" dt="2025-10-03T05:15:28.928" v="549"/>
        <pc:sldMkLst>
          <pc:docMk/>
          <pc:sldMk cId="3932403705" sldId="373"/>
        </pc:sldMkLst>
      </pc:sldChg>
      <pc:sldChg chg="add">
        <pc:chgData name="Porus P Jain" userId="426241ab-ce3a-418a-a669-bb9355426681" providerId="ADAL" clId="{4EC4D577-24F8-4B3D-BECB-00124DE607DF}" dt="2025-10-03T05:15:28.928" v="549"/>
        <pc:sldMkLst>
          <pc:docMk/>
          <pc:sldMk cId="1025911897" sldId="374"/>
        </pc:sldMkLst>
      </pc:sldChg>
      <pc:sldChg chg="del">
        <pc:chgData name="Porus P Jain" userId="426241ab-ce3a-418a-a669-bb9355426681" providerId="ADAL" clId="{4EC4D577-24F8-4B3D-BECB-00124DE607DF}" dt="2025-10-03T05:15:24.799" v="548" actId="2696"/>
        <pc:sldMkLst>
          <pc:docMk/>
          <pc:sldMk cId="1597614065" sldId="374"/>
        </pc:sldMkLst>
      </pc:sldChg>
      <pc:sldChg chg="del">
        <pc:chgData name="Porus P Jain" userId="426241ab-ce3a-418a-a669-bb9355426681" providerId="ADAL" clId="{4EC4D577-24F8-4B3D-BECB-00124DE607DF}" dt="2025-10-03T05:15:24.799" v="548" actId="2696"/>
        <pc:sldMkLst>
          <pc:docMk/>
          <pc:sldMk cId="198904359" sldId="375"/>
        </pc:sldMkLst>
      </pc:sldChg>
      <pc:sldChg chg="add">
        <pc:chgData name="Porus P Jain" userId="426241ab-ce3a-418a-a669-bb9355426681" providerId="ADAL" clId="{4EC4D577-24F8-4B3D-BECB-00124DE607DF}" dt="2025-10-03T05:15:28.928" v="549"/>
        <pc:sldMkLst>
          <pc:docMk/>
          <pc:sldMk cId="743965873" sldId="375"/>
        </pc:sldMkLst>
      </pc:sldChg>
      <pc:sldChg chg="del">
        <pc:chgData name="Porus P Jain" userId="426241ab-ce3a-418a-a669-bb9355426681" providerId="ADAL" clId="{4EC4D577-24F8-4B3D-BECB-00124DE607DF}" dt="2025-10-03T05:15:24.799" v="548" actId="2696"/>
        <pc:sldMkLst>
          <pc:docMk/>
          <pc:sldMk cId="613037836" sldId="376"/>
        </pc:sldMkLst>
      </pc:sldChg>
      <pc:sldChg chg="add">
        <pc:chgData name="Porus P Jain" userId="426241ab-ce3a-418a-a669-bb9355426681" providerId="ADAL" clId="{4EC4D577-24F8-4B3D-BECB-00124DE607DF}" dt="2025-10-03T05:15:28.928" v="549"/>
        <pc:sldMkLst>
          <pc:docMk/>
          <pc:sldMk cId="3030338338" sldId="376"/>
        </pc:sldMkLst>
      </pc:sldChg>
      <pc:sldChg chg="del">
        <pc:chgData name="Porus P Jain" userId="426241ab-ce3a-418a-a669-bb9355426681" providerId="ADAL" clId="{4EC4D577-24F8-4B3D-BECB-00124DE607DF}" dt="2025-10-03T05:15:24.799" v="548" actId="2696"/>
        <pc:sldMkLst>
          <pc:docMk/>
          <pc:sldMk cId="1199633970" sldId="377"/>
        </pc:sldMkLst>
      </pc:sldChg>
      <pc:sldChg chg="add">
        <pc:chgData name="Porus P Jain" userId="426241ab-ce3a-418a-a669-bb9355426681" providerId="ADAL" clId="{4EC4D577-24F8-4B3D-BECB-00124DE607DF}" dt="2025-10-03T05:15:28.928" v="549"/>
        <pc:sldMkLst>
          <pc:docMk/>
          <pc:sldMk cId="4236925950" sldId="377"/>
        </pc:sldMkLst>
      </pc:sldChg>
      <pc:sldChg chg="del">
        <pc:chgData name="Porus P Jain" userId="426241ab-ce3a-418a-a669-bb9355426681" providerId="ADAL" clId="{4EC4D577-24F8-4B3D-BECB-00124DE607DF}" dt="2025-10-02T09:24:19.714" v="14" actId="47"/>
        <pc:sldMkLst>
          <pc:docMk/>
          <pc:sldMk cId="1439790155" sldId="382"/>
        </pc:sldMkLst>
      </pc:sldChg>
      <pc:sldChg chg="add">
        <pc:chgData name="Porus P Jain" userId="426241ab-ce3a-418a-a669-bb9355426681" providerId="ADAL" clId="{4EC4D577-24F8-4B3D-BECB-00124DE607DF}" dt="2025-10-03T05:15:28.928" v="549"/>
        <pc:sldMkLst>
          <pc:docMk/>
          <pc:sldMk cId="45067732" sldId="386"/>
        </pc:sldMkLst>
      </pc:sldChg>
      <pc:sldChg chg="delSp modSp del mod">
        <pc:chgData name="Porus P Jain" userId="426241ab-ce3a-418a-a669-bb9355426681" providerId="ADAL" clId="{4EC4D577-24F8-4B3D-BECB-00124DE607DF}" dt="2025-10-03T05:15:24.799" v="548" actId="2696"/>
        <pc:sldMkLst>
          <pc:docMk/>
          <pc:sldMk cId="3072974036" sldId="386"/>
        </pc:sldMkLst>
        <pc:spChg chg="del">
          <ac:chgData name="Porus P Jain" userId="426241ab-ce3a-418a-a669-bb9355426681" providerId="ADAL" clId="{4EC4D577-24F8-4B3D-BECB-00124DE607DF}" dt="2025-10-02T09:15:54.251" v="4" actId="478"/>
          <ac:spMkLst>
            <pc:docMk/>
            <pc:sldMk cId="3072974036" sldId="386"/>
            <ac:spMk id="6" creationId="{AB788BC7-BD06-560C-92CB-088BB538FAE3}"/>
          </ac:spMkLst>
        </pc:spChg>
        <pc:picChg chg="mod">
          <ac:chgData name="Porus P Jain" userId="426241ab-ce3a-418a-a669-bb9355426681" providerId="ADAL" clId="{4EC4D577-24F8-4B3D-BECB-00124DE607DF}" dt="2025-10-02T09:15:57.703" v="5" actId="1076"/>
          <ac:picMkLst>
            <pc:docMk/>
            <pc:sldMk cId="3072974036" sldId="386"/>
            <ac:picMk id="95235" creationId="{37414F8F-7159-ACFF-20CF-E622E12462C0}"/>
          </ac:picMkLst>
        </pc:picChg>
      </pc:sldChg>
      <pc:sldChg chg="add del">
        <pc:chgData name="Porus P Jain" userId="426241ab-ce3a-418a-a669-bb9355426681" providerId="ADAL" clId="{4EC4D577-24F8-4B3D-BECB-00124DE607DF}" dt="2025-10-03T10:42:49.423" v="1598" actId="47"/>
        <pc:sldMkLst>
          <pc:docMk/>
          <pc:sldMk cId="2674691802" sldId="1071"/>
        </pc:sldMkLst>
      </pc:sldChg>
      <pc:sldChg chg="add del">
        <pc:chgData name="Porus P Jain" userId="426241ab-ce3a-418a-a669-bb9355426681" providerId="ADAL" clId="{4EC4D577-24F8-4B3D-BECB-00124DE607DF}" dt="2025-10-03T10:42:41.385" v="1597" actId="47"/>
        <pc:sldMkLst>
          <pc:docMk/>
          <pc:sldMk cId="1355854404" sldId="1124"/>
        </pc:sldMkLst>
      </pc:sldChg>
      <pc:sldChg chg="add">
        <pc:chgData name="Porus P Jain" userId="426241ab-ce3a-418a-a669-bb9355426681" providerId="ADAL" clId="{4EC4D577-24F8-4B3D-BECB-00124DE607DF}" dt="2025-10-03T10:42:11.321" v="1596"/>
        <pc:sldMkLst>
          <pc:docMk/>
          <pc:sldMk cId="2148066592" sldId="5987"/>
        </pc:sldMkLst>
      </pc:sldChg>
      <pc:sldChg chg="add">
        <pc:chgData name="Porus P Jain" userId="426241ab-ce3a-418a-a669-bb9355426681" providerId="ADAL" clId="{4EC4D577-24F8-4B3D-BECB-00124DE607DF}" dt="2025-10-03T10:42:11.321" v="1596"/>
        <pc:sldMkLst>
          <pc:docMk/>
          <pc:sldMk cId="4006338570" sldId="5993"/>
        </pc:sldMkLst>
      </pc:sldChg>
      <pc:sldChg chg="add">
        <pc:chgData name="Porus P Jain" userId="426241ab-ce3a-418a-a669-bb9355426681" providerId="ADAL" clId="{4EC4D577-24F8-4B3D-BECB-00124DE607DF}" dt="2025-10-03T10:42:11.321" v="1596"/>
        <pc:sldMkLst>
          <pc:docMk/>
          <pc:sldMk cId="3831660665" sldId="6017"/>
        </pc:sldMkLst>
      </pc:sldChg>
      <pc:sldChg chg="add">
        <pc:chgData name="Porus P Jain" userId="426241ab-ce3a-418a-a669-bb9355426681" providerId="ADAL" clId="{4EC4D577-24F8-4B3D-BECB-00124DE607DF}" dt="2025-10-03T10:42:11.321" v="1596"/>
        <pc:sldMkLst>
          <pc:docMk/>
          <pc:sldMk cId="56598862" sldId="6018"/>
        </pc:sldMkLst>
      </pc:sldChg>
      <pc:sldChg chg="add">
        <pc:chgData name="Porus P Jain" userId="426241ab-ce3a-418a-a669-bb9355426681" providerId="ADAL" clId="{4EC4D577-24F8-4B3D-BECB-00124DE607DF}" dt="2025-10-03T10:42:11.321" v="1596"/>
        <pc:sldMkLst>
          <pc:docMk/>
          <pc:sldMk cId="3703837385" sldId="6019"/>
        </pc:sldMkLst>
      </pc:sldChg>
      <pc:sldChg chg="add">
        <pc:chgData name="Porus P Jain" userId="426241ab-ce3a-418a-a669-bb9355426681" providerId="ADAL" clId="{4EC4D577-24F8-4B3D-BECB-00124DE607DF}" dt="2025-10-03T10:42:11.321" v="1596"/>
        <pc:sldMkLst>
          <pc:docMk/>
          <pc:sldMk cId="636723040" sldId="6023"/>
        </pc:sldMkLst>
      </pc:sldChg>
      <pc:sldChg chg="add">
        <pc:chgData name="Porus P Jain" userId="426241ab-ce3a-418a-a669-bb9355426681" providerId="ADAL" clId="{4EC4D577-24F8-4B3D-BECB-00124DE607DF}" dt="2025-10-03T10:42:11.321" v="1596"/>
        <pc:sldMkLst>
          <pc:docMk/>
          <pc:sldMk cId="2653737877" sldId="6024"/>
        </pc:sldMkLst>
      </pc:sldChg>
      <pc:sldChg chg="add">
        <pc:chgData name="Porus P Jain" userId="426241ab-ce3a-418a-a669-bb9355426681" providerId="ADAL" clId="{4EC4D577-24F8-4B3D-BECB-00124DE607DF}" dt="2025-10-03T10:42:11.321" v="1596"/>
        <pc:sldMkLst>
          <pc:docMk/>
          <pc:sldMk cId="939738045" sldId="6025"/>
        </pc:sldMkLst>
      </pc:sldChg>
      <pc:sldChg chg="add">
        <pc:chgData name="Porus P Jain" userId="426241ab-ce3a-418a-a669-bb9355426681" providerId="ADAL" clId="{4EC4D577-24F8-4B3D-BECB-00124DE607DF}" dt="2025-10-03T10:42:11.321" v="1596"/>
        <pc:sldMkLst>
          <pc:docMk/>
          <pc:sldMk cId="4113491957" sldId="6027"/>
        </pc:sldMkLst>
      </pc:sldChg>
      <pc:sldChg chg="add">
        <pc:chgData name="Porus P Jain" userId="426241ab-ce3a-418a-a669-bb9355426681" providerId="ADAL" clId="{4EC4D577-24F8-4B3D-BECB-00124DE607DF}" dt="2025-10-03T10:42:11.321" v="1596"/>
        <pc:sldMkLst>
          <pc:docMk/>
          <pc:sldMk cId="882491929" sldId="6028"/>
        </pc:sldMkLst>
      </pc:sldChg>
      <pc:sldChg chg="add">
        <pc:chgData name="Porus P Jain" userId="426241ab-ce3a-418a-a669-bb9355426681" providerId="ADAL" clId="{4EC4D577-24F8-4B3D-BECB-00124DE607DF}" dt="2025-10-03T10:42:11.321" v="1596"/>
        <pc:sldMkLst>
          <pc:docMk/>
          <pc:sldMk cId="2750019430" sldId="6029"/>
        </pc:sldMkLst>
      </pc:sldChg>
      <pc:sldChg chg="add">
        <pc:chgData name="Porus P Jain" userId="426241ab-ce3a-418a-a669-bb9355426681" providerId="ADAL" clId="{4EC4D577-24F8-4B3D-BECB-00124DE607DF}" dt="2025-10-03T10:42:11.321" v="1596"/>
        <pc:sldMkLst>
          <pc:docMk/>
          <pc:sldMk cId="1575563361" sldId="6030"/>
        </pc:sldMkLst>
      </pc:sldChg>
      <pc:sldChg chg="del">
        <pc:chgData name="Porus P Jain" userId="426241ab-ce3a-418a-a669-bb9355426681" providerId="ADAL" clId="{4EC4D577-24F8-4B3D-BECB-00124DE607DF}" dt="2025-10-03T05:16:18.108" v="555" actId="47"/>
        <pc:sldMkLst>
          <pc:docMk/>
          <pc:sldMk cId="2041097083" sldId="6384"/>
        </pc:sldMkLst>
      </pc:sldChg>
      <pc:sldChg chg="add">
        <pc:chgData name="Porus P Jain" userId="426241ab-ce3a-418a-a669-bb9355426681" providerId="ADAL" clId="{4EC4D577-24F8-4B3D-BECB-00124DE607DF}" dt="2025-10-03T06:35:58.991" v="558"/>
        <pc:sldMkLst>
          <pc:docMk/>
          <pc:sldMk cId="3847125473" sldId="2147375253"/>
        </pc:sldMkLst>
      </pc:sldChg>
      <pc:sldChg chg="del">
        <pc:chgData name="Porus P Jain" userId="426241ab-ce3a-418a-a669-bb9355426681" providerId="ADAL" clId="{4EC4D577-24F8-4B3D-BECB-00124DE607DF}" dt="2025-10-03T05:16:14.108" v="554" actId="47"/>
        <pc:sldMkLst>
          <pc:docMk/>
          <pc:sldMk cId="2777274147" sldId="2147376460"/>
        </pc:sldMkLst>
      </pc:sldChg>
      <pc:sldChg chg="addSp modSp add del mod">
        <pc:chgData name="Porus P Jain" userId="426241ab-ce3a-418a-a669-bb9355426681" providerId="ADAL" clId="{4EC4D577-24F8-4B3D-BECB-00124DE607DF}" dt="2025-10-03T10:27:23.922" v="1497" actId="14100"/>
        <pc:sldMkLst>
          <pc:docMk/>
          <pc:sldMk cId="348964950" sldId="2147376467"/>
        </pc:sldMkLst>
        <pc:graphicFrameChg chg="mod">
          <ac:chgData name="Porus P Jain" userId="426241ab-ce3a-418a-a669-bb9355426681" providerId="ADAL" clId="{4EC4D577-24F8-4B3D-BECB-00124DE607DF}" dt="2025-10-03T10:27:23.922" v="1497" actId="14100"/>
          <ac:graphicFrameMkLst>
            <pc:docMk/>
            <pc:sldMk cId="348964950" sldId="2147376467"/>
            <ac:graphicFrameMk id="2" creationId="{9745ABE4-0280-C53A-E6D0-A2CD8D35416F}"/>
          </ac:graphicFrameMkLst>
        </pc:graphicFrameChg>
        <pc:graphicFrameChg chg="add mod modGraphic">
          <ac:chgData name="Porus P Jain" userId="426241ab-ce3a-418a-a669-bb9355426681" providerId="ADAL" clId="{4EC4D577-24F8-4B3D-BECB-00124DE607DF}" dt="2025-10-03T10:26:23.325" v="1492" actId="20577"/>
          <ac:graphicFrameMkLst>
            <pc:docMk/>
            <pc:sldMk cId="348964950" sldId="2147376467"/>
            <ac:graphicFrameMk id="7" creationId="{A2914A61-20D8-1580-8021-A96558E0666F}"/>
          </ac:graphicFrameMkLst>
        </pc:graphicFrameChg>
      </pc:sldChg>
      <pc:sldChg chg="del">
        <pc:chgData name="Porus P Jain" userId="426241ab-ce3a-418a-a669-bb9355426681" providerId="ADAL" clId="{4EC4D577-24F8-4B3D-BECB-00124DE607DF}" dt="2025-10-03T05:15:00.337" v="546" actId="47"/>
        <pc:sldMkLst>
          <pc:docMk/>
          <pc:sldMk cId="2815058885" sldId="2147376468"/>
        </pc:sldMkLst>
      </pc:sldChg>
      <pc:sldChg chg="del">
        <pc:chgData name="Porus P Jain" userId="426241ab-ce3a-418a-a669-bb9355426681" providerId="ADAL" clId="{4EC4D577-24F8-4B3D-BECB-00124DE607DF}" dt="2025-10-03T05:14:54.709" v="544" actId="47"/>
        <pc:sldMkLst>
          <pc:docMk/>
          <pc:sldMk cId="494368086" sldId="2147376472"/>
        </pc:sldMkLst>
      </pc:sldChg>
      <pc:sldChg chg="del">
        <pc:chgData name="Porus P Jain" userId="426241ab-ce3a-418a-a669-bb9355426681" providerId="ADAL" clId="{4EC4D577-24F8-4B3D-BECB-00124DE607DF}" dt="2025-10-03T12:29:38.159" v="2020" actId="47"/>
        <pc:sldMkLst>
          <pc:docMk/>
          <pc:sldMk cId="2824537222" sldId="2147376473"/>
        </pc:sldMkLst>
      </pc:sldChg>
      <pc:sldChg chg="del">
        <pc:chgData name="Porus P Jain" userId="426241ab-ce3a-418a-a669-bb9355426681" providerId="ADAL" clId="{4EC4D577-24F8-4B3D-BECB-00124DE607DF}" dt="2025-10-03T05:15:13.877" v="547" actId="47"/>
        <pc:sldMkLst>
          <pc:docMk/>
          <pc:sldMk cId="4263981914" sldId="2147376478"/>
        </pc:sldMkLst>
      </pc:sldChg>
      <pc:sldChg chg="addSp delSp modSp mod">
        <pc:chgData name="Porus P Jain" userId="426241ab-ce3a-418a-a669-bb9355426681" providerId="ADAL" clId="{4EC4D577-24F8-4B3D-BECB-00124DE607DF}" dt="2025-10-03T12:38:50.340" v="2428" actId="12385"/>
        <pc:sldMkLst>
          <pc:docMk/>
          <pc:sldMk cId="835312398" sldId="2147376481"/>
        </pc:sldMkLst>
        <pc:spChg chg="del mod">
          <ac:chgData name="Porus P Jain" userId="426241ab-ce3a-418a-a669-bb9355426681" providerId="ADAL" clId="{4EC4D577-24F8-4B3D-BECB-00124DE607DF}" dt="2025-10-03T12:37:43.921" v="2362" actId="478"/>
          <ac:spMkLst>
            <pc:docMk/>
            <pc:sldMk cId="835312398" sldId="2147376481"/>
            <ac:spMk id="3" creationId="{D87CFED6-5A2F-0920-36AF-14E7D5A3F4B5}"/>
          </ac:spMkLst>
        </pc:spChg>
        <pc:graphicFrameChg chg="add mod modGraphic">
          <ac:chgData name="Porus P Jain" userId="426241ab-ce3a-418a-a669-bb9355426681" providerId="ADAL" clId="{4EC4D577-24F8-4B3D-BECB-00124DE607DF}" dt="2025-10-03T12:38:50.340" v="2428" actId="12385"/>
          <ac:graphicFrameMkLst>
            <pc:docMk/>
            <pc:sldMk cId="835312398" sldId="2147376481"/>
            <ac:graphicFrameMk id="2" creationId="{10252C57-5F64-6E94-F61B-F62500C8974D}"/>
          </ac:graphicFrameMkLst>
        </pc:graphicFrameChg>
      </pc:sldChg>
      <pc:sldChg chg="del">
        <pc:chgData name="Porus P Jain" userId="426241ab-ce3a-418a-a669-bb9355426681" providerId="ADAL" clId="{4EC4D577-24F8-4B3D-BECB-00124DE607DF}" dt="2025-10-03T12:29:38.159" v="2020" actId="47"/>
        <pc:sldMkLst>
          <pc:docMk/>
          <pc:sldMk cId="1624875901" sldId="2147376483"/>
        </pc:sldMkLst>
      </pc:sldChg>
      <pc:sldChg chg="del">
        <pc:chgData name="Porus P Jain" userId="426241ab-ce3a-418a-a669-bb9355426681" providerId="ADAL" clId="{4EC4D577-24F8-4B3D-BECB-00124DE607DF}" dt="2025-10-03T05:14:57.144" v="545" actId="47"/>
        <pc:sldMkLst>
          <pc:docMk/>
          <pc:sldMk cId="3651024671" sldId="2147376485"/>
        </pc:sldMkLst>
      </pc:sldChg>
      <pc:sldChg chg="del">
        <pc:chgData name="Porus P Jain" userId="426241ab-ce3a-418a-a669-bb9355426681" providerId="ADAL" clId="{4EC4D577-24F8-4B3D-BECB-00124DE607DF}" dt="2025-10-02T09:32:46.255" v="16" actId="2696"/>
        <pc:sldMkLst>
          <pc:docMk/>
          <pc:sldMk cId="195081137" sldId="2147376616"/>
        </pc:sldMkLst>
      </pc:sldChg>
      <pc:sldChg chg="add">
        <pc:chgData name="Porus P Jain" userId="426241ab-ce3a-418a-a669-bb9355426681" providerId="ADAL" clId="{4EC4D577-24F8-4B3D-BECB-00124DE607DF}" dt="2025-10-02T09:32:51.974" v="18"/>
        <pc:sldMkLst>
          <pc:docMk/>
          <pc:sldMk cId="868359500" sldId="2147376616"/>
        </pc:sldMkLst>
      </pc:sldChg>
      <pc:sldChg chg="del">
        <pc:chgData name="Porus P Jain" userId="426241ab-ce3a-418a-a669-bb9355426681" providerId="ADAL" clId="{4EC4D577-24F8-4B3D-BECB-00124DE607DF}" dt="2025-10-02T09:32:46.255" v="16" actId="2696"/>
        <pc:sldMkLst>
          <pc:docMk/>
          <pc:sldMk cId="222882548" sldId="2147376618"/>
        </pc:sldMkLst>
      </pc:sldChg>
      <pc:sldChg chg="delSp add mod">
        <pc:chgData name="Porus P Jain" userId="426241ab-ce3a-418a-a669-bb9355426681" providerId="ADAL" clId="{4EC4D577-24F8-4B3D-BECB-00124DE607DF}" dt="2025-10-02T09:35:03.941" v="19" actId="478"/>
        <pc:sldMkLst>
          <pc:docMk/>
          <pc:sldMk cId="890112677" sldId="2147376618"/>
        </pc:sldMkLst>
        <pc:spChg chg="del">
          <ac:chgData name="Porus P Jain" userId="426241ab-ce3a-418a-a669-bb9355426681" providerId="ADAL" clId="{4EC4D577-24F8-4B3D-BECB-00124DE607DF}" dt="2025-10-02T09:35:03.941" v="19" actId="478"/>
          <ac:spMkLst>
            <pc:docMk/>
            <pc:sldMk cId="890112677" sldId="2147376618"/>
            <ac:spMk id="2" creationId="{EF86888B-451A-DEF4-5178-7EE715291E40}"/>
          </ac:spMkLst>
        </pc:spChg>
      </pc:sldChg>
      <pc:sldChg chg="add">
        <pc:chgData name="Porus P Jain" userId="426241ab-ce3a-418a-a669-bb9355426681" providerId="ADAL" clId="{4EC4D577-24F8-4B3D-BECB-00124DE607DF}" dt="2025-10-02T09:32:51.974" v="18"/>
        <pc:sldMkLst>
          <pc:docMk/>
          <pc:sldMk cId="605794506" sldId="2147376622"/>
        </pc:sldMkLst>
      </pc:sldChg>
      <pc:sldChg chg="del">
        <pc:chgData name="Porus P Jain" userId="426241ab-ce3a-418a-a669-bb9355426681" providerId="ADAL" clId="{4EC4D577-24F8-4B3D-BECB-00124DE607DF}" dt="2025-10-02T09:32:46.255" v="16" actId="2696"/>
        <pc:sldMkLst>
          <pc:docMk/>
          <pc:sldMk cId="671220431" sldId="2147376622"/>
        </pc:sldMkLst>
      </pc:sldChg>
      <pc:sldChg chg="del">
        <pc:chgData name="Porus P Jain" userId="426241ab-ce3a-418a-a669-bb9355426681" providerId="ADAL" clId="{4EC4D577-24F8-4B3D-BECB-00124DE607DF}" dt="2025-10-02T09:32:46.255" v="16" actId="2696"/>
        <pc:sldMkLst>
          <pc:docMk/>
          <pc:sldMk cId="3839465103" sldId="2147376636"/>
        </pc:sldMkLst>
      </pc:sldChg>
      <pc:sldChg chg="add">
        <pc:chgData name="Porus P Jain" userId="426241ab-ce3a-418a-a669-bb9355426681" providerId="ADAL" clId="{4EC4D577-24F8-4B3D-BECB-00124DE607DF}" dt="2025-10-02T09:32:51.974" v="18"/>
        <pc:sldMkLst>
          <pc:docMk/>
          <pc:sldMk cId="3962231286" sldId="2147376636"/>
        </pc:sldMkLst>
      </pc:sldChg>
      <pc:sldChg chg="add">
        <pc:chgData name="Porus P Jain" userId="426241ab-ce3a-418a-a669-bb9355426681" providerId="ADAL" clId="{4EC4D577-24F8-4B3D-BECB-00124DE607DF}" dt="2025-10-02T09:32:51.974" v="18"/>
        <pc:sldMkLst>
          <pc:docMk/>
          <pc:sldMk cId="2538048442" sldId="2147376640"/>
        </pc:sldMkLst>
      </pc:sldChg>
      <pc:sldChg chg="del">
        <pc:chgData name="Porus P Jain" userId="426241ab-ce3a-418a-a669-bb9355426681" providerId="ADAL" clId="{4EC4D577-24F8-4B3D-BECB-00124DE607DF}" dt="2025-10-02T09:32:46.255" v="16" actId="2696"/>
        <pc:sldMkLst>
          <pc:docMk/>
          <pc:sldMk cId="3904791787" sldId="2147376640"/>
        </pc:sldMkLst>
      </pc:sldChg>
      <pc:sldChg chg="add">
        <pc:chgData name="Porus P Jain" userId="426241ab-ce3a-418a-a669-bb9355426681" providerId="ADAL" clId="{4EC4D577-24F8-4B3D-BECB-00124DE607DF}" dt="2025-10-02T09:32:51.974" v="18"/>
        <pc:sldMkLst>
          <pc:docMk/>
          <pc:sldMk cId="128607783" sldId="2147376643"/>
        </pc:sldMkLst>
      </pc:sldChg>
      <pc:sldChg chg="del">
        <pc:chgData name="Porus P Jain" userId="426241ab-ce3a-418a-a669-bb9355426681" providerId="ADAL" clId="{4EC4D577-24F8-4B3D-BECB-00124DE607DF}" dt="2025-10-02T09:32:46.255" v="16" actId="2696"/>
        <pc:sldMkLst>
          <pc:docMk/>
          <pc:sldMk cId="3708434273" sldId="2147376643"/>
        </pc:sldMkLst>
      </pc:sldChg>
      <pc:sldChg chg="del">
        <pc:chgData name="Porus P Jain" userId="426241ab-ce3a-418a-a669-bb9355426681" providerId="ADAL" clId="{4EC4D577-24F8-4B3D-BECB-00124DE607DF}" dt="2025-10-02T09:32:46.255" v="16" actId="2696"/>
        <pc:sldMkLst>
          <pc:docMk/>
          <pc:sldMk cId="65857030" sldId="2147376655"/>
        </pc:sldMkLst>
      </pc:sldChg>
      <pc:sldChg chg="add">
        <pc:chgData name="Porus P Jain" userId="426241ab-ce3a-418a-a669-bb9355426681" providerId="ADAL" clId="{4EC4D577-24F8-4B3D-BECB-00124DE607DF}" dt="2025-10-02T09:32:51.974" v="18"/>
        <pc:sldMkLst>
          <pc:docMk/>
          <pc:sldMk cId="1739485479" sldId="2147376655"/>
        </pc:sldMkLst>
      </pc:sldChg>
      <pc:sldChg chg="del">
        <pc:chgData name="Porus P Jain" userId="426241ab-ce3a-418a-a669-bb9355426681" providerId="ADAL" clId="{4EC4D577-24F8-4B3D-BECB-00124DE607DF}" dt="2025-10-02T09:32:46.255" v="16" actId="2696"/>
        <pc:sldMkLst>
          <pc:docMk/>
          <pc:sldMk cId="2786021414" sldId="2147376656"/>
        </pc:sldMkLst>
      </pc:sldChg>
      <pc:sldChg chg="add">
        <pc:chgData name="Porus P Jain" userId="426241ab-ce3a-418a-a669-bb9355426681" providerId="ADAL" clId="{4EC4D577-24F8-4B3D-BECB-00124DE607DF}" dt="2025-10-02T09:32:51.974" v="18"/>
        <pc:sldMkLst>
          <pc:docMk/>
          <pc:sldMk cId="3081431739" sldId="2147376656"/>
        </pc:sldMkLst>
      </pc:sldChg>
      <pc:sldChg chg="add del">
        <pc:chgData name="Porus P Jain" userId="426241ab-ce3a-418a-a669-bb9355426681" providerId="ADAL" clId="{4EC4D577-24F8-4B3D-BECB-00124DE607DF}" dt="2025-10-03T09:26:43.743" v="667" actId="47"/>
        <pc:sldMkLst>
          <pc:docMk/>
          <pc:sldMk cId="2732480493" sldId="2147376658"/>
        </pc:sldMkLst>
      </pc:sldChg>
      <pc:sldChg chg="del">
        <pc:chgData name="Porus P Jain" userId="426241ab-ce3a-418a-a669-bb9355426681" providerId="ADAL" clId="{4EC4D577-24F8-4B3D-BECB-00124DE607DF}" dt="2025-10-02T09:32:46.255" v="16" actId="2696"/>
        <pc:sldMkLst>
          <pc:docMk/>
          <pc:sldMk cId="4029654949" sldId="2147376658"/>
        </pc:sldMkLst>
      </pc:sldChg>
      <pc:sldChg chg="del">
        <pc:chgData name="Porus P Jain" userId="426241ab-ce3a-418a-a669-bb9355426681" providerId="ADAL" clId="{4EC4D577-24F8-4B3D-BECB-00124DE607DF}" dt="2025-10-02T09:32:46.255" v="16" actId="2696"/>
        <pc:sldMkLst>
          <pc:docMk/>
          <pc:sldMk cId="498396269" sldId="2147376688"/>
        </pc:sldMkLst>
      </pc:sldChg>
      <pc:sldChg chg="add">
        <pc:chgData name="Porus P Jain" userId="426241ab-ce3a-418a-a669-bb9355426681" providerId="ADAL" clId="{4EC4D577-24F8-4B3D-BECB-00124DE607DF}" dt="2025-10-02T09:32:51.974" v="18"/>
        <pc:sldMkLst>
          <pc:docMk/>
          <pc:sldMk cId="3895983287" sldId="2147376688"/>
        </pc:sldMkLst>
      </pc:sldChg>
      <pc:sldChg chg="del">
        <pc:chgData name="Porus P Jain" userId="426241ab-ce3a-418a-a669-bb9355426681" providerId="ADAL" clId="{4EC4D577-24F8-4B3D-BECB-00124DE607DF}" dt="2025-10-02T09:32:46.255" v="16" actId="2696"/>
        <pc:sldMkLst>
          <pc:docMk/>
          <pc:sldMk cId="445574673" sldId="2147376691"/>
        </pc:sldMkLst>
      </pc:sldChg>
      <pc:sldChg chg="add">
        <pc:chgData name="Porus P Jain" userId="426241ab-ce3a-418a-a669-bb9355426681" providerId="ADAL" clId="{4EC4D577-24F8-4B3D-BECB-00124DE607DF}" dt="2025-10-02T09:32:51.974" v="18"/>
        <pc:sldMkLst>
          <pc:docMk/>
          <pc:sldMk cId="1282683142" sldId="2147376691"/>
        </pc:sldMkLst>
      </pc:sldChg>
      <pc:sldChg chg="add">
        <pc:chgData name="Porus P Jain" userId="426241ab-ce3a-418a-a669-bb9355426681" providerId="ADAL" clId="{4EC4D577-24F8-4B3D-BECB-00124DE607DF}" dt="2025-10-02T09:32:51.974" v="18"/>
        <pc:sldMkLst>
          <pc:docMk/>
          <pc:sldMk cId="3354729651" sldId="2147376700"/>
        </pc:sldMkLst>
      </pc:sldChg>
      <pc:sldChg chg="del">
        <pc:chgData name="Porus P Jain" userId="426241ab-ce3a-418a-a669-bb9355426681" providerId="ADAL" clId="{4EC4D577-24F8-4B3D-BECB-00124DE607DF}" dt="2025-10-02T09:32:46.255" v="16" actId="2696"/>
        <pc:sldMkLst>
          <pc:docMk/>
          <pc:sldMk cId="3513676417" sldId="2147376700"/>
        </pc:sldMkLst>
      </pc:sldChg>
      <pc:sldChg chg="add">
        <pc:chgData name="Porus P Jain" userId="426241ab-ce3a-418a-a669-bb9355426681" providerId="ADAL" clId="{4EC4D577-24F8-4B3D-BECB-00124DE607DF}" dt="2025-10-02T09:32:51.974" v="18"/>
        <pc:sldMkLst>
          <pc:docMk/>
          <pc:sldMk cId="360043898" sldId="2147376702"/>
        </pc:sldMkLst>
      </pc:sldChg>
      <pc:sldChg chg="del">
        <pc:chgData name="Porus P Jain" userId="426241ab-ce3a-418a-a669-bb9355426681" providerId="ADAL" clId="{4EC4D577-24F8-4B3D-BECB-00124DE607DF}" dt="2025-10-02T09:32:46.255" v="16" actId="2696"/>
        <pc:sldMkLst>
          <pc:docMk/>
          <pc:sldMk cId="855179329" sldId="2147376702"/>
        </pc:sldMkLst>
      </pc:sldChg>
      <pc:sldChg chg="del">
        <pc:chgData name="Porus P Jain" userId="426241ab-ce3a-418a-a669-bb9355426681" providerId="ADAL" clId="{4EC4D577-24F8-4B3D-BECB-00124DE607DF}" dt="2025-10-02T09:12:04.357" v="2" actId="47"/>
        <pc:sldMkLst>
          <pc:docMk/>
          <pc:sldMk cId="4076976967" sldId="2147376719"/>
        </pc:sldMkLst>
      </pc:sldChg>
      <pc:sldChg chg="modSp add mod">
        <pc:chgData name="Porus P Jain" userId="426241ab-ce3a-418a-a669-bb9355426681" providerId="ADAL" clId="{4EC4D577-24F8-4B3D-BECB-00124DE607DF}" dt="2025-10-03T09:26:20.701" v="666" actId="20577"/>
        <pc:sldMkLst>
          <pc:docMk/>
          <pc:sldMk cId="1436378491" sldId="2147376733"/>
        </pc:sldMkLst>
        <pc:graphicFrameChg chg="mod modGraphic">
          <ac:chgData name="Porus P Jain" userId="426241ab-ce3a-418a-a669-bb9355426681" providerId="ADAL" clId="{4EC4D577-24F8-4B3D-BECB-00124DE607DF}" dt="2025-10-03T09:26:20.701" v="666" actId="20577"/>
          <ac:graphicFrameMkLst>
            <pc:docMk/>
            <pc:sldMk cId="1436378491" sldId="2147376733"/>
            <ac:graphicFrameMk id="4" creationId="{A39D0748-5725-5FA3-4CAA-288C7FFC46F3}"/>
          </ac:graphicFrameMkLst>
        </pc:graphicFrameChg>
      </pc:sldChg>
      <pc:sldChg chg="del">
        <pc:chgData name="Porus P Jain" userId="426241ab-ce3a-418a-a669-bb9355426681" providerId="ADAL" clId="{4EC4D577-24F8-4B3D-BECB-00124DE607DF}" dt="2025-10-02T09:32:46.255" v="16" actId="2696"/>
        <pc:sldMkLst>
          <pc:docMk/>
          <pc:sldMk cId="4028222737" sldId="2147376733"/>
        </pc:sldMkLst>
      </pc:sldChg>
      <pc:sldChg chg="add">
        <pc:chgData name="Porus P Jain" userId="426241ab-ce3a-418a-a669-bb9355426681" providerId="ADAL" clId="{4EC4D577-24F8-4B3D-BECB-00124DE607DF}" dt="2025-10-02T09:32:51.974" v="18"/>
        <pc:sldMkLst>
          <pc:docMk/>
          <pc:sldMk cId="71105731" sldId="2147376806"/>
        </pc:sldMkLst>
      </pc:sldChg>
      <pc:sldChg chg="del">
        <pc:chgData name="Porus P Jain" userId="426241ab-ce3a-418a-a669-bb9355426681" providerId="ADAL" clId="{4EC4D577-24F8-4B3D-BECB-00124DE607DF}" dt="2025-10-02T09:32:46.255" v="16" actId="2696"/>
        <pc:sldMkLst>
          <pc:docMk/>
          <pc:sldMk cId="4002326900" sldId="2147376806"/>
        </pc:sldMkLst>
      </pc:sldChg>
      <pc:sldChg chg="del">
        <pc:chgData name="Porus P Jain" userId="426241ab-ce3a-418a-a669-bb9355426681" providerId="ADAL" clId="{4EC4D577-24F8-4B3D-BECB-00124DE607DF}" dt="2025-10-02T09:32:46.255" v="16" actId="2696"/>
        <pc:sldMkLst>
          <pc:docMk/>
          <pc:sldMk cId="607141969" sldId="2147376810"/>
        </pc:sldMkLst>
      </pc:sldChg>
      <pc:sldChg chg="add">
        <pc:chgData name="Porus P Jain" userId="426241ab-ce3a-418a-a669-bb9355426681" providerId="ADAL" clId="{4EC4D577-24F8-4B3D-BECB-00124DE607DF}" dt="2025-10-02T09:32:51.974" v="18"/>
        <pc:sldMkLst>
          <pc:docMk/>
          <pc:sldMk cId="1582841482" sldId="2147376810"/>
        </pc:sldMkLst>
      </pc:sldChg>
      <pc:sldChg chg="modSp mod">
        <pc:chgData name="Porus P Jain" userId="426241ab-ce3a-418a-a669-bb9355426681" providerId="ADAL" clId="{4EC4D577-24F8-4B3D-BECB-00124DE607DF}" dt="2025-10-03T05:15:54.904" v="553" actId="20577"/>
        <pc:sldMkLst>
          <pc:docMk/>
          <pc:sldMk cId="2545190606" sldId="2147376811"/>
        </pc:sldMkLst>
        <pc:spChg chg="mod">
          <ac:chgData name="Porus P Jain" userId="426241ab-ce3a-418a-a669-bb9355426681" providerId="ADAL" clId="{4EC4D577-24F8-4B3D-BECB-00124DE607DF}" dt="2025-10-03T05:15:54.904" v="553" actId="20577"/>
          <ac:spMkLst>
            <pc:docMk/>
            <pc:sldMk cId="2545190606" sldId="2147376811"/>
            <ac:spMk id="4" creationId="{B9969ED9-584F-B0D3-7208-32BFFD134657}"/>
          </ac:spMkLst>
        </pc:spChg>
      </pc:sldChg>
      <pc:sldChg chg="addSp modSp mod">
        <pc:chgData name="Porus P Jain" userId="426241ab-ce3a-418a-a669-bb9355426681" providerId="ADAL" clId="{4EC4D577-24F8-4B3D-BECB-00124DE607DF}" dt="2025-10-03T12:33:41.713" v="2171" actId="1076"/>
        <pc:sldMkLst>
          <pc:docMk/>
          <pc:sldMk cId="0" sldId="2147376814"/>
        </pc:sldMkLst>
        <pc:spChg chg="add mod">
          <ac:chgData name="Porus P Jain" userId="426241ab-ce3a-418a-a669-bb9355426681" providerId="ADAL" clId="{4EC4D577-24F8-4B3D-BECB-00124DE607DF}" dt="2025-10-03T04:39:22.219" v="531"/>
          <ac:spMkLst>
            <pc:docMk/>
            <pc:sldMk cId="0" sldId="2147376814"/>
            <ac:spMk id="3" creationId="{CF0ED0A7-7850-4A6E-5A84-05F63965C8F5}"/>
          </ac:spMkLst>
        </pc:spChg>
        <pc:spChg chg="add mod">
          <ac:chgData name="Porus P Jain" userId="426241ab-ce3a-418a-a669-bb9355426681" providerId="ADAL" clId="{4EC4D577-24F8-4B3D-BECB-00124DE607DF}" dt="2025-10-03T12:33:33.942" v="2170" actId="1076"/>
          <ac:spMkLst>
            <pc:docMk/>
            <pc:sldMk cId="0" sldId="2147376814"/>
            <ac:spMk id="4" creationId="{D01F5205-215E-97B0-7A56-7D62978A3815}"/>
          </ac:spMkLst>
        </pc:spChg>
        <pc:spChg chg="add mod">
          <ac:chgData name="Porus P Jain" userId="426241ab-ce3a-418a-a669-bb9355426681" providerId="ADAL" clId="{4EC4D577-24F8-4B3D-BECB-00124DE607DF}" dt="2025-10-03T12:33:33.942" v="2170" actId="1076"/>
          <ac:spMkLst>
            <pc:docMk/>
            <pc:sldMk cId="0" sldId="2147376814"/>
            <ac:spMk id="5" creationId="{8B52AF41-21D9-1DB1-F2AD-19723EFD5C9D}"/>
          </ac:spMkLst>
        </pc:spChg>
        <pc:spChg chg="add mod">
          <ac:chgData name="Porus P Jain" userId="426241ab-ce3a-418a-a669-bb9355426681" providerId="ADAL" clId="{4EC4D577-24F8-4B3D-BECB-00124DE607DF}" dt="2025-10-03T12:33:41.713" v="2171" actId="1076"/>
          <ac:spMkLst>
            <pc:docMk/>
            <pc:sldMk cId="0" sldId="2147376814"/>
            <ac:spMk id="6" creationId="{A2229CE2-A3A4-2352-434E-1C479A4DAAF1}"/>
          </ac:spMkLst>
        </pc:spChg>
        <pc:spChg chg="add mod">
          <ac:chgData name="Porus P Jain" userId="426241ab-ce3a-418a-a669-bb9355426681" providerId="ADAL" clId="{4EC4D577-24F8-4B3D-BECB-00124DE607DF}" dt="2025-10-03T12:33:41.713" v="2171" actId="1076"/>
          <ac:spMkLst>
            <pc:docMk/>
            <pc:sldMk cId="0" sldId="2147376814"/>
            <ac:spMk id="7" creationId="{3535A9A2-79BA-8721-79C8-C9C8BC740980}"/>
          </ac:spMkLst>
        </pc:spChg>
        <pc:spChg chg="mod">
          <ac:chgData name="Porus P Jain" userId="426241ab-ce3a-418a-a669-bb9355426681" providerId="ADAL" clId="{4EC4D577-24F8-4B3D-BECB-00124DE607DF}" dt="2025-10-02T09:24:01.691" v="8" actId="6549"/>
          <ac:spMkLst>
            <pc:docMk/>
            <pc:sldMk cId="0" sldId="2147376814"/>
            <ac:spMk id="9" creationId="{77677452-94F8-4F75-A4E8-4267BD082E9B}"/>
          </ac:spMkLst>
        </pc:spChg>
      </pc:sldChg>
      <pc:sldChg chg="del">
        <pc:chgData name="Porus P Jain" userId="426241ab-ce3a-418a-a669-bb9355426681" providerId="ADAL" clId="{4EC4D577-24F8-4B3D-BECB-00124DE607DF}" dt="2025-10-02T09:39:58.017" v="96" actId="47"/>
        <pc:sldMkLst>
          <pc:docMk/>
          <pc:sldMk cId="0" sldId="2147376820"/>
        </pc:sldMkLst>
      </pc:sldChg>
      <pc:sldChg chg="modSp">
        <pc:chgData name="Porus P Jain" userId="426241ab-ce3a-418a-a669-bb9355426681" providerId="ADAL" clId="{4EC4D577-24F8-4B3D-BECB-00124DE607DF}" dt="2025-10-03T10:27:10.644" v="1496" actId="113"/>
        <pc:sldMkLst>
          <pc:docMk/>
          <pc:sldMk cId="3870813615" sldId="2147376821"/>
        </pc:sldMkLst>
        <pc:graphicFrameChg chg="mod">
          <ac:chgData name="Porus P Jain" userId="426241ab-ce3a-418a-a669-bb9355426681" providerId="ADAL" clId="{4EC4D577-24F8-4B3D-BECB-00124DE607DF}" dt="2025-10-03T10:27:06.334" v="1495" actId="113"/>
          <ac:graphicFrameMkLst>
            <pc:docMk/>
            <pc:sldMk cId="3870813615" sldId="2147376821"/>
            <ac:graphicFrameMk id="8" creationId="{E018F86E-E396-3CD7-64E3-AF905AFE8A56}"/>
          </ac:graphicFrameMkLst>
        </pc:graphicFrameChg>
        <pc:graphicFrameChg chg="mod">
          <ac:chgData name="Porus P Jain" userId="426241ab-ce3a-418a-a669-bb9355426681" providerId="ADAL" clId="{4EC4D577-24F8-4B3D-BECB-00124DE607DF}" dt="2025-10-03T10:27:10.644" v="1496" actId="113"/>
          <ac:graphicFrameMkLst>
            <pc:docMk/>
            <pc:sldMk cId="3870813615" sldId="2147376821"/>
            <ac:graphicFrameMk id="9" creationId="{5CFEB9E4-E688-D683-98AF-34F756C7ACB0}"/>
          </ac:graphicFrameMkLst>
        </pc:graphicFrameChg>
      </pc:sldChg>
      <pc:sldChg chg="new del">
        <pc:chgData name="Porus P Jain" userId="426241ab-ce3a-418a-a669-bb9355426681" providerId="ADAL" clId="{4EC4D577-24F8-4B3D-BECB-00124DE607DF}" dt="2025-10-02T09:39:11.239" v="22" actId="47"/>
        <pc:sldMkLst>
          <pc:docMk/>
          <pc:sldMk cId="2272711344" sldId="2147376823"/>
        </pc:sldMkLst>
      </pc:sldChg>
      <pc:sldChg chg="addSp modSp add mod">
        <pc:chgData name="Porus P Jain" userId="426241ab-ce3a-418a-a669-bb9355426681" providerId="ADAL" clId="{4EC4D577-24F8-4B3D-BECB-00124DE607DF}" dt="2025-10-03T04:39:30.935" v="532"/>
        <pc:sldMkLst>
          <pc:docMk/>
          <pc:sldMk cId="1629128651" sldId="2147376824"/>
        </pc:sldMkLst>
        <pc:spChg chg="add mod">
          <ac:chgData name="Porus P Jain" userId="426241ab-ce3a-418a-a669-bb9355426681" providerId="ADAL" clId="{4EC4D577-24F8-4B3D-BECB-00124DE607DF}" dt="2025-10-03T04:39:30.935" v="532"/>
          <ac:spMkLst>
            <pc:docMk/>
            <pc:sldMk cId="1629128651" sldId="2147376824"/>
            <ac:spMk id="3" creationId="{3B9572C4-9880-19B9-7D90-22D61F5EA2EC}"/>
          </ac:spMkLst>
        </pc:spChg>
        <pc:spChg chg="mod">
          <ac:chgData name="Porus P Jain" userId="426241ab-ce3a-418a-a669-bb9355426681" providerId="ADAL" clId="{4EC4D577-24F8-4B3D-BECB-00124DE607DF}" dt="2025-10-02T09:39:23.902" v="64" actId="20577"/>
          <ac:spMkLst>
            <pc:docMk/>
            <pc:sldMk cId="1629128651" sldId="2147376824"/>
            <ac:spMk id="9" creationId="{B87579FE-7A52-F3AC-8EA1-C7A3CFB32EF4}"/>
          </ac:spMkLst>
        </pc:spChg>
      </pc:sldChg>
      <pc:sldChg chg="modSp add mod">
        <pc:chgData name="Porus P Jain" userId="426241ab-ce3a-418a-a669-bb9355426681" providerId="ADAL" clId="{4EC4D577-24F8-4B3D-BECB-00124DE607DF}" dt="2025-10-02T09:39:46.087" v="94" actId="20577"/>
        <pc:sldMkLst>
          <pc:docMk/>
          <pc:sldMk cId="1574751864" sldId="2147376825"/>
        </pc:sldMkLst>
        <pc:spChg chg="mod">
          <ac:chgData name="Porus P Jain" userId="426241ab-ce3a-418a-a669-bb9355426681" providerId="ADAL" clId="{4EC4D577-24F8-4B3D-BECB-00124DE607DF}" dt="2025-10-02T09:39:46.087" v="94" actId="20577"/>
          <ac:spMkLst>
            <pc:docMk/>
            <pc:sldMk cId="1574751864" sldId="2147376825"/>
            <ac:spMk id="9" creationId="{CBF0CA63-7261-3AFA-2CE1-3E67295CB3D3}"/>
          </ac:spMkLst>
        </pc:spChg>
      </pc:sldChg>
      <pc:sldChg chg="addSp modSp add mod">
        <pc:chgData name="Porus P Jain" userId="426241ab-ce3a-418a-a669-bb9355426681" providerId="ADAL" clId="{4EC4D577-24F8-4B3D-BECB-00124DE607DF}" dt="2025-10-03T12:32:19.830" v="2095" actId="14100"/>
        <pc:sldMkLst>
          <pc:docMk/>
          <pc:sldMk cId="2103525127" sldId="2147376826"/>
        </pc:sldMkLst>
        <pc:spChg chg="add mod">
          <ac:chgData name="Porus P Jain" userId="426241ab-ce3a-418a-a669-bb9355426681" providerId="ADAL" clId="{4EC4D577-24F8-4B3D-BECB-00124DE607DF}" dt="2025-10-03T04:39:08.353" v="529"/>
          <ac:spMkLst>
            <pc:docMk/>
            <pc:sldMk cId="2103525127" sldId="2147376826"/>
            <ac:spMk id="3" creationId="{18838A13-8F57-B61D-BB5E-9ABE502D1F54}"/>
          </ac:spMkLst>
        </pc:spChg>
        <pc:spChg chg="add mod">
          <ac:chgData name="Porus P Jain" userId="426241ab-ce3a-418a-a669-bb9355426681" providerId="ADAL" clId="{4EC4D577-24F8-4B3D-BECB-00124DE607DF}" dt="2025-10-03T12:32:17.438" v="2094" actId="14100"/>
          <ac:spMkLst>
            <pc:docMk/>
            <pc:sldMk cId="2103525127" sldId="2147376826"/>
            <ac:spMk id="4" creationId="{58AB6FBD-628A-D65F-3B81-0ECE2E859D9A}"/>
          </ac:spMkLst>
        </pc:spChg>
        <pc:spChg chg="add mod">
          <ac:chgData name="Porus P Jain" userId="426241ab-ce3a-418a-a669-bb9355426681" providerId="ADAL" clId="{4EC4D577-24F8-4B3D-BECB-00124DE607DF}" dt="2025-10-03T12:32:19.830" v="2095" actId="14100"/>
          <ac:spMkLst>
            <pc:docMk/>
            <pc:sldMk cId="2103525127" sldId="2147376826"/>
            <ac:spMk id="5" creationId="{FF475C7D-DDDA-0D20-E558-07CE92781947}"/>
          </ac:spMkLst>
        </pc:spChg>
        <pc:spChg chg="mod">
          <ac:chgData name="Porus P Jain" userId="426241ab-ce3a-418a-a669-bb9355426681" providerId="ADAL" clId="{4EC4D577-24F8-4B3D-BECB-00124DE607DF}" dt="2025-10-02T09:40:07.264" v="138" actId="20577"/>
          <ac:spMkLst>
            <pc:docMk/>
            <pc:sldMk cId="2103525127" sldId="2147376826"/>
            <ac:spMk id="9" creationId="{25B3CDB3-8023-8993-0BA1-3B9DA7CA4A17}"/>
          </ac:spMkLst>
        </pc:spChg>
      </pc:sldChg>
      <pc:sldChg chg="addSp modSp add mod">
        <pc:chgData name="Porus P Jain" userId="426241ab-ce3a-418a-a669-bb9355426681" providerId="ADAL" clId="{4EC4D577-24F8-4B3D-BECB-00124DE607DF}" dt="2025-10-03T04:38:59.913" v="528"/>
        <pc:sldMkLst>
          <pc:docMk/>
          <pc:sldMk cId="3932311062" sldId="2147376827"/>
        </pc:sldMkLst>
        <pc:spChg chg="add mod">
          <ac:chgData name="Porus P Jain" userId="426241ab-ce3a-418a-a669-bb9355426681" providerId="ADAL" clId="{4EC4D577-24F8-4B3D-BECB-00124DE607DF}" dt="2025-10-03T04:38:59.913" v="528"/>
          <ac:spMkLst>
            <pc:docMk/>
            <pc:sldMk cId="3932311062" sldId="2147376827"/>
            <ac:spMk id="3" creationId="{A9A6B1BC-033E-71CA-F79A-0249C10F60FF}"/>
          </ac:spMkLst>
        </pc:spChg>
        <pc:spChg chg="mod">
          <ac:chgData name="Porus P Jain" userId="426241ab-ce3a-418a-a669-bb9355426681" providerId="ADAL" clId="{4EC4D577-24F8-4B3D-BECB-00124DE607DF}" dt="2025-10-02T09:45:45.128" v="177" actId="20577"/>
          <ac:spMkLst>
            <pc:docMk/>
            <pc:sldMk cId="3932311062" sldId="2147376827"/>
            <ac:spMk id="9" creationId="{FDDD7829-47C7-D92F-5540-6A6F0F839348}"/>
          </ac:spMkLst>
        </pc:spChg>
      </pc:sldChg>
      <pc:sldChg chg="addSp delSp modSp add mod ord">
        <pc:chgData name="Porus P Jain" userId="426241ab-ce3a-418a-a669-bb9355426681" providerId="ADAL" clId="{4EC4D577-24F8-4B3D-BECB-00124DE607DF}" dt="2025-10-03T12:25:03.817" v="1776" actId="20577"/>
        <pc:sldMkLst>
          <pc:docMk/>
          <pc:sldMk cId="204641131" sldId="2147376828"/>
        </pc:sldMkLst>
        <pc:spChg chg="add del mod">
          <ac:chgData name="Porus P Jain" userId="426241ab-ce3a-418a-a669-bb9355426681" providerId="ADAL" clId="{4EC4D577-24F8-4B3D-BECB-00124DE607DF}" dt="2025-10-03T12:23:58.356" v="1602" actId="478"/>
          <ac:spMkLst>
            <pc:docMk/>
            <pc:sldMk cId="204641131" sldId="2147376828"/>
            <ac:spMk id="3" creationId="{91A0214E-D85C-BCD6-AB8E-EF9A220909FB}"/>
          </ac:spMkLst>
        </pc:spChg>
        <pc:spChg chg="mod">
          <ac:chgData name="Porus P Jain" userId="426241ab-ce3a-418a-a669-bb9355426681" providerId="ADAL" clId="{4EC4D577-24F8-4B3D-BECB-00124DE607DF}" dt="2025-10-03T12:25:03.817" v="1776" actId="20577"/>
          <ac:spMkLst>
            <pc:docMk/>
            <pc:sldMk cId="204641131" sldId="2147376828"/>
            <ac:spMk id="9" creationId="{0949B5E6-23F7-AB00-5D63-C2C77DADAFEA}"/>
          </ac:spMkLst>
        </pc:spChg>
      </pc:sldChg>
      <pc:sldChg chg="addSp delSp modSp add mod">
        <pc:chgData name="Porus P Jain" userId="426241ab-ce3a-418a-a669-bb9355426681" providerId="ADAL" clId="{4EC4D577-24F8-4B3D-BECB-00124DE607DF}" dt="2025-10-03T04:39:40.986" v="533"/>
        <pc:sldMkLst>
          <pc:docMk/>
          <pc:sldMk cId="1130072896" sldId="2147376829"/>
        </pc:sldMkLst>
        <pc:spChg chg="add del mod">
          <ac:chgData name="Porus P Jain" userId="426241ab-ce3a-418a-a669-bb9355426681" providerId="ADAL" clId="{4EC4D577-24F8-4B3D-BECB-00124DE607DF}" dt="2025-10-02T09:47:26.179" v="213" actId="478"/>
          <ac:spMkLst>
            <pc:docMk/>
            <pc:sldMk cId="1130072896" sldId="2147376829"/>
            <ac:spMk id="3" creationId="{8135EA93-295D-97E3-F119-712804ECFA34}"/>
          </ac:spMkLst>
        </pc:spChg>
        <pc:spChg chg="add mod">
          <ac:chgData name="Porus P Jain" userId="426241ab-ce3a-418a-a669-bb9355426681" providerId="ADAL" clId="{4EC4D577-24F8-4B3D-BECB-00124DE607DF}" dt="2025-10-02T09:53:24.051" v="505"/>
          <ac:spMkLst>
            <pc:docMk/>
            <pc:sldMk cId="1130072896" sldId="2147376829"/>
            <ac:spMk id="5" creationId="{BDF5AC33-F974-A8E9-D88D-733782879D7C}"/>
          </ac:spMkLst>
        </pc:spChg>
        <pc:spChg chg="add mod">
          <ac:chgData name="Porus P Jain" userId="426241ab-ce3a-418a-a669-bb9355426681" providerId="ADAL" clId="{4EC4D577-24F8-4B3D-BECB-00124DE607DF}" dt="2025-10-03T04:38:52.484" v="527"/>
          <ac:spMkLst>
            <pc:docMk/>
            <pc:sldMk cId="1130072896" sldId="2147376829"/>
            <ac:spMk id="6" creationId="{298B9986-17B9-716D-F578-C4A900752922}"/>
          </ac:spMkLst>
        </pc:spChg>
        <pc:spChg chg="add mod">
          <ac:chgData name="Porus P Jain" userId="426241ab-ce3a-418a-a669-bb9355426681" providerId="ADAL" clId="{4EC4D577-24F8-4B3D-BECB-00124DE607DF}" dt="2025-10-03T04:39:16.460" v="530"/>
          <ac:spMkLst>
            <pc:docMk/>
            <pc:sldMk cId="1130072896" sldId="2147376829"/>
            <ac:spMk id="7" creationId="{F06123DF-0D7F-A341-D8A4-02142990686F}"/>
          </ac:spMkLst>
        </pc:spChg>
        <pc:spChg chg="add mod">
          <ac:chgData name="Porus P Jain" userId="426241ab-ce3a-418a-a669-bb9355426681" providerId="ADAL" clId="{4EC4D577-24F8-4B3D-BECB-00124DE607DF}" dt="2025-10-02T09:54:14.852" v="508"/>
          <ac:spMkLst>
            <pc:docMk/>
            <pc:sldMk cId="1130072896" sldId="2147376829"/>
            <ac:spMk id="8" creationId="{5252BFCB-90B6-5708-BEBE-596FCCC88856}"/>
          </ac:spMkLst>
        </pc:spChg>
        <pc:spChg chg="mod">
          <ac:chgData name="Porus P Jain" userId="426241ab-ce3a-418a-a669-bb9355426681" providerId="ADAL" clId="{4EC4D577-24F8-4B3D-BECB-00124DE607DF}" dt="2025-10-02T09:47:04.283" v="211" actId="20577"/>
          <ac:spMkLst>
            <pc:docMk/>
            <pc:sldMk cId="1130072896" sldId="2147376829"/>
            <ac:spMk id="9" creationId="{383335DE-BB24-C17A-1EBC-72D3EB7BB6E5}"/>
          </ac:spMkLst>
        </pc:spChg>
        <pc:spChg chg="add mod">
          <ac:chgData name="Porus P Jain" userId="426241ab-ce3a-418a-a669-bb9355426681" providerId="ADAL" clId="{4EC4D577-24F8-4B3D-BECB-00124DE607DF}" dt="2025-10-03T04:39:40.986" v="533"/>
          <ac:spMkLst>
            <pc:docMk/>
            <pc:sldMk cId="1130072896" sldId="2147376829"/>
            <ac:spMk id="10" creationId="{EF744AC8-70BB-0451-F8E5-D2CC21D81CCD}"/>
          </ac:spMkLst>
        </pc:spChg>
        <pc:graphicFrameChg chg="add mod modGraphic">
          <ac:chgData name="Porus P Jain" userId="426241ab-ce3a-418a-a669-bb9355426681" providerId="ADAL" clId="{4EC4D577-24F8-4B3D-BECB-00124DE607DF}" dt="2025-10-02T09:50:57.813" v="489" actId="6549"/>
          <ac:graphicFrameMkLst>
            <pc:docMk/>
            <pc:sldMk cId="1130072896" sldId="2147376829"/>
            <ac:graphicFrameMk id="4" creationId="{2DBFAD9B-AC19-4E3F-B3F3-3902A50633B0}"/>
          </ac:graphicFrameMkLst>
        </pc:graphicFrameChg>
      </pc:sldChg>
      <pc:sldChg chg="addSp modSp add mod">
        <pc:chgData name="Porus P Jain" userId="426241ab-ce3a-418a-a669-bb9355426681" providerId="ADAL" clId="{4EC4D577-24F8-4B3D-BECB-00124DE607DF}" dt="2025-10-03T10:12:57.734" v="1461" actId="20577"/>
        <pc:sldMkLst>
          <pc:docMk/>
          <pc:sldMk cId="212667035" sldId="2147376830"/>
        </pc:sldMkLst>
        <pc:spChg chg="add mod">
          <ac:chgData name="Porus P Jain" userId="426241ab-ce3a-418a-a669-bb9355426681" providerId="ADAL" clId="{4EC4D577-24F8-4B3D-BECB-00124DE607DF}" dt="2025-10-03T09:27:40.996" v="716" actId="14100"/>
          <ac:spMkLst>
            <pc:docMk/>
            <pc:sldMk cId="212667035" sldId="2147376830"/>
            <ac:spMk id="2" creationId="{8B3BB82D-1D94-F083-A26B-6BFB708D41C8}"/>
          </ac:spMkLst>
        </pc:spChg>
        <pc:spChg chg="mod">
          <ac:chgData name="Porus P Jain" userId="426241ab-ce3a-418a-a669-bb9355426681" providerId="ADAL" clId="{4EC4D577-24F8-4B3D-BECB-00124DE607DF}" dt="2025-10-03T09:27:03.525" v="696" actId="20577"/>
          <ac:spMkLst>
            <pc:docMk/>
            <pc:sldMk cId="212667035" sldId="2147376830"/>
            <ac:spMk id="3" creationId="{DF003266-3649-F62A-32E8-07BD95A9D1E6}"/>
          </ac:spMkLst>
        </pc:spChg>
        <pc:spChg chg="add mod">
          <ac:chgData name="Porus P Jain" userId="426241ab-ce3a-418a-a669-bb9355426681" providerId="ADAL" clId="{4EC4D577-24F8-4B3D-BECB-00124DE607DF}" dt="2025-10-03T10:12:57.734" v="1461" actId="20577"/>
          <ac:spMkLst>
            <pc:docMk/>
            <pc:sldMk cId="212667035" sldId="2147376830"/>
            <ac:spMk id="4" creationId="{7B67B8A0-CACD-C670-674E-498024E2321B}"/>
          </ac:spMkLst>
        </pc:spChg>
        <pc:spChg chg="mod">
          <ac:chgData name="Porus P Jain" userId="426241ab-ce3a-418a-a669-bb9355426681" providerId="ADAL" clId="{4EC4D577-24F8-4B3D-BECB-00124DE607DF}" dt="2025-10-03T09:43:38.143" v="898" actId="14100"/>
          <ac:spMkLst>
            <pc:docMk/>
            <pc:sldMk cId="212667035" sldId="2147376830"/>
            <ac:spMk id="5" creationId="{C1C8D727-2B0F-0DA2-2C5C-5B7408A3BC7A}"/>
          </ac:spMkLst>
        </pc:spChg>
        <pc:spChg chg="add mod">
          <ac:chgData name="Porus P Jain" userId="426241ab-ce3a-418a-a669-bb9355426681" providerId="ADAL" clId="{4EC4D577-24F8-4B3D-BECB-00124DE607DF}" dt="2025-10-03T09:43:49.769" v="920" actId="20577"/>
          <ac:spMkLst>
            <pc:docMk/>
            <pc:sldMk cId="212667035" sldId="2147376830"/>
            <ac:spMk id="6" creationId="{8D6E915A-F21F-B925-4240-6D8C06B99E52}"/>
          </ac:spMkLst>
        </pc:spChg>
      </pc:sldChg>
      <pc:sldChg chg="delSp modSp add mod">
        <pc:chgData name="Porus P Jain" userId="426241ab-ce3a-418a-a669-bb9355426681" providerId="ADAL" clId="{4EC4D577-24F8-4B3D-BECB-00124DE607DF}" dt="2025-10-03T09:55:55.632" v="1344" actId="20577"/>
        <pc:sldMkLst>
          <pc:docMk/>
          <pc:sldMk cId="850305011" sldId="2147376831"/>
        </pc:sldMkLst>
        <pc:spChg chg="mod">
          <ac:chgData name="Porus P Jain" userId="426241ab-ce3a-418a-a669-bb9355426681" providerId="ADAL" clId="{4EC4D577-24F8-4B3D-BECB-00124DE607DF}" dt="2025-10-03T09:52:21.357" v="1195" actId="20577"/>
          <ac:spMkLst>
            <pc:docMk/>
            <pc:sldMk cId="850305011" sldId="2147376831"/>
            <ac:spMk id="2" creationId="{A899821F-565D-2539-3E3D-D742D5553B7E}"/>
          </ac:spMkLst>
        </pc:spChg>
        <pc:spChg chg="del">
          <ac:chgData name="Porus P Jain" userId="426241ab-ce3a-418a-a669-bb9355426681" providerId="ADAL" clId="{4EC4D577-24F8-4B3D-BECB-00124DE607DF}" dt="2025-10-03T09:52:25.687" v="1196" actId="478"/>
          <ac:spMkLst>
            <pc:docMk/>
            <pc:sldMk cId="850305011" sldId="2147376831"/>
            <ac:spMk id="4" creationId="{280623B6-0F89-E5CA-CCEA-2C880A072171}"/>
          </ac:spMkLst>
        </pc:spChg>
        <pc:spChg chg="mod">
          <ac:chgData name="Porus P Jain" userId="426241ab-ce3a-418a-a669-bb9355426681" providerId="ADAL" clId="{4EC4D577-24F8-4B3D-BECB-00124DE607DF}" dt="2025-10-03T09:55:55.632" v="1344" actId="20577"/>
          <ac:spMkLst>
            <pc:docMk/>
            <pc:sldMk cId="850305011" sldId="2147376831"/>
            <ac:spMk id="5" creationId="{A503A11A-D080-08B9-2F5C-1D00267B6C75}"/>
          </ac:spMkLst>
        </pc:spChg>
        <pc:spChg chg="del">
          <ac:chgData name="Porus P Jain" userId="426241ab-ce3a-418a-a669-bb9355426681" providerId="ADAL" clId="{4EC4D577-24F8-4B3D-BECB-00124DE607DF}" dt="2025-10-03T09:52:25.687" v="1196" actId="478"/>
          <ac:spMkLst>
            <pc:docMk/>
            <pc:sldMk cId="850305011" sldId="2147376831"/>
            <ac:spMk id="6" creationId="{054CA035-B2C6-B9AF-6151-13E0E7796FDC}"/>
          </ac:spMkLst>
        </pc:spChg>
      </pc:sldChg>
      <pc:sldChg chg="modSp add mod">
        <pc:chgData name="Porus P Jain" userId="426241ab-ce3a-418a-a669-bb9355426681" providerId="ADAL" clId="{4EC4D577-24F8-4B3D-BECB-00124DE607DF}" dt="2025-10-03T10:12:15.124" v="1392" actId="20577"/>
        <pc:sldMkLst>
          <pc:docMk/>
          <pc:sldMk cId="1352439994" sldId="2147376832"/>
        </pc:sldMkLst>
        <pc:spChg chg="mod">
          <ac:chgData name="Porus P Jain" userId="426241ab-ce3a-418a-a669-bb9355426681" providerId="ADAL" clId="{4EC4D577-24F8-4B3D-BECB-00124DE607DF}" dt="2025-10-03T10:12:15.124" v="1392" actId="20577"/>
          <ac:spMkLst>
            <pc:docMk/>
            <pc:sldMk cId="1352439994" sldId="2147376832"/>
            <ac:spMk id="9" creationId="{F3C8CFA9-0125-28AB-D6ED-ADC0FA05E930}"/>
          </ac:spMkLst>
        </pc:spChg>
      </pc:sldChg>
      <pc:sldChg chg="addSp delSp modSp add del mod">
        <pc:chgData name="Porus P Jain" userId="426241ab-ce3a-418a-a669-bb9355426681" providerId="ADAL" clId="{4EC4D577-24F8-4B3D-BECB-00124DE607DF}" dt="2025-10-03T12:34:43.829" v="2172" actId="2696"/>
        <pc:sldMkLst>
          <pc:docMk/>
          <pc:sldMk cId="513251260" sldId="2147376833"/>
        </pc:sldMkLst>
        <pc:spChg chg="del mod">
          <ac:chgData name="Porus P Jain" userId="426241ab-ce3a-418a-a669-bb9355426681" providerId="ADAL" clId="{4EC4D577-24F8-4B3D-BECB-00124DE607DF}" dt="2025-10-03T10:37:17.390" v="1594" actId="478"/>
          <ac:spMkLst>
            <pc:docMk/>
            <pc:sldMk cId="513251260" sldId="2147376833"/>
            <ac:spMk id="2" creationId="{C2202B19-B99B-DEE9-BB47-69F238F60DE1}"/>
          </ac:spMkLst>
        </pc:spChg>
        <pc:spChg chg="add mod">
          <ac:chgData name="Porus P Jain" userId="426241ab-ce3a-418a-a669-bb9355426681" providerId="ADAL" clId="{4EC4D577-24F8-4B3D-BECB-00124DE607DF}" dt="2025-10-03T10:30:56.779" v="1587" actId="14100"/>
          <ac:spMkLst>
            <pc:docMk/>
            <pc:sldMk cId="513251260" sldId="2147376833"/>
            <ac:spMk id="5" creationId="{71F663B4-4A82-890A-A7DB-67D7130CE5F7}"/>
          </ac:spMkLst>
        </pc:spChg>
        <pc:spChg chg="add mod">
          <ac:chgData name="Porus P Jain" userId="426241ab-ce3a-418a-a669-bb9355426681" providerId="ADAL" clId="{4EC4D577-24F8-4B3D-BECB-00124DE607DF}" dt="2025-10-03T10:37:21.970" v="1595" actId="1076"/>
          <ac:spMkLst>
            <pc:docMk/>
            <pc:sldMk cId="513251260" sldId="2147376833"/>
            <ac:spMk id="6" creationId="{752761B6-6E8A-BDED-4F72-41044BD848FE}"/>
          </ac:spMkLst>
        </pc:spChg>
        <pc:picChg chg="del">
          <ac:chgData name="Porus P Jain" userId="426241ab-ce3a-418a-a669-bb9355426681" providerId="ADAL" clId="{4EC4D577-24F8-4B3D-BECB-00124DE607DF}" dt="2025-10-03T10:30:34.874" v="1585" actId="478"/>
          <ac:picMkLst>
            <pc:docMk/>
            <pc:sldMk cId="513251260" sldId="2147376833"/>
            <ac:picMk id="1026" creationId="{2DF6A861-6FD2-FB77-2E87-75DF2F61F4B5}"/>
          </ac:picMkLst>
        </pc:picChg>
      </pc:sldChg>
      <pc:sldChg chg="modSp add mod">
        <pc:chgData name="Porus P Jain" userId="426241ab-ce3a-418a-a669-bb9355426681" providerId="ADAL" clId="{4EC4D577-24F8-4B3D-BECB-00124DE607DF}" dt="2025-10-03T12:35:23.075" v="2232" actId="20577"/>
        <pc:sldMkLst>
          <pc:docMk/>
          <pc:sldMk cId="1775903314" sldId="2147376833"/>
        </pc:sldMkLst>
        <pc:spChg chg="mod">
          <ac:chgData name="Porus P Jain" userId="426241ab-ce3a-418a-a669-bb9355426681" providerId="ADAL" clId="{4EC4D577-24F8-4B3D-BECB-00124DE607DF}" dt="2025-10-03T12:35:23.075" v="2232" actId="20577"/>
          <ac:spMkLst>
            <pc:docMk/>
            <pc:sldMk cId="1775903314" sldId="2147376833"/>
            <ac:spMk id="5" creationId="{71F663B4-4A82-890A-A7DB-67D7130CE5F7}"/>
          </ac:spMkLst>
        </pc:spChg>
      </pc:sldChg>
      <pc:sldChg chg="add">
        <pc:chgData name="Porus P Jain" userId="426241ab-ce3a-418a-a669-bb9355426681" providerId="ADAL" clId="{4EC4D577-24F8-4B3D-BECB-00124DE607DF}" dt="2025-10-03T10:42:11.321" v="1596"/>
        <pc:sldMkLst>
          <pc:docMk/>
          <pc:sldMk cId="4082563290" sldId="2147376834"/>
        </pc:sldMkLst>
      </pc:sldChg>
      <pc:sldChg chg="add">
        <pc:chgData name="Porus P Jain" userId="426241ab-ce3a-418a-a669-bb9355426681" providerId="ADAL" clId="{4EC4D577-24F8-4B3D-BECB-00124DE607DF}" dt="2025-10-03T12:23:54.931" v="1599" actId="2890"/>
        <pc:sldMkLst>
          <pc:docMk/>
          <pc:sldMk cId="2506851233" sldId="2147376835"/>
        </pc:sldMkLst>
      </pc:sldChg>
      <pc:sldMasterChg chg="delSldLayout">
        <pc:chgData name="Porus P Jain" userId="426241ab-ce3a-418a-a669-bb9355426681" providerId="ADAL" clId="{4EC4D577-24F8-4B3D-BECB-00124DE607DF}" dt="2025-10-02T09:39:58.017" v="96" actId="47"/>
        <pc:sldMasterMkLst>
          <pc:docMk/>
          <pc:sldMasterMk cId="848123093" sldId="2147483648"/>
        </pc:sldMasterMkLst>
        <pc:sldLayoutChg chg="del">
          <pc:chgData name="Porus P Jain" userId="426241ab-ce3a-418a-a669-bb9355426681" providerId="ADAL" clId="{4EC4D577-24F8-4B3D-BECB-00124DE607DF}" dt="2025-10-02T09:32:46.255" v="16" actId="2696"/>
          <pc:sldLayoutMkLst>
            <pc:docMk/>
            <pc:sldMasterMk cId="848123093" sldId="2147483648"/>
            <pc:sldLayoutMk cId="3786256930" sldId="2147483689"/>
          </pc:sldLayoutMkLst>
        </pc:sldLayoutChg>
        <pc:sldLayoutChg chg="del">
          <pc:chgData name="Porus P Jain" userId="426241ab-ce3a-418a-a669-bb9355426681" providerId="ADAL" clId="{4EC4D577-24F8-4B3D-BECB-00124DE607DF}" dt="2025-10-02T09:39:58.017" v="96" actId="47"/>
          <pc:sldLayoutMkLst>
            <pc:docMk/>
            <pc:sldMasterMk cId="848123093" sldId="2147483648"/>
            <pc:sldLayoutMk cId="1970024857" sldId="2147483690"/>
          </pc:sldLayoutMkLst>
        </pc:sldLayoutChg>
      </pc:sldMasterChg>
    </pc:docChg>
  </pc:docChgLst>
  <pc:docChgLst>
    <pc:chgData name="Vasant K Tiwari" userId="94ab7f94-4dc6-474c-9a49-34f940ad4691" providerId="ADAL" clId="{A774ED27-BE08-49AE-9FDA-B5B7C3CCC3FD}"/>
    <pc:docChg chg="modSld">
      <pc:chgData name="Vasant K Tiwari" userId="94ab7f94-4dc6-474c-9a49-34f940ad4691" providerId="ADAL" clId="{A774ED27-BE08-49AE-9FDA-B5B7C3CCC3FD}" dt="2025-03-06T05:03:53.977" v="1" actId="6549"/>
      <pc:docMkLst>
        <pc:docMk/>
      </pc:docMkLst>
      <pc:sldChg chg="modSp mod">
        <pc:chgData name="Vasant K Tiwari" userId="94ab7f94-4dc6-474c-9a49-34f940ad4691" providerId="ADAL" clId="{A774ED27-BE08-49AE-9FDA-B5B7C3CCC3FD}" dt="2025-03-06T04:51:35.092" v="0" actId="20577"/>
        <pc:sldMkLst>
          <pc:docMk/>
          <pc:sldMk cId="3576340285" sldId="2147376479"/>
        </pc:sldMkLst>
      </pc:sldChg>
      <pc:sldChg chg="modSp mod">
        <pc:chgData name="Vasant K Tiwari" userId="94ab7f94-4dc6-474c-9a49-34f940ad4691" providerId="ADAL" clId="{A774ED27-BE08-49AE-9FDA-B5B7C3CCC3FD}" dt="2025-03-06T05:03:53.977" v="1" actId="6549"/>
        <pc:sldMkLst>
          <pc:docMk/>
          <pc:sldMk cId="2832218767" sldId="2147376696"/>
        </pc:sldMkLst>
      </pc:sldChg>
    </pc:docChg>
  </pc:docChgLst>
  <pc:docChgLst>
    <pc:chgData name="Ashwani Mishra" userId="15d57bc9-d3a4-4ee8-885b-38ce2f0c857c" providerId="ADAL" clId="{BEC72321-15CF-4721-9E6B-33173EC2C003}"/>
    <pc:docChg chg="undo custSel addSld delSld modSld">
      <pc:chgData name="Ashwani Mishra" userId="15d57bc9-d3a4-4ee8-885b-38ce2f0c857c" providerId="ADAL" clId="{BEC72321-15CF-4721-9E6B-33173EC2C003}" dt="2025-06-03T12:25:45.145" v="367"/>
      <pc:docMkLst>
        <pc:docMk/>
      </pc:docMkLst>
      <pc:sldChg chg="add del">
        <pc:chgData name="Ashwani Mishra" userId="15d57bc9-d3a4-4ee8-885b-38ce2f0c857c" providerId="ADAL" clId="{BEC72321-15CF-4721-9E6B-33173EC2C003}" dt="2025-05-27T10:13:10.731" v="11" actId="47"/>
        <pc:sldMkLst>
          <pc:docMk/>
          <pc:sldMk cId="2890597551" sldId="268"/>
        </pc:sldMkLst>
      </pc:sldChg>
      <pc:sldChg chg="del">
        <pc:chgData name="Ashwani Mishra" userId="15d57bc9-d3a4-4ee8-885b-38ce2f0c857c" providerId="ADAL" clId="{BEC72321-15CF-4721-9E6B-33173EC2C003}" dt="2025-05-27T10:13:10.731" v="11" actId="47"/>
        <pc:sldMkLst>
          <pc:docMk/>
          <pc:sldMk cId="1788746267" sldId="269"/>
        </pc:sldMkLst>
      </pc:sldChg>
      <pc:sldChg chg="del">
        <pc:chgData name="Ashwani Mishra" userId="15d57bc9-d3a4-4ee8-885b-38ce2f0c857c" providerId="ADAL" clId="{BEC72321-15CF-4721-9E6B-33173EC2C003}" dt="2025-05-27T10:13:10.731" v="11" actId="47"/>
        <pc:sldMkLst>
          <pc:docMk/>
          <pc:sldMk cId="789466733" sldId="591"/>
        </pc:sldMkLst>
      </pc:sldChg>
      <pc:sldChg chg="del">
        <pc:chgData name="Ashwani Mishra" userId="15d57bc9-d3a4-4ee8-885b-38ce2f0c857c" providerId="ADAL" clId="{BEC72321-15CF-4721-9E6B-33173EC2C003}" dt="2025-05-27T10:13:10.731" v="11" actId="47"/>
        <pc:sldMkLst>
          <pc:docMk/>
          <pc:sldMk cId="513087582" sldId="5963"/>
        </pc:sldMkLst>
      </pc:sldChg>
      <pc:sldChg chg="del">
        <pc:chgData name="Ashwani Mishra" userId="15d57bc9-d3a4-4ee8-885b-38ce2f0c857c" providerId="ADAL" clId="{BEC72321-15CF-4721-9E6B-33173EC2C003}" dt="2025-05-27T10:13:10.731" v="11" actId="47"/>
        <pc:sldMkLst>
          <pc:docMk/>
          <pc:sldMk cId="3133661868" sldId="5964"/>
        </pc:sldMkLst>
      </pc:sldChg>
      <pc:sldChg chg="del">
        <pc:chgData name="Ashwani Mishra" userId="15d57bc9-d3a4-4ee8-885b-38ce2f0c857c" providerId="ADAL" clId="{BEC72321-15CF-4721-9E6B-33173EC2C003}" dt="2025-05-27T10:13:10.731" v="11" actId="47"/>
        <pc:sldMkLst>
          <pc:docMk/>
          <pc:sldMk cId="333377282" sldId="5965"/>
        </pc:sldMkLst>
      </pc:sldChg>
      <pc:sldChg chg="add del">
        <pc:chgData name="Ashwani Mishra" userId="15d57bc9-d3a4-4ee8-885b-38ce2f0c857c" providerId="ADAL" clId="{BEC72321-15CF-4721-9E6B-33173EC2C003}" dt="2025-05-27T10:12:38.812" v="6" actId="47"/>
        <pc:sldMkLst>
          <pc:docMk/>
          <pc:sldMk cId="1281870220" sldId="6001"/>
        </pc:sldMkLst>
      </pc:sldChg>
      <pc:sldChg chg="del">
        <pc:chgData name="Ashwani Mishra" userId="15d57bc9-d3a4-4ee8-885b-38ce2f0c857c" providerId="ADAL" clId="{BEC72321-15CF-4721-9E6B-33173EC2C003}" dt="2025-05-27T10:13:10.731" v="11" actId="47"/>
        <pc:sldMkLst>
          <pc:docMk/>
          <pc:sldMk cId="2035512037" sldId="6225"/>
        </pc:sldMkLst>
      </pc:sldChg>
      <pc:sldChg chg="del">
        <pc:chgData name="Ashwani Mishra" userId="15d57bc9-d3a4-4ee8-885b-38ce2f0c857c" providerId="ADAL" clId="{BEC72321-15CF-4721-9E6B-33173EC2C003}" dt="2025-05-27T10:13:10.731" v="11" actId="47"/>
        <pc:sldMkLst>
          <pc:docMk/>
          <pc:sldMk cId="1383646061" sldId="2145708979"/>
        </pc:sldMkLst>
      </pc:sldChg>
      <pc:sldChg chg="del">
        <pc:chgData name="Ashwani Mishra" userId="15d57bc9-d3a4-4ee8-885b-38ce2f0c857c" providerId="ADAL" clId="{BEC72321-15CF-4721-9E6B-33173EC2C003}" dt="2025-05-27T10:13:10.731" v="11" actId="47"/>
        <pc:sldMkLst>
          <pc:docMk/>
          <pc:sldMk cId="3590776112" sldId="2145709038"/>
        </pc:sldMkLst>
      </pc:sldChg>
      <pc:sldChg chg="del">
        <pc:chgData name="Ashwani Mishra" userId="15d57bc9-d3a4-4ee8-885b-38ce2f0c857c" providerId="ADAL" clId="{BEC72321-15CF-4721-9E6B-33173EC2C003}" dt="2025-05-27T10:13:10.731" v="11" actId="47"/>
        <pc:sldMkLst>
          <pc:docMk/>
          <pc:sldMk cId="1720225164" sldId="2145709052"/>
        </pc:sldMkLst>
      </pc:sldChg>
      <pc:sldChg chg="del">
        <pc:chgData name="Ashwani Mishra" userId="15d57bc9-d3a4-4ee8-885b-38ce2f0c857c" providerId="ADAL" clId="{BEC72321-15CF-4721-9E6B-33173EC2C003}" dt="2025-05-27T10:13:10.731" v="11" actId="47"/>
        <pc:sldMkLst>
          <pc:docMk/>
          <pc:sldMk cId="1799826521" sldId="2145709055"/>
        </pc:sldMkLst>
      </pc:sldChg>
      <pc:sldChg chg="del">
        <pc:chgData name="Ashwani Mishra" userId="15d57bc9-d3a4-4ee8-885b-38ce2f0c857c" providerId="ADAL" clId="{BEC72321-15CF-4721-9E6B-33173EC2C003}" dt="2025-05-27T10:13:10.731" v="11" actId="47"/>
        <pc:sldMkLst>
          <pc:docMk/>
          <pc:sldMk cId="3925078302" sldId="2145709056"/>
        </pc:sldMkLst>
      </pc:sldChg>
      <pc:sldChg chg="del">
        <pc:chgData name="Ashwani Mishra" userId="15d57bc9-d3a4-4ee8-885b-38ce2f0c857c" providerId="ADAL" clId="{BEC72321-15CF-4721-9E6B-33173EC2C003}" dt="2025-05-27T10:13:10.731" v="11" actId="47"/>
        <pc:sldMkLst>
          <pc:docMk/>
          <pc:sldMk cId="2557009241" sldId="2145709057"/>
        </pc:sldMkLst>
      </pc:sldChg>
      <pc:sldChg chg="modSp mod">
        <pc:chgData name="Ashwani Mishra" userId="15d57bc9-d3a4-4ee8-885b-38ce2f0c857c" providerId="ADAL" clId="{BEC72321-15CF-4721-9E6B-33173EC2C003}" dt="2025-06-03T11:52:18.166" v="277" actId="1035"/>
        <pc:sldMkLst>
          <pc:docMk/>
          <pc:sldMk cId="1433058619" sldId="2145709062"/>
        </pc:sldMkLst>
      </pc:sldChg>
      <pc:sldChg chg="addSp delSp modSp mod">
        <pc:chgData name="Ashwani Mishra" userId="15d57bc9-d3a4-4ee8-885b-38ce2f0c857c" providerId="ADAL" clId="{BEC72321-15CF-4721-9E6B-33173EC2C003}" dt="2025-06-03T11:48:12.601" v="44" actId="478"/>
        <pc:sldMkLst>
          <pc:docMk/>
          <pc:sldMk cId="1940949243" sldId="2145709065"/>
        </pc:sldMkLst>
      </pc:sldChg>
      <pc:sldChg chg="del">
        <pc:chgData name="Ashwani Mishra" userId="15d57bc9-d3a4-4ee8-885b-38ce2f0c857c" providerId="ADAL" clId="{BEC72321-15CF-4721-9E6B-33173EC2C003}" dt="2025-05-27T10:13:10.731" v="11" actId="47"/>
        <pc:sldMkLst>
          <pc:docMk/>
          <pc:sldMk cId="3658085823" sldId="2145709157"/>
        </pc:sldMkLst>
      </pc:sldChg>
      <pc:sldChg chg="del">
        <pc:chgData name="Ashwani Mishra" userId="15d57bc9-d3a4-4ee8-885b-38ce2f0c857c" providerId="ADAL" clId="{BEC72321-15CF-4721-9E6B-33173EC2C003}" dt="2025-05-27T10:13:10.731" v="11" actId="47"/>
        <pc:sldMkLst>
          <pc:docMk/>
          <pc:sldMk cId="432471066" sldId="2145709168"/>
        </pc:sldMkLst>
      </pc:sldChg>
      <pc:sldChg chg="del">
        <pc:chgData name="Ashwani Mishra" userId="15d57bc9-d3a4-4ee8-885b-38ce2f0c857c" providerId="ADAL" clId="{BEC72321-15CF-4721-9E6B-33173EC2C003}" dt="2025-05-27T10:13:10.731" v="11" actId="47"/>
        <pc:sldMkLst>
          <pc:docMk/>
          <pc:sldMk cId="1478649589" sldId="2145709191"/>
        </pc:sldMkLst>
      </pc:sldChg>
      <pc:sldChg chg="add del">
        <pc:chgData name="Ashwani Mishra" userId="15d57bc9-d3a4-4ee8-885b-38ce2f0c857c" providerId="ADAL" clId="{BEC72321-15CF-4721-9E6B-33173EC2C003}" dt="2025-05-27T10:13:10.731" v="11" actId="47"/>
        <pc:sldMkLst>
          <pc:docMk/>
          <pc:sldMk cId="2719157650" sldId="2145709215"/>
        </pc:sldMkLst>
      </pc:sldChg>
      <pc:sldChg chg="del">
        <pc:chgData name="Ashwani Mishra" userId="15d57bc9-d3a4-4ee8-885b-38ce2f0c857c" providerId="ADAL" clId="{BEC72321-15CF-4721-9E6B-33173EC2C003}" dt="2025-05-27T10:13:10.731" v="11" actId="47"/>
        <pc:sldMkLst>
          <pc:docMk/>
          <pc:sldMk cId="3800592211" sldId="2145709219"/>
        </pc:sldMkLst>
      </pc:sldChg>
      <pc:sldChg chg="del">
        <pc:chgData name="Ashwani Mishra" userId="15d57bc9-d3a4-4ee8-885b-38ce2f0c857c" providerId="ADAL" clId="{BEC72321-15CF-4721-9E6B-33173EC2C003}" dt="2025-05-27T10:13:10.731" v="11" actId="47"/>
        <pc:sldMkLst>
          <pc:docMk/>
          <pc:sldMk cId="1613334812" sldId="2145709220"/>
        </pc:sldMkLst>
      </pc:sldChg>
      <pc:sldChg chg="del">
        <pc:chgData name="Ashwani Mishra" userId="15d57bc9-d3a4-4ee8-885b-38ce2f0c857c" providerId="ADAL" clId="{BEC72321-15CF-4721-9E6B-33173EC2C003}" dt="2025-05-27T10:13:10.731" v="11" actId="47"/>
        <pc:sldMkLst>
          <pc:docMk/>
          <pc:sldMk cId="694823645" sldId="2145709221"/>
        </pc:sldMkLst>
      </pc:sldChg>
      <pc:sldChg chg="del">
        <pc:chgData name="Ashwani Mishra" userId="15d57bc9-d3a4-4ee8-885b-38ce2f0c857c" providerId="ADAL" clId="{BEC72321-15CF-4721-9E6B-33173EC2C003}" dt="2025-05-27T10:12:47.249" v="7" actId="47"/>
        <pc:sldMkLst>
          <pc:docMk/>
          <pc:sldMk cId="2841593980" sldId="2147376426"/>
        </pc:sldMkLst>
      </pc:sldChg>
      <pc:sldChg chg="del">
        <pc:chgData name="Ashwani Mishra" userId="15d57bc9-d3a4-4ee8-885b-38ce2f0c857c" providerId="ADAL" clId="{BEC72321-15CF-4721-9E6B-33173EC2C003}" dt="2025-05-27T10:12:47.249" v="7" actId="47"/>
        <pc:sldMkLst>
          <pc:docMk/>
          <pc:sldMk cId="2656991403" sldId="2147376427"/>
        </pc:sldMkLst>
      </pc:sldChg>
      <pc:sldChg chg="modSp mod">
        <pc:chgData name="Ashwani Mishra" userId="15d57bc9-d3a4-4ee8-885b-38ce2f0c857c" providerId="ADAL" clId="{BEC72321-15CF-4721-9E6B-33173EC2C003}" dt="2025-06-03T12:16:49.735" v="358" actId="20577"/>
        <pc:sldMkLst>
          <pc:docMk/>
          <pc:sldMk cId="3576340285" sldId="2147376479"/>
        </pc:sldMkLst>
      </pc:sldChg>
      <pc:sldChg chg="del">
        <pc:chgData name="Ashwani Mishra" userId="15d57bc9-d3a4-4ee8-885b-38ce2f0c857c" providerId="ADAL" clId="{BEC72321-15CF-4721-9E6B-33173EC2C003}" dt="2025-05-27T10:12:47.249" v="7" actId="47"/>
        <pc:sldMkLst>
          <pc:docMk/>
          <pc:sldMk cId="3424460635" sldId="2147376480"/>
        </pc:sldMkLst>
      </pc:sldChg>
      <pc:sldChg chg="addSp delSp modSp mod">
        <pc:chgData name="Ashwani Mishra" userId="15d57bc9-d3a4-4ee8-885b-38ce2f0c857c" providerId="ADAL" clId="{BEC72321-15CF-4721-9E6B-33173EC2C003}" dt="2025-06-03T11:52:11.801" v="274" actId="1035"/>
        <pc:sldMkLst>
          <pc:docMk/>
          <pc:sldMk cId="1035693169" sldId="2147376613"/>
        </pc:sldMkLst>
      </pc:sldChg>
      <pc:sldChg chg="addSp delSp modSp mod">
        <pc:chgData name="Ashwani Mishra" userId="15d57bc9-d3a4-4ee8-885b-38ce2f0c857c" providerId="ADAL" clId="{BEC72321-15CF-4721-9E6B-33173EC2C003}" dt="2025-06-03T11:50:29.004" v="240" actId="1035"/>
        <pc:sldMkLst>
          <pc:docMk/>
          <pc:sldMk cId="402419678" sldId="2147376614"/>
        </pc:sldMkLst>
      </pc:sldChg>
      <pc:sldChg chg="del">
        <pc:chgData name="Ashwani Mishra" userId="15d57bc9-d3a4-4ee8-885b-38ce2f0c857c" providerId="ADAL" clId="{BEC72321-15CF-4721-9E6B-33173EC2C003}" dt="2025-05-27T10:12:56.902" v="10" actId="47"/>
        <pc:sldMkLst>
          <pc:docMk/>
          <pc:sldMk cId="418202682" sldId="2147376615"/>
        </pc:sldMkLst>
      </pc:sldChg>
      <pc:sldChg chg="del">
        <pc:chgData name="Ashwani Mishra" userId="15d57bc9-d3a4-4ee8-885b-38ce2f0c857c" providerId="ADAL" clId="{BEC72321-15CF-4721-9E6B-33173EC2C003}" dt="2025-05-27T10:12:50.211" v="8" actId="47"/>
        <pc:sldMkLst>
          <pc:docMk/>
          <pc:sldMk cId="222882548" sldId="2147376618"/>
        </pc:sldMkLst>
      </pc:sldChg>
      <pc:sldChg chg="del">
        <pc:chgData name="Ashwani Mishra" userId="15d57bc9-d3a4-4ee8-885b-38ce2f0c857c" providerId="ADAL" clId="{BEC72321-15CF-4721-9E6B-33173EC2C003}" dt="2025-05-27T10:12:53.572" v="9" actId="47"/>
        <pc:sldMkLst>
          <pc:docMk/>
          <pc:sldMk cId="671220431" sldId="2147376622"/>
        </pc:sldMkLst>
      </pc:sldChg>
      <pc:sldChg chg="del">
        <pc:chgData name="Ashwani Mishra" userId="15d57bc9-d3a4-4ee8-885b-38ce2f0c857c" providerId="ADAL" clId="{BEC72321-15CF-4721-9E6B-33173EC2C003}" dt="2025-05-27T10:12:50.211" v="8" actId="47"/>
        <pc:sldMkLst>
          <pc:docMk/>
          <pc:sldMk cId="3839465103" sldId="2147376636"/>
        </pc:sldMkLst>
      </pc:sldChg>
      <pc:sldChg chg="del">
        <pc:chgData name="Ashwani Mishra" userId="15d57bc9-d3a4-4ee8-885b-38ce2f0c857c" providerId="ADAL" clId="{BEC72321-15CF-4721-9E6B-33173EC2C003}" dt="2025-05-27T10:12:53.572" v="9" actId="47"/>
        <pc:sldMkLst>
          <pc:docMk/>
          <pc:sldMk cId="573594142" sldId="2147376639"/>
        </pc:sldMkLst>
      </pc:sldChg>
      <pc:sldChg chg="del">
        <pc:chgData name="Ashwani Mishra" userId="15d57bc9-d3a4-4ee8-885b-38ce2f0c857c" providerId="ADAL" clId="{BEC72321-15CF-4721-9E6B-33173EC2C003}" dt="2025-05-27T10:12:56.902" v="10" actId="47"/>
        <pc:sldMkLst>
          <pc:docMk/>
          <pc:sldMk cId="3904791787" sldId="2147376640"/>
        </pc:sldMkLst>
      </pc:sldChg>
      <pc:sldChg chg="del">
        <pc:chgData name="Ashwani Mishra" userId="15d57bc9-d3a4-4ee8-885b-38ce2f0c857c" providerId="ADAL" clId="{BEC72321-15CF-4721-9E6B-33173EC2C003}" dt="2025-05-27T10:12:50.211" v="8" actId="47"/>
        <pc:sldMkLst>
          <pc:docMk/>
          <pc:sldMk cId="65857030" sldId="2147376655"/>
        </pc:sldMkLst>
      </pc:sldChg>
      <pc:sldChg chg="del">
        <pc:chgData name="Ashwani Mishra" userId="15d57bc9-d3a4-4ee8-885b-38ce2f0c857c" providerId="ADAL" clId="{BEC72321-15CF-4721-9E6B-33173EC2C003}" dt="2025-05-27T10:12:53.572" v="9" actId="47"/>
        <pc:sldMkLst>
          <pc:docMk/>
          <pc:sldMk cId="2832218767" sldId="2147376696"/>
        </pc:sldMkLst>
      </pc:sldChg>
      <pc:sldChg chg="modSp mod">
        <pc:chgData name="Ashwani Mishra" userId="15d57bc9-d3a4-4ee8-885b-38ce2f0c857c" providerId="ADAL" clId="{BEC72321-15CF-4721-9E6B-33173EC2C003}" dt="2025-06-03T11:53:53.664" v="322" actId="20577"/>
        <pc:sldMkLst>
          <pc:docMk/>
          <pc:sldMk cId="3697540684" sldId="2147376697"/>
        </pc:sldMkLst>
      </pc:sldChg>
      <pc:sldChg chg="del">
        <pc:chgData name="Ashwani Mishra" userId="15d57bc9-d3a4-4ee8-885b-38ce2f0c857c" providerId="ADAL" clId="{BEC72321-15CF-4721-9E6B-33173EC2C003}" dt="2025-05-27T10:12:47.249" v="7" actId="47"/>
        <pc:sldMkLst>
          <pc:docMk/>
          <pc:sldMk cId="72037711" sldId="2147376698"/>
        </pc:sldMkLst>
      </pc:sldChg>
      <pc:sldChg chg="del">
        <pc:chgData name="Ashwani Mishra" userId="15d57bc9-d3a4-4ee8-885b-38ce2f0c857c" providerId="ADAL" clId="{BEC72321-15CF-4721-9E6B-33173EC2C003}" dt="2025-05-27T10:12:34.167" v="0" actId="47"/>
        <pc:sldMkLst>
          <pc:docMk/>
          <pc:sldMk cId="4010021905" sldId="2147376700"/>
        </pc:sldMkLst>
      </pc:sldChg>
      <pc:sldChg chg="del">
        <pc:chgData name="Ashwani Mishra" userId="15d57bc9-d3a4-4ee8-885b-38ce2f0c857c" providerId="ADAL" clId="{BEC72321-15CF-4721-9E6B-33173EC2C003}" dt="2025-05-27T10:13:10.731" v="11" actId="47"/>
        <pc:sldMkLst>
          <pc:docMk/>
          <pc:sldMk cId="3433070542" sldId="2147376701"/>
        </pc:sldMkLst>
      </pc:sldChg>
      <pc:sldChg chg="del">
        <pc:chgData name="Ashwani Mishra" userId="15d57bc9-d3a4-4ee8-885b-38ce2f0c857c" providerId="ADAL" clId="{BEC72321-15CF-4721-9E6B-33173EC2C003}" dt="2025-05-27T10:13:10.731" v="11" actId="47"/>
        <pc:sldMkLst>
          <pc:docMk/>
          <pc:sldMk cId="2495040766" sldId="2147376702"/>
        </pc:sldMkLst>
      </pc:sldChg>
      <pc:sldChg chg="del">
        <pc:chgData name="Ashwani Mishra" userId="15d57bc9-d3a4-4ee8-885b-38ce2f0c857c" providerId="ADAL" clId="{BEC72321-15CF-4721-9E6B-33173EC2C003}" dt="2025-05-27T10:13:10.731" v="11" actId="47"/>
        <pc:sldMkLst>
          <pc:docMk/>
          <pc:sldMk cId="3660011275" sldId="2147376703"/>
        </pc:sldMkLst>
      </pc:sldChg>
      <pc:sldChg chg="del">
        <pc:chgData name="Ashwani Mishra" userId="15d57bc9-d3a4-4ee8-885b-38ce2f0c857c" providerId="ADAL" clId="{BEC72321-15CF-4721-9E6B-33173EC2C003}" dt="2025-05-27T10:13:10.731" v="11" actId="47"/>
        <pc:sldMkLst>
          <pc:docMk/>
          <pc:sldMk cId="3556828421" sldId="2147376704"/>
        </pc:sldMkLst>
      </pc:sldChg>
      <pc:sldChg chg="del">
        <pc:chgData name="Ashwani Mishra" userId="15d57bc9-d3a4-4ee8-885b-38ce2f0c857c" providerId="ADAL" clId="{BEC72321-15CF-4721-9E6B-33173EC2C003}" dt="2025-05-27T10:13:10.731" v="11" actId="47"/>
        <pc:sldMkLst>
          <pc:docMk/>
          <pc:sldMk cId="1020428610" sldId="2147376705"/>
        </pc:sldMkLst>
      </pc:sldChg>
      <pc:sldChg chg="del">
        <pc:chgData name="Ashwani Mishra" userId="15d57bc9-d3a4-4ee8-885b-38ce2f0c857c" providerId="ADAL" clId="{BEC72321-15CF-4721-9E6B-33173EC2C003}" dt="2025-05-27T10:13:10.731" v="11" actId="47"/>
        <pc:sldMkLst>
          <pc:docMk/>
          <pc:sldMk cId="2634282041" sldId="2147376706"/>
        </pc:sldMkLst>
      </pc:sldChg>
      <pc:sldChg chg="del">
        <pc:chgData name="Ashwani Mishra" userId="15d57bc9-d3a4-4ee8-885b-38ce2f0c857c" providerId="ADAL" clId="{BEC72321-15CF-4721-9E6B-33173EC2C003}" dt="2025-05-27T10:13:10.731" v="11" actId="47"/>
        <pc:sldMkLst>
          <pc:docMk/>
          <pc:sldMk cId="2751895764" sldId="2147376707"/>
        </pc:sldMkLst>
      </pc:sldChg>
      <pc:sldChg chg="del">
        <pc:chgData name="Ashwani Mishra" userId="15d57bc9-d3a4-4ee8-885b-38ce2f0c857c" providerId="ADAL" clId="{BEC72321-15CF-4721-9E6B-33173EC2C003}" dt="2025-05-27T10:13:10.731" v="11" actId="47"/>
        <pc:sldMkLst>
          <pc:docMk/>
          <pc:sldMk cId="1109104479" sldId="2147376708"/>
        </pc:sldMkLst>
      </pc:sldChg>
      <pc:sldChg chg="del">
        <pc:chgData name="Ashwani Mishra" userId="15d57bc9-d3a4-4ee8-885b-38ce2f0c857c" providerId="ADAL" clId="{BEC72321-15CF-4721-9E6B-33173EC2C003}" dt="2025-05-27T10:13:10.731" v="11" actId="47"/>
        <pc:sldMkLst>
          <pc:docMk/>
          <pc:sldMk cId="229778211" sldId="2147376709"/>
        </pc:sldMkLst>
      </pc:sldChg>
      <pc:sldChg chg="del">
        <pc:chgData name="Ashwani Mishra" userId="15d57bc9-d3a4-4ee8-885b-38ce2f0c857c" providerId="ADAL" clId="{BEC72321-15CF-4721-9E6B-33173EC2C003}" dt="2025-05-27T10:13:10.731" v="11" actId="47"/>
        <pc:sldMkLst>
          <pc:docMk/>
          <pc:sldMk cId="935423711" sldId="2147376710"/>
        </pc:sldMkLst>
      </pc:sldChg>
      <pc:sldChg chg="del">
        <pc:chgData name="Ashwani Mishra" userId="15d57bc9-d3a4-4ee8-885b-38ce2f0c857c" providerId="ADAL" clId="{BEC72321-15CF-4721-9E6B-33173EC2C003}" dt="2025-05-27T10:13:10.731" v="11" actId="47"/>
        <pc:sldMkLst>
          <pc:docMk/>
          <pc:sldMk cId="2481122760" sldId="2147376711"/>
        </pc:sldMkLst>
      </pc:sldChg>
      <pc:sldChg chg="del">
        <pc:chgData name="Ashwani Mishra" userId="15d57bc9-d3a4-4ee8-885b-38ce2f0c857c" providerId="ADAL" clId="{BEC72321-15CF-4721-9E6B-33173EC2C003}" dt="2025-05-27T10:13:10.731" v="11" actId="47"/>
        <pc:sldMkLst>
          <pc:docMk/>
          <pc:sldMk cId="1520781175" sldId="2147376712"/>
        </pc:sldMkLst>
      </pc:sldChg>
      <pc:sldChg chg="del">
        <pc:chgData name="Ashwani Mishra" userId="15d57bc9-d3a4-4ee8-885b-38ce2f0c857c" providerId="ADAL" clId="{BEC72321-15CF-4721-9E6B-33173EC2C003}" dt="2025-05-27T10:13:10.731" v="11" actId="47"/>
        <pc:sldMkLst>
          <pc:docMk/>
          <pc:sldMk cId="1435304999" sldId="2147376713"/>
        </pc:sldMkLst>
      </pc:sldChg>
      <pc:sldChg chg="del">
        <pc:chgData name="Ashwani Mishra" userId="15d57bc9-d3a4-4ee8-885b-38ce2f0c857c" providerId="ADAL" clId="{BEC72321-15CF-4721-9E6B-33173EC2C003}" dt="2025-05-27T10:13:10.731" v="11" actId="47"/>
        <pc:sldMkLst>
          <pc:docMk/>
          <pc:sldMk cId="2501579431" sldId="2147376714"/>
        </pc:sldMkLst>
      </pc:sldChg>
      <pc:sldChg chg="del">
        <pc:chgData name="Ashwani Mishra" userId="15d57bc9-d3a4-4ee8-885b-38ce2f0c857c" providerId="ADAL" clId="{BEC72321-15CF-4721-9E6B-33173EC2C003}" dt="2025-05-27T10:13:10.731" v="11" actId="47"/>
        <pc:sldMkLst>
          <pc:docMk/>
          <pc:sldMk cId="664449989" sldId="2147376715"/>
        </pc:sldMkLst>
      </pc:sldChg>
      <pc:sldChg chg="del">
        <pc:chgData name="Ashwani Mishra" userId="15d57bc9-d3a4-4ee8-885b-38ce2f0c857c" providerId="ADAL" clId="{BEC72321-15CF-4721-9E6B-33173EC2C003}" dt="2025-05-27T10:13:10.731" v="11" actId="47"/>
        <pc:sldMkLst>
          <pc:docMk/>
          <pc:sldMk cId="2699178926" sldId="2147376716"/>
        </pc:sldMkLst>
      </pc:sldChg>
      <pc:sldChg chg="del">
        <pc:chgData name="Ashwani Mishra" userId="15d57bc9-d3a4-4ee8-885b-38ce2f0c857c" providerId="ADAL" clId="{BEC72321-15CF-4721-9E6B-33173EC2C003}" dt="2025-05-27T10:13:10.731" v="11" actId="47"/>
        <pc:sldMkLst>
          <pc:docMk/>
          <pc:sldMk cId="628253750" sldId="2147376717"/>
        </pc:sldMkLst>
      </pc:sldChg>
      <pc:sldChg chg="del">
        <pc:chgData name="Ashwani Mishra" userId="15d57bc9-d3a4-4ee8-885b-38ce2f0c857c" providerId="ADAL" clId="{BEC72321-15CF-4721-9E6B-33173EC2C003}" dt="2025-05-27T10:13:10.731" v="11" actId="47"/>
        <pc:sldMkLst>
          <pc:docMk/>
          <pc:sldMk cId="2807645824" sldId="2147376718"/>
        </pc:sldMkLst>
      </pc:sldChg>
      <pc:sldChg chg="addSp delSp modSp mod">
        <pc:chgData name="Ashwani Mishra" userId="15d57bc9-d3a4-4ee8-885b-38ce2f0c857c" providerId="ADAL" clId="{BEC72321-15CF-4721-9E6B-33173EC2C003}" dt="2025-06-03T11:48:58.611" v="85" actId="1035"/>
        <pc:sldMkLst>
          <pc:docMk/>
          <pc:sldMk cId="4076976967" sldId="2147376719"/>
        </pc:sldMkLst>
      </pc:sldChg>
      <pc:sldChg chg="addSp delSp modSp mod">
        <pc:chgData name="Ashwani Mishra" userId="15d57bc9-d3a4-4ee8-885b-38ce2f0c857c" providerId="ADAL" clId="{BEC72321-15CF-4721-9E6B-33173EC2C003}" dt="2025-06-03T11:49:57.935" v="180" actId="1035"/>
        <pc:sldMkLst>
          <pc:docMk/>
          <pc:sldMk cId="1486431657" sldId="2147376720"/>
        </pc:sldMkLst>
      </pc:sldChg>
      <pc:sldChg chg="addSp delSp modSp mod">
        <pc:chgData name="Ashwani Mishra" userId="15d57bc9-d3a4-4ee8-885b-38ce2f0c857c" providerId="ADAL" clId="{BEC72321-15CF-4721-9E6B-33173EC2C003}" dt="2025-06-03T11:49:28.338" v="120" actId="1035"/>
        <pc:sldMkLst>
          <pc:docMk/>
          <pc:sldMk cId="2124297709" sldId="2147376721"/>
        </pc:sldMkLst>
      </pc:sldChg>
      <pc:sldChg chg="addSp delSp modSp add mod">
        <pc:chgData name="Ashwani Mishra" userId="15d57bc9-d3a4-4ee8-885b-38ce2f0c857c" providerId="ADAL" clId="{BEC72321-15CF-4721-9E6B-33173EC2C003}" dt="2025-06-03T12:25:15.671" v="363"/>
        <pc:sldMkLst>
          <pc:docMk/>
          <pc:sldMk cId="1342659779" sldId="2147376722"/>
        </pc:sldMkLst>
      </pc:sldChg>
      <pc:sldChg chg="addSp delSp modSp add mod">
        <pc:chgData name="Ashwani Mishra" userId="15d57bc9-d3a4-4ee8-885b-38ce2f0c857c" providerId="ADAL" clId="{BEC72321-15CF-4721-9E6B-33173EC2C003}" dt="2025-06-03T12:25:45.145" v="367"/>
        <pc:sldMkLst>
          <pc:docMk/>
          <pc:sldMk cId="1183482694" sldId="2147376723"/>
        </pc:sldMkLst>
      </pc:sldChg>
      <pc:sldMasterChg chg="delSldLayout">
        <pc:chgData name="Ashwani Mishra" userId="15d57bc9-d3a4-4ee8-885b-38ce2f0c857c" providerId="ADAL" clId="{BEC72321-15CF-4721-9E6B-33173EC2C003}" dt="2025-05-27T10:12:56.902" v="10" actId="47"/>
        <pc:sldMasterMkLst>
          <pc:docMk/>
          <pc:sldMasterMk cId="848123093" sldId="2147483648"/>
        </pc:sldMasterMkLst>
        <pc:sldLayoutChg chg="del">
          <pc:chgData name="Ashwani Mishra" userId="15d57bc9-d3a4-4ee8-885b-38ce2f0c857c" providerId="ADAL" clId="{BEC72321-15CF-4721-9E6B-33173EC2C003}" dt="2025-05-27T10:12:56.902" v="10" actId="47"/>
          <pc:sldLayoutMkLst>
            <pc:docMk/>
            <pc:sldMasterMk cId="848123093" sldId="2147483648"/>
            <pc:sldLayoutMk cId="2959404532" sldId="2147483691"/>
          </pc:sldLayoutMkLst>
        </pc:sldLayoutChg>
      </pc:sldMasterChg>
    </pc:docChg>
  </pc:docChgLst>
  <pc:docChgLst>
    <pc:chgData name="Ashwani Mishra" userId="15d57bc9-d3a4-4ee8-885b-38ce2f0c857c" providerId="ADAL" clId="{0C908628-89F8-4118-A3EE-29844D690BF4}"/>
    <pc:docChg chg="undo custSel addSld delSld modSld sldOrd">
      <pc:chgData name="Ashwani Mishra" userId="15d57bc9-d3a4-4ee8-885b-38ce2f0c857c" providerId="ADAL" clId="{0C908628-89F8-4118-A3EE-29844D690BF4}" dt="2024-06-27T06:16:26.566" v="931" actId="20577"/>
      <pc:docMkLst>
        <pc:docMk/>
      </pc:docMkLst>
      <pc:sldChg chg="modSp mod">
        <pc:chgData name="Ashwani Mishra" userId="15d57bc9-d3a4-4ee8-885b-38ce2f0c857c" providerId="ADAL" clId="{0C908628-89F8-4118-A3EE-29844D690BF4}" dt="2024-06-26T09:17:28.845" v="606"/>
        <pc:sldMkLst>
          <pc:docMk/>
          <pc:sldMk cId="789466733" sldId="591"/>
        </pc:sldMkLst>
      </pc:sldChg>
      <pc:sldChg chg="add">
        <pc:chgData name="Ashwani Mishra" userId="15d57bc9-d3a4-4ee8-885b-38ce2f0c857c" providerId="ADAL" clId="{0C908628-89F8-4118-A3EE-29844D690BF4}" dt="2024-06-26T09:19:21.182" v="608"/>
        <pc:sldMkLst>
          <pc:docMk/>
          <pc:sldMk cId="124968358" sldId="5928"/>
        </pc:sldMkLst>
      </pc:sldChg>
      <pc:sldChg chg="del">
        <pc:chgData name="Ashwani Mishra" userId="15d57bc9-d3a4-4ee8-885b-38ce2f0c857c" providerId="ADAL" clId="{0C908628-89F8-4118-A3EE-29844D690BF4}" dt="2024-06-26T09:19:17.459" v="607" actId="2696"/>
        <pc:sldMkLst>
          <pc:docMk/>
          <pc:sldMk cId="902625032" sldId="5928"/>
        </pc:sldMkLst>
      </pc:sldChg>
      <pc:sldChg chg="del">
        <pc:chgData name="Ashwani Mishra" userId="15d57bc9-d3a4-4ee8-885b-38ce2f0c857c" providerId="ADAL" clId="{0C908628-89F8-4118-A3EE-29844D690BF4}" dt="2024-06-26T09:19:17.459" v="607" actId="2696"/>
        <pc:sldMkLst>
          <pc:docMk/>
          <pc:sldMk cId="2506995720" sldId="6031"/>
        </pc:sldMkLst>
      </pc:sldChg>
      <pc:sldChg chg="add">
        <pc:chgData name="Ashwani Mishra" userId="15d57bc9-d3a4-4ee8-885b-38ce2f0c857c" providerId="ADAL" clId="{0C908628-89F8-4118-A3EE-29844D690BF4}" dt="2024-06-26T09:19:21.182" v="608"/>
        <pc:sldMkLst>
          <pc:docMk/>
          <pc:sldMk cId="4095797323" sldId="6031"/>
        </pc:sldMkLst>
      </pc:sldChg>
      <pc:sldChg chg="add">
        <pc:chgData name="Ashwani Mishra" userId="15d57bc9-d3a4-4ee8-885b-38ce2f0c857c" providerId="ADAL" clId="{0C908628-89F8-4118-A3EE-29844D690BF4}" dt="2024-06-26T09:19:21.182" v="608"/>
        <pc:sldMkLst>
          <pc:docMk/>
          <pc:sldMk cId="2960193944" sldId="6032"/>
        </pc:sldMkLst>
      </pc:sldChg>
      <pc:sldChg chg="del">
        <pc:chgData name="Ashwani Mishra" userId="15d57bc9-d3a4-4ee8-885b-38ce2f0c857c" providerId="ADAL" clId="{0C908628-89F8-4118-A3EE-29844D690BF4}" dt="2024-06-26T09:19:17.459" v="607" actId="2696"/>
        <pc:sldMkLst>
          <pc:docMk/>
          <pc:sldMk cId="3881750626" sldId="6032"/>
        </pc:sldMkLst>
      </pc:sldChg>
      <pc:sldChg chg="del">
        <pc:chgData name="Ashwani Mishra" userId="15d57bc9-d3a4-4ee8-885b-38ce2f0c857c" providerId="ADAL" clId="{0C908628-89F8-4118-A3EE-29844D690BF4}" dt="2024-06-26T09:19:17.459" v="607" actId="2696"/>
        <pc:sldMkLst>
          <pc:docMk/>
          <pc:sldMk cId="3101900149" sldId="6033"/>
        </pc:sldMkLst>
      </pc:sldChg>
      <pc:sldChg chg="add">
        <pc:chgData name="Ashwani Mishra" userId="15d57bc9-d3a4-4ee8-885b-38ce2f0c857c" providerId="ADAL" clId="{0C908628-89F8-4118-A3EE-29844D690BF4}" dt="2024-06-26T09:19:21.182" v="608"/>
        <pc:sldMkLst>
          <pc:docMk/>
          <pc:sldMk cId="3762988662" sldId="6033"/>
        </pc:sldMkLst>
      </pc:sldChg>
      <pc:sldChg chg="del">
        <pc:chgData name="Ashwani Mishra" userId="15d57bc9-d3a4-4ee8-885b-38ce2f0c857c" providerId="ADAL" clId="{0C908628-89F8-4118-A3EE-29844D690BF4}" dt="2024-06-26T09:19:17.459" v="607" actId="2696"/>
        <pc:sldMkLst>
          <pc:docMk/>
          <pc:sldMk cId="106795822" sldId="6034"/>
        </pc:sldMkLst>
      </pc:sldChg>
      <pc:sldChg chg="add">
        <pc:chgData name="Ashwani Mishra" userId="15d57bc9-d3a4-4ee8-885b-38ce2f0c857c" providerId="ADAL" clId="{0C908628-89F8-4118-A3EE-29844D690BF4}" dt="2024-06-26T09:19:21.182" v="608"/>
        <pc:sldMkLst>
          <pc:docMk/>
          <pc:sldMk cId="232938452" sldId="6034"/>
        </pc:sldMkLst>
      </pc:sldChg>
      <pc:sldChg chg="add">
        <pc:chgData name="Ashwani Mishra" userId="15d57bc9-d3a4-4ee8-885b-38ce2f0c857c" providerId="ADAL" clId="{0C908628-89F8-4118-A3EE-29844D690BF4}" dt="2024-06-26T09:19:21.182" v="608"/>
        <pc:sldMkLst>
          <pc:docMk/>
          <pc:sldMk cId="1983986002" sldId="6035"/>
        </pc:sldMkLst>
      </pc:sldChg>
      <pc:sldChg chg="del">
        <pc:chgData name="Ashwani Mishra" userId="15d57bc9-d3a4-4ee8-885b-38ce2f0c857c" providerId="ADAL" clId="{0C908628-89F8-4118-A3EE-29844D690BF4}" dt="2024-06-26T09:19:17.459" v="607" actId="2696"/>
        <pc:sldMkLst>
          <pc:docMk/>
          <pc:sldMk cId="2515747275" sldId="6035"/>
        </pc:sldMkLst>
      </pc:sldChg>
      <pc:sldChg chg="delSp modSp del mod">
        <pc:chgData name="Ashwani Mishra" userId="15d57bc9-d3a4-4ee8-885b-38ce2f0c857c" providerId="ADAL" clId="{0C908628-89F8-4118-A3EE-29844D690BF4}" dt="2024-06-26T09:19:25.916" v="609" actId="2696"/>
        <pc:sldMkLst>
          <pc:docMk/>
          <pc:sldMk cId="4274876319" sldId="6038"/>
        </pc:sldMkLst>
      </pc:sldChg>
      <pc:sldChg chg="add">
        <pc:chgData name="Ashwani Mishra" userId="15d57bc9-d3a4-4ee8-885b-38ce2f0c857c" providerId="ADAL" clId="{0C908628-89F8-4118-A3EE-29844D690BF4}" dt="2024-06-26T09:20:05.032" v="613"/>
        <pc:sldMkLst>
          <pc:docMk/>
          <pc:sldMk cId="1468102244" sldId="6248"/>
        </pc:sldMkLst>
      </pc:sldChg>
      <pc:sldChg chg="del ord">
        <pc:chgData name="Ashwani Mishra" userId="15d57bc9-d3a4-4ee8-885b-38ce2f0c857c" providerId="ADAL" clId="{0C908628-89F8-4118-A3EE-29844D690BF4}" dt="2024-06-26T09:20:01.521" v="612" actId="2696"/>
        <pc:sldMkLst>
          <pc:docMk/>
          <pc:sldMk cId="2143177125" sldId="6248"/>
        </pc:sldMkLst>
      </pc:sldChg>
      <pc:sldChg chg="modSp mod">
        <pc:chgData name="Ashwani Mishra" userId="15d57bc9-d3a4-4ee8-885b-38ce2f0c857c" providerId="ADAL" clId="{0C908628-89F8-4118-A3EE-29844D690BF4}" dt="2024-06-26T11:24:03.438" v="839" actId="20577"/>
        <pc:sldMkLst>
          <pc:docMk/>
          <pc:sldMk cId="221505521" sldId="6321"/>
        </pc:sldMkLst>
      </pc:sldChg>
      <pc:sldChg chg="modSp mod">
        <pc:chgData name="Ashwani Mishra" userId="15d57bc9-d3a4-4ee8-885b-38ce2f0c857c" providerId="ADAL" clId="{0C908628-89F8-4118-A3EE-29844D690BF4}" dt="2024-06-26T11:24:17.077" v="842" actId="20577"/>
        <pc:sldMkLst>
          <pc:docMk/>
          <pc:sldMk cId="362077388" sldId="6322"/>
        </pc:sldMkLst>
      </pc:sldChg>
      <pc:sldChg chg="modSp mod">
        <pc:chgData name="Ashwani Mishra" userId="15d57bc9-d3a4-4ee8-885b-38ce2f0c857c" providerId="ADAL" clId="{0C908628-89F8-4118-A3EE-29844D690BF4}" dt="2024-06-26T11:24:25.037" v="845" actId="20577"/>
        <pc:sldMkLst>
          <pc:docMk/>
          <pc:sldMk cId="2233062774" sldId="6323"/>
        </pc:sldMkLst>
      </pc:sldChg>
      <pc:sldChg chg="modSp mod">
        <pc:chgData name="Ashwani Mishra" userId="15d57bc9-d3a4-4ee8-885b-38ce2f0c857c" providerId="ADAL" clId="{0C908628-89F8-4118-A3EE-29844D690BF4}" dt="2024-06-26T07:58:57.060" v="344" actId="2711"/>
        <pc:sldMkLst>
          <pc:docMk/>
          <pc:sldMk cId="799634694" sldId="2145708978"/>
        </pc:sldMkLst>
      </pc:sldChg>
      <pc:sldChg chg="modSp mod">
        <pc:chgData name="Ashwani Mishra" userId="15d57bc9-d3a4-4ee8-885b-38ce2f0c857c" providerId="ADAL" clId="{0C908628-89F8-4118-A3EE-29844D690BF4}" dt="2024-06-26T07:19:45.530" v="6"/>
        <pc:sldMkLst>
          <pc:docMk/>
          <pc:sldMk cId="2915413342" sldId="2145709040"/>
        </pc:sldMkLst>
      </pc:sldChg>
      <pc:sldChg chg="modSp mod">
        <pc:chgData name="Ashwani Mishra" userId="15d57bc9-d3a4-4ee8-885b-38ce2f0c857c" providerId="ADAL" clId="{0C908628-89F8-4118-A3EE-29844D690BF4}" dt="2024-06-26T07:36:14.380" v="145"/>
        <pc:sldMkLst>
          <pc:docMk/>
          <pc:sldMk cId="2170024570" sldId="2145709043"/>
        </pc:sldMkLst>
      </pc:sldChg>
      <pc:sldChg chg="modSp mod">
        <pc:chgData name="Ashwani Mishra" userId="15d57bc9-d3a4-4ee8-885b-38ce2f0c857c" providerId="ADAL" clId="{0C908628-89F8-4118-A3EE-29844D690BF4}" dt="2024-06-26T12:40:06.134" v="881"/>
        <pc:sldMkLst>
          <pc:docMk/>
          <pc:sldMk cId="1060553319" sldId="2145709045"/>
        </pc:sldMkLst>
      </pc:sldChg>
      <pc:sldChg chg="addSp delSp modSp mod">
        <pc:chgData name="Ashwani Mishra" userId="15d57bc9-d3a4-4ee8-885b-38ce2f0c857c" providerId="ADAL" clId="{0C908628-89F8-4118-A3EE-29844D690BF4}" dt="2024-06-26T12:40:13.631" v="883"/>
        <pc:sldMkLst>
          <pc:docMk/>
          <pc:sldMk cId="2233215685" sldId="2145709046"/>
        </pc:sldMkLst>
      </pc:sldChg>
      <pc:sldChg chg="modSp">
        <pc:chgData name="Ashwani Mishra" userId="15d57bc9-d3a4-4ee8-885b-38ce2f0c857c" providerId="ADAL" clId="{0C908628-89F8-4118-A3EE-29844D690BF4}" dt="2024-06-26T12:41:45.527" v="884"/>
        <pc:sldMkLst>
          <pc:docMk/>
          <pc:sldMk cId="3750506967" sldId="2145709048"/>
        </pc:sldMkLst>
      </pc:sldChg>
      <pc:sldChg chg="modSp mod">
        <pc:chgData name="Ashwani Mishra" userId="15d57bc9-d3a4-4ee8-885b-38ce2f0c857c" providerId="ADAL" clId="{0C908628-89F8-4118-A3EE-29844D690BF4}" dt="2024-06-26T07:43:21.224" v="275"/>
        <pc:sldMkLst>
          <pc:docMk/>
          <pc:sldMk cId="1444399480" sldId="2145709053"/>
        </pc:sldMkLst>
      </pc:sldChg>
      <pc:sldChg chg="modSp mod">
        <pc:chgData name="Ashwani Mishra" userId="15d57bc9-d3a4-4ee8-885b-38ce2f0c857c" providerId="ADAL" clId="{0C908628-89F8-4118-A3EE-29844D690BF4}" dt="2024-06-26T11:21:42.505" v="798" actId="108"/>
        <pc:sldMkLst>
          <pc:docMk/>
          <pc:sldMk cId="1799826521" sldId="2145709055"/>
        </pc:sldMkLst>
      </pc:sldChg>
      <pc:sldChg chg="modSp mod">
        <pc:chgData name="Ashwani Mishra" userId="15d57bc9-d3a4-4ee8-885b-38ce2f0c857c" providerId="ADAL" clId="{0C908628-89F8-4118-A3EE-29844D690BF4}" dt="2024-06-26T11:21:58.981" v="801" actId="108"/>
        <pc:sldMkLst>
          <pc:docMk/>
          <pc:sldMk cId="3925078302" sldId="2145709056"/>
        </pc:sldMkLst>
      </pc:sldChg>
      <pc:sldChg chg="modSp mod">
        <pc:chgData name="Ashwani Mishra" userId="15d57bc9-d3a4-4ee8-885b-38ce2f0c857c" providerId="ADAL" clId="{0C908628-89F8-4118-A3EE-29844D690BF4}" dt="2024-06-26T11:22:26.288" v="810" actId="20577"/>
        <pc:sldMkLst>
          <pc:docMk/>
          <pc:sldMk cId="2557009241" sldId="2145709057"/>
        </pc:sldMkLst>
      </pc:sldChg>
      <pc:sldChg chg="modSp mod">
        <pc:chgData name="Ashwani Mishra" userId="15d57bc9-d3a4-4ee8-885b-38ce2f0c857c" providerId="ADAL" clId="{0C908628-89F8-4118-A3EE-29844D690BF4}" dt="2024-06-26T07:41:21.012" v="221"/>
        <pc:sldMkLst>
          <pc:docMk/>
          <pc:sldMk cId="730183974" sldId="2145709066"/>
        </pc:sldMkLst>
      </pc:sldChg>
      <pc:sldChg chg="add">
        <pc:chgData name="Ashwani Mishra" userId="15d57bc9-d3a4-4ee8-885b-38ce2f0c857c" providerId="ADAL" clId="{0C908628-89F8-4118-A3EE-29844D690BF4}" dt="2024-06-26T09:20:05.032" v="613"/>
        <pc:sldMkLst>
          <pc:docMk/>
          <pc:sldMk cId="1596110750" sldId="2145709164"/>
        </pc:sldMkLst>
      </pc:sldChg>
      <pc:sldChg chg="del">
        <pc:chgData name="Ashwani Mishra" userId="15d57bc9-d3a4-4ee8-885b-38ce2f0c857c" providerId="ADAL" clId="{0C908628-89F8-4118-A3EE-29844D690BF4}" dt="2024-06-26T09:20:01.521" v="612" actId="2696"/>
        <pc:sldMkLst>
          <pc:docMk/>
          <pc:sldMk cId="3633257175" sldId="2145709164"/>
        </pc:sldMkLst>
      </pc:sldChg>
      <pc:sldChg chg="modSp mod">
        <pc:chgData name="Ashwani Mishra" userId="15d57bc9-d3a4-4ee8-885b-38ce2f0c857c" providerId="ADAL" clId="{0C908628-89F8-4118-A3EE-29844D690BF4}" dt="2024-06-27T06:16:26.566" v="931" actId="20577"/>
        <pc:sldMkLst>
          <pc:docMk/>
          <pc:sldMk cId="432471066" sldId="2145709168"/>
        </pc:sldMkLst>
      </pc:sldChg>
      <pc:sldChg chg="ord">
        <pc:chgData name="Ashwani Mishra" userId="15d57bc9-d3a4-4ee8-885b-38ce2f0c857c" providerId="ADAL" clId="{0C908628-89F8-4118-A3EE-29844D690BF4}" dt="2024-06-26T09:15:13.650" v="576"/>
        <pc:sldMkLst>
          <pc:docMk/>
          <pc:sldMk cId="4028716161" sldId="2145709169"/>
        </pc:sldMkLst>
      </pc:sldChg>
      <pc:sldChg chg="modSp mod">
        <pc:chgData name="Ashwani Mishra" userId="15d57bc9-d3a4-4ee8-885b-38ce2f0c857c" providerId="ADAL" clId="{0C908628-89F8-4118-A3EE-29844D690BF4}" dt="2024-06-26T07:58:11.602" v="342" actId="20577"/>
        <pc:sldMkLst>
          <pc:docMk/>
          <pc:sldMk cId="2222909355" sldId="2145709171"/>
        </pc:sldMkLst>
      </pc:sldChg>
      <pc:sldChg chg="modSp mod">
        <pc:chgData name="Ashwani Mishra" userId="15d57bc9-d3a4-4ee8-885b-38ce2f0c857c" providerId="ADAL" clId="{0C908628-89F8-4118-A3EE-29844D690BF4}" dt="2024-06-26T12:42:16.579" v="885"/>
        <pc:sldMkLst>
          <pc:docMk/>
          <pc:sldMk cId="1478649589" sldId="2145709191"/>
        </pc:sldMkLst>
      </pc:sldChg>
      <pc:sldChg chg="modSp mod">
        <pc:chgData name="Ashwani Mishra" userId="15d57bc9-d3a4-4ee8-885b-38ce2f0c857c" providerId="ADAL" clId="{0C908628-89F8-4118-A3EE-29844D690BF4}" dt="2024-06-26T12:43:18.126" v="888" actId="20577"/>
        <pc:sldMkLst>
          <pc:docMk/>
          <pc:sldMk cId="3749733307" sldId="2145709200"/>
        </pc:sldMkLst>
      </pc:sldChg>
      <pc:sldChg chg="modSp mod">
        <pc:chgData name="Ashwani Mishra" userId="15d57bc9-d3a4-4ee8-885b-38ce2f0c857c" providerId="ADAL" clId="{0C908628-89F8-4118-A3EE-29844D690BF4}" dt="2024-06-26T12:43:56.235" v="894" actId="20577"/>
        <pc:sldMkLst>
          <pc:docMk/>
          <pc:sldMk cId="509921694" sldId="2145709203"/>
        </pc:sldMkLst>
      </pc:sldChg>
      <pc:sldChg chg="modSp mod">
        <pc:chgData name="Ashwani Mishra" userId="15d57bc9-d3a4-4ee8-885b-38ce2f0c857c" providerId="ADAL" clId="{0C908628-89F8-4118-A3EE-29844D690BF4}" dt="2024-06-26T12:44:11.295" v="897" actId="20577"/>
        <pc:sldMkLst>
          <pc:docMk/>
          <pc:sldMk cId="108617586" sldId="2145709204"/>
        </pc:sldMkLst>
      </pc:sldChg>
      <pc:sldChg chg="modSp mod">
        <pc:chgData name="Ashwani Mishra" userId="15d57bc9-d3a4-4ee8-885b-38ce2f0c857c" providerId="ADAL" clId="{0C908628-89F8-4118-A3EE-29844D690BF4}" dt="2024-06-26T12:44:48.301" v="900" actId="6549"/>
        <pc:sldMkLst>
          <pc:docMk/>
          <pc:sldMk cId="1574735728" sldId="2145709207"/>
        </pc:sldMkLst>
      </pc:sldChg>
      <pc:sldChg chg="modSp mod">
        <pc:chgData name="Ashwani Mishra" userId="15d57bc9-d3a4-4ee8-885b-38ce2f0c857c" providerId="ADAL" clId="{0C908628-89F8-4118-A3EE-29844D690BF4}" dt="2024-06-26T08:21:17.259" v="540" actId="20577"/>
        <pc:sldMkLst>
          <pc:docMk/>
          <pc:sldMk cId="2656657796" sldId="2145709208"/>
        </pc:sldMkLst>
      </pc:sldChg>
      <pc:sldChg chg="modSp mod">
        <pc:chgData name="Ashwani Mishra" userId="15d57bc9-d3a4-4ee8-885b-38ce2f0c857c" providerId="ADAL" clId="{0C908628-89F8-4118-A3EE-29844D690BF4}" dt="2024-06-26T08:21:12.714" v="538" actId="20577"/>
        <pc:sldMkLst>
          <pc:docMk/>
          <pc:sldMk cId="923075846" sldId="2145709209"/>
        </pc:sldMkLst>
      </pc:sldChg>
      <pc:sldChg chg="modSp mod">
        <pc:chgData name="Ashwani Mishra" userId="15d57bc9-d3a4-4ee8-885b-38ce2f0c857c" providerId="ADAL" clId="{0C908628-89F8-4118-A3EE-29844D690BF4}" dt="2024-06-26T08:04:42.065" v="391"/>
        <pc:sldMkLst>
          <pc:docMk/>
          <pc:sldMk cId="723396954" sldId="2145709210"/>
        </pc:sldMkLst>
      </pc:sldChg>
      <pc:sldChg chg="addSp modSp mod">
        <pc:chgData name="Ashwani Mishra" userId="15d57bc9-d3a4-4ee8-885b-38ce2f0c857c" providerId="ADAL" clId="{0C908628-89F8-4118-A3EE-29844D690BF4}" dt="2024-06-26T08:05:46.691" v="394" actId="1076"/>
        <pc:sldMkLst>
          <pc:docMk/>
          <pc:sldMk cId="0" sldId="2145709211"/>
        </pc:sldMkLst>
      </pc:sldChg>
      <pc:sldChg chg="modSp mod">
        <pc:chgData name="Ashwani Mishra" userId="15d57bc9-d3a4-4ee8-885b-38ce2f0c857c" providerId="ADAL" clId="{0C908628-89F8-4118-A3EE-29844D690BF4}" dt="2024-06-26T12:43:31.411" v="891" actId="20577"/>
        <pc:sldMkLst>
          <pc:docMk/>
          <pc:sldMk cId="2611867153" sldId="2145709212"/>
        </pc:sldMkLst>
      </pc:sldChg>
      <pc:sldChg chg="add">
        <pc:chgData name="Ashwani Mishra" userId="15d57bc9-d3a4-4ee8-885b-38ce2f0c857c" providerId="ADAL" clId="{0C908628-89F8-4118-A3EE-29844D690BF4}" dt="2024-06-26T09:14:17.440" v="572"/>
        <pc:sldMkLst>
          <pc:docMk/>
          <pc:sldMk cId="1573293131" sldId="2145709214"/>
        </pc:sldMkLst>
      </pc:sldChg>
      <pc:sldChg chg="del">
        <pc:chgData name="Ashwani Mishra" userId="15d57bc9-d3a4-4ee8-885b-38ce2f0c857c" providerId="ADAL" clId="{0C908628-89F8-4118-A3EE-29844D690BF4}" dt="2024-06-26T09:14:12.628" v="571" actId="2696"/>
        <pc:sldMkLst>
          <pc:docMk/>
          <pc:sldMk cId="3097490130" sldId="2145709214"/>
        </pc:sldMkLst>
      </pc:sldChg>
      <pc:sldChg chg="add">
        <pc:chgData name="Ashwani Mishra" userId="15d57bc9-d3a4-4ee8-885b-38ce2f0c857c" providerId="ADAL" clId="{0C908628-89F8-4118-A3EE-29844D690BF4}" dt="2024-06-26T09:14:35.298" v="574"/>
        <pc:sldMkLst>
          <pc:docMk/>
          <pc:sldMk cId="2679415752" sldId="2145709216"/>
        </pc:sldMkLst>
      </pc:sldChg>
      <pc:sldChg chg="del">
        <pc:chgData name="Ashwani Mishra" userId="15d57bc9-d3a4-4ee8-885b-38ce2f0c857c" providerId="ADAL" clId="{0C908628-89F8-4118-A3EE-29844D690BF4}" dt="2024-06-26T09:14:31.414" v="573" actId="2696"/>
        <pc:sldMkLst>
          <pc:docMk/>
          <pc:sldMk cId="4209638789" sldId="2145709216"/>
        </pc:sldMkLst>
      </pc:sldChg>
      <pc:sldChg chg="add">
        <pc:chgData name="Ashwani Mishra" userId="15d57bc9-d3a4-4ee8-885b-38ce2f0c857c" providerId="ADAL" clId="{0C908628-89F8-4118-A3EE-29844D690BF4}" dt="2024-06-26T09:14:17.440" v="572"/>
        <pc:sldMkLst>
          <pc:docMk/>
          <pc:sldMk cId="174091374" sldId="2145709217"/>
        </pc:sldMkLst>
      </pc:sldChg>
      <pc:sldChg chg="del">
        <pc:chgData name="Ashwani Mishra" userId="15d57bc9-d3a4-4ee8-885b-38ce2f0c857c" providerId="ADAL" clId="{0C908628-89F8-4118-A3EE-29844D690BF4}" dt="2024-06-26T07:36:25.939" v="146" actId="2696"/>
        <pc:sldMkLst>
          <pc:docMk/>
          <pc:sldMk cId="2930840622" sldId="2145709217"/>
        </pc:sldMkLst>
      </pc:sldChg>
      <pc:sldChg chg="add del">
        <pc:chgData name="Ashwani Mishra" userId="15d57bc9-d3a4-4ee8-885b-38ce2f0c857c" providerId="ADAL" clId="{0C908628-89F8-4118-A3EE-29844D690BF4}" dt="2024-06-26T09:14:12.628" v="571" actId="2696"/>
        <pc:sldMkLst>
          <pc:docMk/>
          <pc:sldMk cId="3041929623" sldId="2145709217"/>
        </pc:sldMkLst>
      </pc:sldChg>
      <pc:sldChg chg="del">
        <pc:chgData name="Ashwani Mishra" userId="15d57bc9-d3a4-4ee8-885b-38ce2f0c857c" providerId="ADAL" clId="{0C908628-89F8-4118-A3EE-29844D690BF4}" dt="2024-06-26T09:14:12.628" v="571" actId="2696"/>
        <pc:sldMkLst>
          <pc:docMk/>
          <pc:sldMk cId="1761924982" sldId="2145709218"/>
        </pc:sldMkLst>
      </pc:sldChg>
      <pc:sldChg chg="add">
        <pc:chgData name="Ashwani Mishra" userId="15d57bc9-d3a4-4ee8-885b-38ce2f0c857c" providerId="ADAL" clId="{0C908628-89F8-4118-A3EE-29844D690BF4}" dt="2024-06-26T09:14:17.440" v="572"/>
        <pc:sldMkLst>
          <pc:docMk/>
          <pc:sldMk cId="1989515576" sldId="2145709218"/>
        </pc:sldMkLst>
      </pc:sldChg>
      <pc:sldChg chg="modSp mod">
        <pc:chgData name="Ashwani Mishra" userId="15d57bc9-d3a4-4ee8-885b-38ce2f0c857c" providerId="ADAL" clId="{0C908628-89F8-4118-A3EE-29844D690BF4}" dt="2024-06-26T08:26:11.234" v="570"/>
        <pc:sldMkLst>
          <pc:docMk/>
          <pc:sldMk cId="1805333659" sldId="2145709231"/>
        </pc:sldMkLst>
      </pc:sldChg>
      <pc:sldChg chg="add">
        <pc:chgData name="Ashwani Mishra" userId="15d57bc9-d3a4-4ee8-885b-38ce2f0c857c" providerId="ADAL" clId="{0C908628-89F8-4118-A3EE-29844D690BF4}" dt="2024-06-26T09:14:17.440" v="572"/>
        <pc:sldMkLst>
          <pc:docMk/>
          <pc:sldMk cId="793196934" sldId="2147376141"/>
        </pc:sldMkLst>
      </pc:sldChg>
      <pc:sldChg chg="del">
        <pc:chgData name="Ashwani Mishra" userId="15d57bc9-d3a4-4ee8-885b-38ce2f0c857c" providerId="ADAL" clId="{0C908628-89F8-4118-A3EE-29844D690BF4}" dt="2024-06-26T09:14:12.628" v="571" actId="2696"/>
        <pc:sldMkLst>
          <pc:docMk/>
          <pc:sldMk cId="884954211" sldId="2147376141"/>
        </pc:sldMkLst>
      </pc:sldChg>
      <pc:sldChg chg="modSp mod">
        <pc:chgData name="Ashwani Mishra" userId="15d57bc9-d3a4-4ee8-885b-38ce2f0c857c" providerId="ADAL" clId="{0C908628-89F8-4118-A3EE-29844D690BF4}" dt="2024-06-26T08:20:02.338" v="518" actId="20577"/>
        <pc:sldMkLst>
          <pc:docMk/>
          <pc:sldMk cId="1563699850" sldId="2147376144"/>
        </pc:sldMkLst>
      </pc:sldChg>
      <pc:sldChg chg="del">
        <pc:chgData name="Ashwani Mishra" userId="15d57bc9-d3a4-4ee8-885b-38ce2f0c857c" providerId="ADAL" clId="{0C908628-89F8-4118-A3EE-29844D690BF4}" dt="2024-06-26T09:19:17.459" v="607" actId="2696"/>
        <pc:sldMkLst>
          <pc:docMk/>
          <pc:sldMk cId="731278685" sldId="2147376145"/>
        </pc:sldMkLst>
      </pc:sldChg>
      <pc:sldChg chg="add">
        <pc:chgData name="Ashwani Mishra" userId="15d57bc9-d3a4-4ee8-885b-38ce2f0c857c" providerId="ADAL" clId="{0C908628-89F8-4118-A3EE-29844D690BF4}" dt="2024-06-26T09:19:21.182" v="608"/>
        <pc:sldMkLst>
          <pc:docMk/>
          <pc:sldMk cId="987636983" sldId="2147376145"/>
        </pc:sldMkLst>
      </pc:sldChg>
      <pc:sldChg chg="del">
        <pc:chgData name="Ashwani Mishra" userId="15d57bc9-d3a4-4ee8-885b-38ce2f0c857c" providerId="ADAL" clId="{0C908628-89F8-4118-A3EE-29844D690BF4}" dt="2024-06-26T09:19:17.459" v="607" actId="2696"/>
        <pc:sldMkLst>
          <pc:docMk/>
          <pc:sldMk cId="1887680349" sldId="2147376146"/>
        </pc:sldMkLst>
      </pc:sldChg>
      <pc:sldChg chg="add">
        <pc:chgData name="Ashwani Mishra" userId="15d57bc9-d3a4-4ee8-885b-38ce2f0c857c" providerId="ADAL" clId="{0C908628-89F8-4118-A3EE-29844D690BF4}" dt="2024-06-26T09:19:21.182" v="608"/>
        <pc:sldMkLst>
          <pc:docMk/>
          <pc:sldMk cId="2347247811" sldId="2147376146"/>
        </pc:sldMkLst>
      </pc:sldChg>
      <pc:sldChg chg="modSp mod">
        <pc:chgData name="Ashwani Mishra" userId="15d57bc9-d3a4-4ee8-885b-38ce2f0c857c" providerId="ADAL" clId="{0C908628-89F8-4118-A3EE-29844D690BF4}" dt="2024-06-26T11:21:08.462" v="795" actId="6549"/>
        <pc:sldMkLst>
          <pc:docMk/>
          <pc:sldMk cId="3709877784" sldId="2147376147"/>
        </pc:sldMkLst>
      </pc:sldChg>
      <pc:sldChg chg="add">
        <pc:chgData name="Ashwani Mishra" userId="15d57bc9-d3a4-4ee8-885b-38ce2f0c857c" providerId="ADAL" clId="{0C908628-89F8-4118-A3EE-29844D690BF4}" dt="2024-06-26T09:20:27.972" v="615"/>
        <pc:sldMkLst>
          <pc:docMk/>
          <pc:sldMk cId="3507719620" sldId="2147376148"/>
        </pc:sldMkLst>
      </pc:sldChg>
      <pc:sldChg chg="del">
        <pc:chgData name="Ashwani Mishra" userId="15d57bc9-d3a4-4ee8-885b-38ce2f0c857c" providerId="ADAL" clId="{0C908628-89F8-4118-A3EE-29844D690BF4}" dt="2024-06-26T09:20:24.823" v="614" actId="2696"/>
        <pc:sldMkLst>
          <pc:docMk/>
          <pc:sldMk cId="3963502927" sldId="2147376148"/>
        </pc:sldMkLst>
      </pc:sldChg>
      <pc:sldChg chg="add">
        <pc:chgData name="Ashwani Mishra" userId="15d57bc9-d3a4-4ee8-885b-38ce2f0c857c" providerId="ADAL" clId="{0C908628-89F8-4118-A3EE-29844D690BF4}" dt="2024-06-26T09:20:27.972" v="615"/>
        <pc:sldMkLst>
          <pc:docMk/>
          <pc:sldMk cId="1179812339" sldId="2147376149"/>
        </pc:sldMkLst>
      </pc:sldChg>
      <pc:sldChg chg="del">
        <pc:chgData name="Ashwani Mishra" userId="15d57bc9-d3a4-4ee8-885b-38ce2f0c857c" providerId="ADAL" clId="{0C908628-89F8-4118-A3EE-29844D690BF4}" dt="2024-06-26T09:20:24.823" v="614" actId="2696"/>
        <pc:sldMkLst>
          <pc:docMk/>
          <pc:sldMk cId="1475360595" sldId="2147376149"/>
        </pc:sldMkLst>
      </pc:sldChg>
      <pc:sldChg chg="del">
        <pc:chgData name="Ashwani Mishra" userId="15d57bc9-d3a4-4ee8-885b-38ce2f0c857c" providerId="ADAL" clId="{0C908628-89F8-4118-A3EE-29844D690BF4}" dt="2024-06-26T09:20:24.823" v="614" actId="2696"/>
        <pc:sldMkLst>
          <pc:docMk/>
          <pc:sldMk cId="404566268" sldId="2147376150"/>
        </pc:sldMkLst>
      </pc:sldChg>
      <pc:sldChg chg="add">
        <pc:chgData name="Ashwani Mishra" userId="15d57bc9-d3a4-4ee8-885b-38ce2f0c857c" providerId="ADAL" clId="{0C908628-89F8-4118-A3EE-29844D690BF4}" dt="2024-06-26T09:20:27.972" v="615"/>
        <pc:sldMkLst>
          <pc:docMk/>
          <pc:sldMk cId="2241610559" sldId="2147376150"/>
        </pc:sldMkLst>
      </pc:sldChg>
      <pc:sldChg chg="del">
        <pc:chgData name="Ashwani Mishra" userId="15d57bc9-d3a4-4ee8-885b-38ce2f0c857c" providerId="ADAL" clId="{0C908628-89F8-4118-A3EE-29844D690BF4}" dt="2024-06-26T09:20:24.823" v="614" actId="2696"/>
        <pc:sldMkLst>
          <pc:docMk/>
          <pc:sldMk cId="2430048782" sldId="2147376151"/>
        </pc:sldMkLst>
      </pc:sldChg>
      <pc:sldChg chg="add">
        <pc:chgData name="Ashwani Mishra" userId="15d57bc9-d3a4-4ee8-885b-38ce2f0c857c" providerId="ADAL" clId="{0C908628-89F8-4118-A3EE-29844D690BF4}" dt="2024-06-26T09:20:27.972" v="615"/>
        <pc:sldMkLst>
          <pc:docMk/>
          <pc:sldMk cId="3912905512" sldId="2147376151"/>
        </pc:sldMkLst>
      </pc:sldChg>
      <pc:sldChg chg="del">
        <pc:chgData name="Ashwani Mishra" userId="15d57bc9-d3a4-4ee8-885b-38ce2f0c857c" providerId="ADAL" clId="{0C908628-89F8-4118-A3EE-29844D690BF4}" dt="2024-06-26T09:20:24.823" v="614" actId="2696"/>
        <pc:sldMkLst>
          <pc:docMk/>
          <pc:sldMk cId="1185020605" sldId="2147376152"/>
        </pc:sldMkLst>
      </pc:sldChg>
      <pc:sldChg chg="add">
        <pc:chgData name="Ashwani Mishra" userId="15d57bc9-d3a4-4ee8-885b-38ce2f0c857c" providerId="ADAL" clId="{0C908628-89F8-4118-A3EE-29844D690BF4}" dt="2024-06-26T09:20:27.972" v="615"/>
        <pc:sldMkLst>
          <pc:docMk/>
          <pc:sldMk cId="2177608152" sldId="2147376152"/>
        </pc:sldMkLst>
      </pc:sldChg>
      <pc:sldChg chg="del">
        <pc:chgData name="Ashwani Mishra" userId="15d57bc9-d3a4-4ee8-885b-38ce2f0c857c" providerId="ADAL" clId="{0C908628-89F8-4118-A3EE-29844D690BF4}" dt="2024-06-26T09:20:24.823" v="614" actId="2696"/>
        <pc:sldMkLst>
          <pc:docMk/>
          <pc:sldMk cId="1252791213" sldId="2147376153"/>
        </pc:sldMkLst>
      </pc:sldChg>
      <pc:sldChg chg="add">
        <pc:chgData name="Ashwani Mishra" userId="15d57bc9-d3a4-4ee8-885b-38ce2f0c857c" providerId="ADAL" clId="{0C908628-89F8-4118-A3EE-29844D690BF4}" dt="2024-06-26T09:20:27.972" v="615"/>
        <pc:sldMkLst>
          <pc:docMk/>
          <pc:sldMk cId="4185833469" sldId="2147376153"/>
        </pc:sldMkLst>
      </pc:sldChg>
      <pc:sldChg chg="add">
        <pc:chgData name="Ashwani Mishra" userId="15d57bc9-d3a4-4ee8-885b-38ce2f0c857c" providerId="ADAL" clId="{0C908628-89F8-4118-A3EE-29844D690BF4}" dt="2024-06-26T09:20:27.972" v="615"/>
        <pc:sldMkLst>
          <pc:docMk/>
          <pc:sldMk cId="721058716" sldId="2147376154"/>
        </pc:sldMkLst>
      </pc:sldChg>
      <pc:sldChg chg="del">
        <pc:chgData name="Ashwani Mishra" userId="15d57bc9-d3a4-4ee8-885b-38ce2f0c857c" providerId="ADAL" clId="{0C908628-89F8-4118-A3EE-29844D690BF4}" dt="2024-06-26T09:20:24.823" v="614" actId="2696"/>
        <pc:sldMkLst>
          <pc:docMk/>
          <pc:sldMk cId="3870838020" sldId="2147376154"/>
        </pc:sldMkLst>
      </pc:sldChg>
      <pc:sldChg chg="modSp mod">
        <pc:chgData name="Ashwani Mishra" userId="15d57bc9-d3a4-4ee8-885b-38ce2f0c857c" providerId="ADAL" clId="{0C908628-89F8-4118-A3EE-29844D690BF4}" dt="2024-06-26T10:59:48.363" v="743" actId="20577"/>
        <pc:sldMkLst>
          <pc:docMk/>
          <pc:sldMk cId="1500137299" sldId="2147376156"/>
        </pc:sldMkLst>
      </pc:sldChg>
      <pc:sldChg chg="modSp mod">
        <pc:chgData name="Ashwani Mishra" userId="15d57bc9-d3a4-4ee8-885b-38ce2f0c857c" providerId="ADAL" clId="{0C908628-89F8-4118-A3EE-29844D690BF4}" dt="2024-06-26T08:21:43.402" v="545" actId="20577"/>
        <pc:sldMkLst>
          <pc:docMk/>
          <pc:sldMk cId="2822637573" sldId="2147376159"/>
        </pc:sldMkLst>
      </pc:sldChg>
      <pc:sldChg chg="addSp delSp modSp add mod">
        <pc:chgData name="Ashwani Mishra" userId="15d57bc9-d3a4-4ee8-885b-38ce2f0c857c" providerId="ADAL" clId="{0C908628-89F8-4118-A3EE-29844D690BF4}" dt="2024-06-26T10:01:56.730" v="741"/>
        <pc:sldMkLst>
          <pc:docMk/>
          <pc:sldMk cId="433682352" sldId="2147376160"/>
        </pc:sldMkLst>
      </pc:sldChg>
      <pc:sldChg chg="addSp delSp modSp add mod setBg">
        <pc:chgData name="Ashwani Mishra" userId="15d57bc9-d3a4-4ee8-885b-38ce2f0c857c" providerId="ADAL" clId="{0C908628-89F8-4118-A3EE-29844D690BF4}" dt="2024-06-26T10:01:04.803" v="737"/>
        <pc:sldMkLst>
          <pc:docMk/>
          <pc:sldMk cId="802019646" sldId="2147376161"/>
        </pc:sldMkLst>
      </pc:sldChg>
      <pc:sldChg chg="addSp delSp modSp add mod ord">
        <pc:chgData name="Ashwani Mishra" userId="15d57bc9-d3a4-4ee8-885b-38ce2f0c857c" providerId="ADAL" clId="{0C908628-89F8-4118-A3EE-29844D690BF4}" dt="2024-06-26T09:56:49.097" v="710"/>
        <pc:sldMkLst>
          <pc:docMk/>
          <pc:sldMk cId="3425562321" sldId="2147376162"/>
        </pc:sldMkLst>
      </pc:sldChg>
      <pc:sldChg chg="addSp delSp modSp add del mod">
        <pc:chgData name="Ashwani Mishra" userId="15d57bc9-d3a4-4ee8-885b-38ce2f0c857c" providerId="ADAL" clId="{0C908628-89F8-4118-A3EE-29844D690BF4}" dt="2024-06-26T07:59:23.763" v="345" actId="47"/>
        <pc:sldMkLst>
          <pc:docMk/>
          <pc:sldMk cId="399793101" sldId="2147376469"/>
        </pc:sldMkLst>
      </pc:sldChg>
      <pc:sldMasterChg chg="delSldLayout">
        <pc:chgData name="Ashwani Mishra" userId="15d57bc9-d3a4-4ee8-885b-38ce2f0c857c" providerId="ADAL" clId="{0C908628-89F8-4118-A3EE-29844D690BF4}" dt="2024-06-26T09:19:17.459" v="607" actId="2696"/>
        <pc:sldMasterMkLst>
          <pc:docMk/>
          <pc:sldMasterMk cId="848123093" sldId="2147483648"/>
        </pc:sldMasterMkLst>
        <pc:sldLayoutChg chg="del">
          <pc:chgData name="Ashwani Mishra" userId="15d57bc9-d3a4-4ee8-885b-38ce2f0c857c" providerId="ADAL" clId="{0C908628-89F8-4118-A3EE-29844D690BF4}" dt="2024-06-26T09:19:17.459" v="607" actId="2696"/>
          <pc:sldLayoutMkLst>
            <pc:docMk/>
            <pc:sldMasterMk cId="848123093" sldId="2147483648"/>
            <pc:sldLayoutMk cId="4247856675" sldId="2147483690"/>
          </pc:sldLayoutMkLst>
        </pc:sldLayoutChg>
      </pc:sldMasterChg>
    </pc:docChg>
  </pc:docChgLst>
  <pc:docChgLst>
    <pc:chgData name="Ashwani Mishra" userId="15d57bc9-d3a4-4ee8-885b-38ce2f0c857c" providerId="ADAL" clId="{DF6BBA32-F192-456A-9BA1-2C33B12DD5EB}"/>
    <pc:docChg chg="undo custSel addSld delSld modSld">
      <pc:chgData name="Ashwani Mishra" userId="15d57bc9-d3a4-4ee8-885b-38ce2f0c857c" providerId="ADAL" clId="{DF6BBA32-F192-456A-9BA1-2C33B12DD5EB}" dt="2025-03-06T06:35:35.024" v="1764" actId="255"/>
      <pc:docMkLst>
        <pc:docMk/>
      </pc:docMkLst>
      <pc:sldChg chg="add del">
        <pc:chgData name="Ashwani Mishra" userId="15d57bc9-d3a4-4ee8-885b-38ce2f0c857c" providerId="ADAL" clId="{DF6BBA32-F192-456A-9BA1-2C33B12DD5EB}" dt="2025-03-06T05:08:15.362" v="1322" actId="47"/>
        <pc:sldMkLst>
          <pc:docMk/>
          <pc:sldMk cId="2163590052" sldId="279"/>
        </pc:sldMkLst>
      </pc:sldChg>
      <pc:sldChg chg="del">
        <pc:chgData name="Ashwani Mishra" userId="15d57bc9-d3a4-4ee8-885b-38ce2f0c857c" providerId="ADAL" clId="{DF6BBA32-F192-456A-9BA1-2C33B12DD5EB}" dt="2025-03-06T05:08:15.362" v="1322" actId="47"/>
        <pc:sldMkLst>
          <pc:docMk/>
          <pc:sldMk cId="2700264757" sldId="358"/>
        </pc:sldMkLst>
      </pc:sldChg>
      <pc:sldChg chg="add del">
        <pc:chgData name="Ashwani Mishra" userId="15d57bc9-d3a4-4ee8-885b-38ce2f0c857c" providerId="ADAL" clId="{DF6BBA32-F192-456A-9BA1-2C33B12DD5EB}" dt="2025-03-05T09:45:44.256" v="1100" actId="47"/>
        <pc:sldMkLst>
          <pc:docMk/>
          <pc:sldMk cId="789466733" sldId="591"/>
        </pc:sldMkLst>
      </pc:sldChg>
      <pc:sldChg chg="del">
        <pc:chgData name="Ashwani Mishra" userId="15d57bc9-d3a4-4ee8-885b-38ce2f0c857c" providerId="ADAL" clId="{DF6BBA32-F192-456A-9BA1-2C33B12DD5EB}" dt="2025-03-05T09:46:17.260" v="1106" actId="47"/>
        <pc:sldMkLst>
          <pc:docMk/>
          <pc:sldMk cId="762716925" sldId="2148"/>
        </pc:sldMkLst>
      </pc:sldChg>
      <pc:sldChg chg="del">
        <pc:chgData name="Ashwani Mishra" userId="15d57bc9-d3a4-4ee8-885b-38ce2f0c857c" providerId="ADAL" clId="{DF6BBA32-F192-456A-9BA1-2C33B12DD5EB}" dt="2025-03-05T09:46:58.221" v="1155" actId="47"/>
        <pc:sldMkLst>
          <pc:docMk/>
          <pc:sldMk cId="124968358" sldId="5928"/>
        </pc:sldMkLst>
      </pc:sldChg>
      <pc:sldChg chg="modSp mod">
        <pc:chgData name="Ashwani Mishra" userId="15d57bc9-d3a4-4ee8-885b-38ce2f0c857c" providerId="ADAL" clId="{DF6BBA32-F192-456A-9BA1-2C33B12DD5EB}" dt="2025-03-05T09:45:09.303" v="1089" actId="14100"/>
        <pc:sldMkLst>
          <pc:docMk/>
          <pc:sldMk cId="1281870220" sldId="6001"/>
        </pc:sldMkLst>
      </pc:sldChg>
      <pc:sldChg chg="del">
        <pc:chgData name="Ashwani Mishra" userId="15d57bc9-d3a4-4ee8-885b-38ce2f0c857c" providerId="ADAL" clId="{DF6BBA32-F192-456A-9BA1-2C33B12DD5EB}" dt="2025-03-05T08:49:10.324" v="0" actId="47"/>
        <pc:sldMkLst>
          <pc:docMk/>
          <pc:sldMk cId="2319989365" sldId="6006"/>
        </pc:sldMkLst>
      </pc:sldChg>
      <pc:sldChg chg="del">
        <pc:chgData name="Ashwani Mishra" userId="15d57bc9-d3a4-4ee8-885b-38ce2f0c857c" providerId="ADAL" clId="{DF6BBA32-F192-456A-9BA1-2C33B12DD5EB}" dt="2025-03-05T09:47:00.749" v="1157" actId="47"/>
        <pc:sldMkLst>
          <pc:docMk/>
          <pc:sldMk cId="4095797323" sldId="6031"/>
        </pc:sldMkLst>
      </pc:sldChg>
      <pc:sldChg chg="del">
        <pc:chgData name="Ashwani Mishra" userId="15d57bc9-d3a4-4ee8-885b-38ce2f0c857c" providerId="ADAL" clId="{DF6BBA32-F192-456A-9BA1-2C33B12DD5EB}" dt="2025-03-05T09:47:01.169" v="1158" actId="47"/>
        <pc:sldMkLst>
          <pc:docMk/>
          <pc:sldMk cId="2960193944" sldId="6032"/>
        </pc:sldMkLst>
      </pc:sldChg>
      <pc:sldChg chg="del">
        <pc:chgData name="Ashwani Mishra" userId="15d57bc9-d3a4-4ee8-885b-38ce2f0c857c" providerId="ADAL" clId="{DF6BBA32-F192-456A-9BA1-2C33B12DD5EB}" dt="2025-03-05T09:47:01.533" v="1159" actId="47"/>
        <pc:sldMkLst>
          <pc:docMk/>
          <pc:sldMk cId="3762988662" sldId="6033"/>
        </pc:sldMkLst>
      </pc:sldChg>
      <pc:sldChg chg="del">
        <pc:chgData name="Ashwani Mishra" userId="15d57bc9-d3a4-4ee8-885b-38ce2f0c857c" providerId="ADAL" clId="{DF6BBA32-F192-456A-9BA1-2C33B12DD5EB}" dt="2025-03-05T09:47:02.346" v="1160" actId="47"/>
        <pc:sldMkLst>
          <pc:docMk/>
          <pc:sldMk cId="232938452" sldId="6034"/>
        </pc:sldMkLst>
      </pc:sldChg>
      <pc:sldChg chg="del">
        <pc:chgData name="Ashwani Mishra" userId="15d57bc9-d3a4-4ee8-885b-38ce2f0c857c" providerId="ADAL" clId="{DF6BBA32-F192-456A-9BA1-2C33B12DD5EB}" dt="2025-03-05T09:47:03.036" v="1161" actId="47"/>
        <pc:sldMkLst>
          <pc:docMk/>
          <pc:sldMk cId="1983986002" sldId="6035"/>
        </pc:sldMkLst>
      </pc:sldChg>
      <pc:sldChg chg="add del">
        <pc:chgData name="Ashwani Mishra" userId="15d57bc9-d3a4-4ee8-885b-38ce2f0c857c" providerId="ADAL" clId="{DF6BBA32-F192-456A-9BA1-2C33B12DD5EB}" dt="2025-03-05T09:47:08.050" v="1166" actId="47"/>
        <pc:sldMkLst>
          <pc:docMk/>
          <pc:sldMk cId="4274876319" sldId="6038"/>
        </pc:sldMkLst>
      </pc:sldChg>
      <pc:sldChg chg="del">
        <pc:chgData name="Ashwani Mishra" userId="15d57bc9-d3a4-4ee8-885b-38ce2f0c857c" providerId="ADAL" clId="{DF6BBA32-F192-456A-9BA1-2C33B12DD5EB}" dt="2025-03-05T09:46:28.916" v="1139" actId="47"/>
        <pc:sldMkLst>
          <pc:docMk/>
          <pc:sldMk cId="1863930307" sldId="6044"/>
        </pc:sldMkLst>
      </pc:sldChg>
      <pc:sldChg chg="del">
        <pc:chgData name="Ashwani Mishra" userId="15d57bc9-d3a4-4ee8-885b-38ce2f0c857c" providerId="ADAL" clId="{DF6BBA32-F192-456A-9BA1-2C33B12DD5EB}" dt="2025-03-05T09:46:29.433" v="1140" actId="47"/>
        <pc:sldMkLst>
          <pc:docMk/>
          <pc:sldMk cId="1583158059" sldId="6045"/>
        </pc:sldMkLst>
      </pc:sldChg>
      <pc:sldChg chg="del">
        <pc:chgData name="Ashwani Mishra" userId="15d57bc9-d3a4-4ee8-885b-38ce2f0c857c" providerId="ADAL" clId="{DF6BBA32-F192-456A-9BA1-2C33B12DD5EB}" dt="2025-03-05T09:47:09.215" v="1168" actId="47"/>
        <pc:sldMkLst>
          <pc:docMk/>
          <pc:sldMk cId="1468102244" sldId="6248"/>
        </pc:sldMkLst>
      </pc:sldChg>
      <pc:sldChg chg="del">
        <pc:chgData name="Ashwani Mishra" userId="15d57bc9-d3a4-4ee8-885b-38ce2f0c857c" providerId="ADAL" clId="{DF6BBA32-F192-456A-9BA1-2C33B12DD5EB}" dt="2025-03-05T09:46:26.455" v="1134" actId="47"/>
        <pc:sldMkLst>
          <pc:docMk/>
          <pc:sldMk cId="221505521" sldId="6321"/>
        </pc:sldMkLst>
      </pc:sldChg>
      <pc:sldChg chg="del">
        <pc:chgData name="Ashwani Mishra" userId="15d57bc9-d3a4-4ee8-885b-38ce2f0c857c" providerId="ADAL" clId="{DF6BBA32-F192-456A-9BA1-2C33B12DD5EB}" dt="2025-03-05T09:46:26.920" v="1135" actId="47"/>
        <pc:sldMkLst>
          <pc:docMk/>
          <pc:sldMk cId="362077388" sldId="6322"/>
        </pc:sldMkLst>
      </pc:sldChg>
      <pc:sldChg chg="del">
        <pc:chgData name="Ashwani Mishra" userId="15d57bc9-d3a4-4ee8-885b-38ce2f0c857c" providerId="ADAL" clId="{DF6BBA32-F192-456A-9BA1-2C33B12DD5EB}" dt="2025-03-05T09:46:27.127" v="1136" actId="47"/>
        <pc:sldMkLst>
          <pc:docMk/>
          <pc:sldMk cId="2233062774" sldId="6323"/>
        </pc:sldMkLst>
      </pc:sldChg>
      <pc:sldChg chg="del">
        <pc:chgData name="Ashwani Mishra" userId="15d57bc9-d3a4-4ee8-885b-38ce2f0c857c" providerId="ADAL" clId="{DF6BBA32-F192-456A-9BA1-2C33B12DD5EB}" dt="2025-03-05T09:47:18.465" v="1180" actId="47"/>
        <pc:sldMkLst>
          <pc:docMk/>
          <pc:sldMk cId="80257033" sldId="6324"/>
        </pc:sldMkLst>
      </pc:sldChg>
      <pc:sldChg chg="del">
        <pc:chgData name="Ashwani Mishra" userId="15d57bc9-d3a4-4ee8-885b-38ce2f0c857c" providerId="ADAL" clId="{DF6BBA32-F192-456A-9BA1-2C33B12DD5EB}" dt="2025-03-05T09:45:55.887" v="1105" actId="47"/>
        <pc:sldMkLst>
          <pc:docMk/>
          <pc:sldMk cId="799634694" sldId="2145708978"/>
        </pc:sldMkLst>
      </pc:sldChg>
      <pc:sldChg chg="del">
        <pc:chgData name="Ashwani Mishra" userId="15d57bc9-d3a4-4ee8-885b-38ce2f0c857c" providerId="ADAL" clId="{DF6BBA32-F192-456A-9BA1-2C33B12DD5EB}" dt="2025-03-05T08:53:53.469" v="42" actId="47"/>
        <pc:sldMkLst>
          <pc:docMk/>
          <pc:sldMk cId="2915413342" sldId="2145709040"/>
        </pc:sldMkLst>
      </pc:sldChg>
      <pc:sldChg chg="del">
        <pc:chgData name="Ashwani Mishra" userId="15d57bc9-d3a4-4ee8-885b-38ce2f0c857c" providerId="ADAL" clId="{DF6BBA32-F192-456A-9BA1-2C33B12DD5EB}" dt="2025-03-05T08:49:12.286" v="2" actId="47"/>
        <pc:sldMkLst>
          <pc:docMk/>
          <pc:sldMk cId="1480011886" sldId="2145709042"/>
        </pc:sldMkLst>
      </pc:sldChg>
      <pc:sldChg chg="del">
        <pc:chgData name="Ashwani Mishra" userId="15d57bc9-d3a4-4ee8-885b-38ce2f0c857c" providerId="ADAL" clId="{DF6BBA32-F192-456A-9BA1-2C33B12DD5EB}" dt="2025-03-05T09:45:22.317" v="1090" actId="47"/>
        <pc:sldMkLst>
          <pc:docMk/>
          <pc:sldMk cId="206005507" sldId="2145709043"/>
        </pc:sldMkLst>
      </pc:sldChg>
      <pc:sldChg chg="del">
        <pc:chgData name="Ashwani Mishra" userId="15d57bc9-d3a4-4ee8-885b-38ce2f0c857c" providerId="ADAL" clId="{DF6BBA32-F192-456A-9BA1-2C33B12DD5EB}" dt="2025-03-05T09:46:27.309" v="1137" actId="47"/>
        <pc:sldMkLst>
          <pc:docMk/>
          <pc:sldMk cId="1060553319" sldId="2145709045"/>
        </pc:sldMkLst>
      </pc:sldChg>
      <pc:sldChg chg="del">
        <pc:chgData name="Ashwani Mishra" userId="15d57bc9-d3a4-4ee8-885b-38ce2f0c857c" providerId="ADAL" clId="{DF6BBA32-F192-456A-9BA1-2C33B12DD5EB}" dt="2025-03-05T09:46:27.547" v="1138" actId="47"/>
        <pc:sldMkLst>
          <pc:docMk/>
          <pc:sldMk cId="2233215685" sldId="2145709046"/>
        </pc:sldMkLst>
      </pc:sldChg>
      <pc:sldChg chg="del">
        <pc:chgData name="Ashwani Mishra" userId="15d57bc9-d3a4-4ee8-885b-38ce2f0c857c" providerId="ADAL" clId="{DF6BBA32-F192-456A-9BA1-2C33B12DD5EB}" dt="2025-03-05T09:45:28.595" v="1093" actId="47"/>
        <pc:sldMkLst>
          <pc:docMk/>
          <pc:sldMk cId="4033474657" sldId="2145709048"/>
        </pc:sldMkLst>
      </pc:sldChg>
      <pc:sldChg chg="del">
        <pc:chgData name="Ashwani Mishra" userId="15d57bc9-d3a4-4ee8-885b-38ce2f0c857c" providerId="ADAL" clId="{DF6BBA32-F192-456A-9BA1-2C33B12DD5EB}" dt="2025-03-05T09:45:36.580" v="1094" actId="47"/>
        <pc:sldMkLst>
          <pc:docMk/>
          <pc:sldMk cId="4283047361" sldId="2145709053"/>
        </pc:sldMkLst>
      </pc:sldChg>
      <pc:sldChg chg="del">
        <pc:chgData name="Ashwani Mishra" userId="15d57bc9-d3a4-4ee8-885b-38ce2f0c857c" providerId="ADAL" clId="{DF6BBA32-F192-456A-9BA1-2C33B12DD5EB}" dt="2025-03-05T09:46:44.943" v="1145" actId="47"/>
        <pc:sldMkLst>
          <pc:docMk/>
          <pc:sldMk cId="294629081" sldId="2145709058"/>
        </pc:sldMkLst>
      </pc:sldChg>
      <pc:sldChg chg="addSp delSp modSp mod">
        <pc:chgData name="Ashwani Mishra" userId="15d57bc9-d3a4-4ee8-885b-38ce2f0c857c" providerId="ADAL" clId="{DF6BBA32-F192-456A-9BA1-2C33B12DD5EB}" dt="2025-03-05T09:32:39.144" v="778" actId="2711"/>
        <pc:sldMkLst>
          <pc:docMk/>
          <pc:sldMk cId="1433058619" sldId="2145709062"/>
        </pc:sldMkLst>
      </pc:sldChg>
      <pc:sldChg chg="del">
        <pc:chgData name="Ashwani Mishra" userId="15d57bc9-d3a4-4ee8-885b-38ce2f0c857c" providerId="ADAL" clId="{DF6BBA32-F192-456A-9BA1-2C33B12DD5EB}" dt="2025-03-05T08:49:11.463" v="1" actId="47"/>
        <pc:sldMkLst>
          <pc:docMk/>
          <pc:sldMk cId="1940949243" sldId="2145709065"/>
        </pc:sldMkLst>
      </pc:sldChg>
      <pc:sldChg chg="addSp delSp modSp add del mod">
        <pc:chgData name="Ashwani Mishra" userId="15d57bc9-d3a4-4ee8-885b-38ce2f0c857c" providerId="ADAL" clId="{DF6BBA32-F192-456A-9BA1-2C33B12DD5EB}" dt="2025-03-05T09:24:40.477" v="589" actId="47"/>
        <pc:sldMkLst>
          <pc:docMk/>
          <pc:sldMk cId="730183974" sldId="2145709066"/>
        </pc:sldMkLst>
      </pc:sldChg>
      <pc:sldChg chg="del">
        <pc:chgData name="Ashwani Mishra" userId="15d57bc9-d3a4-4ee8-885b-38ce2f0c857c" providerId="ADAL" clId="{DF6BBA32-F192-456A-9BA1-2C33B12DD5EB}" dt="2025-03-05T08:49:14.094" v="3" actId="47"/>
        <pc:sldMkLst>
          <pc:docMk/>
          <pc:sldMk cId="4008787351" sldId="2145709068"/>
        </pc:sldMkLst>
      </pc:sldChg>
      <pc:sldChg chg="add del">
        <pc:chgData name="Ashwani Mishra" userId="15d57bc9-d3a4-4ee8-885b-38ce2f0c857c" providerId="ADAL" clId="{DF6BBA32-F192-456A-9BA1-2C33B12DD5EB}" dt="2025-03-05T09:47:08.494" v="1167" actId="47"/>
        <pc:sldMkLst>
          <pc:docMk/>
          <pc:sldMk cId="1596110750" sldId="2145709164"/>
        </pc:sldMkLst>
      </pc:sldChg>
      <pc:sldChg chg="add del">
        <pc:chgData name="Ashwani Mishra" userId="15d57bc9-d3a4-4ee8-885b-38ce2f0c857c" providerId="ADAL" clId="{DF6BBA32-F192-456A-9BA1-2C33B12DD5EB}" dt="2025-03-05T09:45:48.993" v="1102" actId="47"/>
        <pc:sldMkLst>
          <pc:docMk/>
          <pc:sldMk cId="432471066" sldId="2145709168"/>
        </pc:sldMkLst>
      </pc:sldChg>
      <pc:sldChg chg="add del">
        <pc:chgData name="Ashwani Mishra" userId="15d57bc9-d3a4-4ee8-885b-38ce2f0c857c" providerId="ADAL" clId="{DF6BBA32-F192-456A-9BA1-2C33B12DD5EB}" dt="2025-03-05T09:46:53.968" v="1153" actId="47"/>
        <pc:sldMkLst>
          <pc:docMk/>
          <pc:sldMk cId="4028716161" sldId="2145709169"/>
        </pc:sldMkLst>
      </pc:sldChg>
      <pc:sldChg chg="del">
        <pc:chgData name="Ashwani Mishra" userId="15d57bc9-d3a4-4ee8-885b-38ce2f0c857c" providerId="ADAL" clId="{DF6BBA32-F192-456A-9BA1-2C33B12DD5EB}" dt="2025-03-05T09:44:25.701" v="1041" actId="47"/>
        <pc:sldMkLst>
          <pc:docMk/>
          <pc:sldMk cId="545096286" sldId="2145709171"/>
        </pc:sldMkLst>
      </pc:sldChg>
      <pc:sldChg chg="del">
        <pc:chgData name="Ashwani Mishra" userId="15d57bc9-d3a4-4ee8-885b-38ce2f0c857c" providerId="ADAL" clId="{DF6BBA32-F192-456A-9BA1-2C33B12DD5EB}" dt="2025-03-05T09:46:20.363" v="1107" actId="47"/>
        <pc:sldMkLst>
          <pc:docMk/>
          <pc:sldMk cId="2304711442" sldId="2145709181"/>
        </pc:sldMkLst>
      </pc:sldChg>
      <pc:sldChg chg="del">
        <pc:chgData name="Ashwani Mishra" userId="15d57bc9-d3a4-4ee8-885b-38ce2f0c857c" providerId="ADAL" clId="{DF6BBA32-F192-456A-9BA1-2C33B12DD5EB}" dt="2025-03-05T09:46:21.070" v="1108" actId="47"/>
        <pc:sldMkLst>
          <pc:docMk/>
          <pc:sldMk cId="2717807574" sldId="2145709182"/>
        </pc:sldMkLst>
      </pc:sldChg>
      <pc:sldChg chg="del">
        <pc:chgData name="Ashwani Mishra" userId="15d57bc9-d3a4-4ee8-885b-38ce2f0c857c" providerId="ADAL" clId="{DF6BBA32-F192-456A-9BA1-2C33B12DD5EB}" dt="2025-03-05T09:46:21.334" v="1109" actId="47"/>
        <pc:sldMkLst>
          <pc:docMk/>
          <pc:sldMk cId="2876529596" sldId="2145709183"/>
        </pc:sldMkLst>
      </pc:sldChg>
      <pc:sldChg chg="del">
        <pc:chgData name="Ashwani Mishra" userId="15d57bc9-d3a4-4ee8-885b-38ce2f0c857c" providerId="ADAL" clId="{DF6BBA32-F192-456A-9BA1-2C33B12DD5EB}" dt="2025-03-05T09:46:21.530" v="1110" actId="47"/>
        <pc:sldMkLst>
          <pc:docMk/>
          <pc:sldMk cId="477239510" sldId="2145709184"/>
        </pc:sldMkLst>
      </pc:sldChg>
      <pc:sldChg chg="del">
        <pc:chgData name="Ashwani Mishra" userId="15d57bc9-d3a4-4ee8-885b-38ce2f0c857c" providerId="ADAL" clId="{DF6BBA32-F192-456A-9BA1-2C33B12DD5EB}" dt="2025-03-05T09:46:21.744" v="1111" actId="47"/>
        <pc:sldMkLst>
          <pc:docMk/>
          <pc:sldMk cId="1501654301" sldId="2145709185"/>
        </pc:sldMkLst>
      </pc:sldChg>
      <pc:sldChg chg="del">
        <pc:chgData name="Ashwani Mishra" userId="15d57bc9-d3a4-4ee8-885b-38ce2f0c857c" providerId="ADAL" clId="{DF6BBA32-F192-456A-9BA1-2C33B12DD5EB}" dt="2025-03-05T09:46:22.006" v="1112" actId="47"/>
        <pc:sldMkLst>
          <pc:docMk/>
          <pc:sldMk cId="3514482394" sldId="2145709186"/>
        </pc:sldMkLst>
      </pc:sldChg>
      <pc:sldChg chg="del">
        <pc:chgData name="Ashwani Mishra" userId="15d57bc9-d3a4-4ee8-885b-38ce2f0c857c" providerId="ADAL" clId="{DF6BBA32-F192-456A-9BA1-2C33B12DD5EB}" dt="2025-03-05T09:46:22.251" v="1113" actId="47"/>
        <pc:sldMkLst>
          <pc:docMk/>
          <pc:sldMk cId="3544457149" sldId="2145709187"/>
        </pc:sldMkLst>
      </pc:sldChg>
      <pc:sldChg chg="del">
        <pc:chgData name="Ashwani Mishra" userId="15d57bc9-d3a4-4ee8-885b-38ce2f0c857c" providerId="ADAL" clId="{DF6BBA32-F192-456A-9BA1-2C33B12DD5EB}" dt="2025-03-05T09:46:22.454" v="1114" actId="47"/>
        <pc:sldMkLst>
          <pc:docMk/>
          <pc:sldMk cId="254191183" sldId="2145709189"/>
        </pc:sldMkLst>
      </pc:sldChg>
      <pc:sldChg chg="del">
        <pc:chgData name="Ashwani Mishra" userId="15d57bc9-d3a4-4ee8-885b-38ce2f0c857c" providerId="ADAL" clId="{DF6BBA32-F192-456A-9BA1-2C33B12DD5EB}" dt="2025-03-05T09:46:22.662" v="1115" actId="47"/>
        <pc:sldMkLst>
          <pc:docMk/>
          <pc:sldMk cId="1262239485" sldId="2145709190"/>
        </pc:sldMkLst>
      </pc:sldChg>
      <pc:sldChg chg="addSp delSp modSp add del mod">
        <pc:chgData name="Ashwani Mishra" userId="15d57bc9-d3a4-4ee8-885b-38ce2f0c857c" providerId="ADAL" clId="{DF6BBA32-F192-456A-9BA1-2C33B12DD5EB}" dt="2025-03-06T06:12:12.923" v="1493" actId="20577"/>
        <pc:sldMkLst>
          <pc:docMk/>
          <pc:sldMk cId="1478649589" sldId="2145709191"/>
        </pc:sldMkLst>
      </pc:sldChg>
      <pc:sldChg chg="del">
        <pc:chgData name="Ashwani Mishra" userId="15d57bc9-d3a4-4ee8-885b-38ce2f0c857c" providerId="ADAL" clId="{DF6BBA32-F192-456A-9BA1-2C33B12DD5EB}" dt="2025-03-05T09:46:23.103" v="1117" actId="47"/>
        <pc:sldMkLst>
          <pc:docMk/>
          <pc:sldMk cId="2528012253" sldId="2145709192"/>
        </pc:sldMkLst>
      </pc:sldChg>
      <pc:sldChg chg="del">
        <pc:chgData name="Ashwani Mishra" userId="15d57bc9-d3a4-4ee8-885b-38ce2f0c857c" providerId="ADAL" clId="{DF6BBA32-F192-456A-9BA1-2C33B12DD5EB}" dt="2025-03-05T09:46:23.345" v="1118" actId="47"/>
        <pc:sldMkLst>
          <pc:docMk/>
          <pc:sldMk cId="2505965403" sldId="2145709196"/>
        </pc:sldMkLst>
      </pc:sldChg>
      <pc:sldChg chg="del">
        <pc:chgData name="Ashwani Mishra" userId="15d57bc9-d3a4-4ee8-885b-38ce2f0c857c" providerId="ADAL" clId="{DF6BBA32-F192-456A-9BA1-2C33B12DD5EB}" dt="2025-03-05T09:46:23.538" v="1119" actId="47"/>
        <pc:sldMkLst>
          <pc:docMk/>
          <pc:sldMk cId="2796841418" sldId="2145709197"/>
        </pc:sldMkLst>
      </pc:sldChg>
      <pc:sldChg chg="del">
        <pc:chgData name="Ashwani Mishra" userId="15d57bc9-d3a4-4ee8-885b-38ce2f0c857c" providerId="ADAL" clId="{DF6BBA32-F192-456A-9BA1-2C33B12DD5EB}" dt="2025-03-05T09:46:23.738" v="1120" actId="47"/>
        <pc:sldMkLst>
          <pc:docMk/>
          <pc:sldMk cId="1689152342" sldId="2145709198"/>
        </pc:sldMkLst>
      </pc:sldChg>
      <pc:sldChg chg="del">
        <pc:chgData name="Ashwani Mishra" userId="15d57bc9-d3a4-4ee8-885b-38ce2f0c857c" providerId="ADAL" clId="{DF6BBA32-F192-456A-9BA1-2C33B12DD5EB}" dt="2025-03-05T09:46:23.948" v="1121" actId="47"/>
        <pc:sldMkLst>
          <pc:docMk/>
          <pc:sldMk cId="1126235388" sldId="2145709199"/>
        </pc:sldMkLst>
      </pc:sldChg>
      <pc:sldChg chg="del">
        <pc:chgData name="Ashwani Mishra" userId="15d57bc9-d3a4-4ee8-885b-38ce2f0c857c" providerId="ADAL" clId="{DF6BBA32-F192-456A-9BA1-2C33B12DD5EB}" dt="2025-03-05T09:46:24.126" v="1122" actId="47"/>
        <pc:sldMkLst>
          <pc:docMk/>
          <pc:sldMk cId="3749733307" sldId="2145709200"/>
        </pc:sldMkLst>
      </pc:sldChg>
      <pc:sldChg chg="del">
        <pc:chgData name="Ashwani Mishra" userId="15d57bc9-d3a4-4ee8-885b-38ce2f0c857c" providerId="ADAL" clId="{DF6BBA32-F192-456A-9BA1-2C33B12DD5EB}" dt="2025-03-05T09:46:24.499" v="1124" actId="47"/>
        <pc:sldMkLst>
          <pc:docMk/>
          <pc:sldMk cId="210247988" sldId="2145709201"/>
        </pc:sldMkLst>
      </pc:sldChg>
      <pc:sldChg chg="del">
        <pc:chgData name="Ashwani Mishra" userId="15d57bc9-d3a4-4ee8-885b-38ce2f0c857c" providerId="ADAL" clId="{DF6BBA32-F192-456A-9BA1-2C33B12DD5EB}" dt="2025-03-05T09:46:24.690" v="1125" actId="47"/>
        <pc:sldMkLst>
          <pc:docMk/>
          <pc:sldMk cId="2818705220" sldId="2145709202"/>
        </pc:sldMkLst>
      </pc:sldChg>
      <pc:sldChg chg="del">
        <pc:chgData name="Ashwani Mishra" userId="15d57bc9-d3a4-4ee8-885b-38ce2f0c857c" providerId="ADAL" clId="{DF6BBA32-F192-456A-9BA1-2C33B12DD5EB}" dt="2025-03-05T09:46:24.928" v="1126" actId="47"/>
        <pc:sldMkLst>
          <pc:docMk/>
          <pc:sldMk cId="509921694" sldId="2145709203"/>
        </pc:sldMkLst>
      </pc:sldChg>
      <pc:sldChg chg="del">
        <pc:chgData name="Ashwani Mishra" userId="15d57bc9-d3a4-4ee8-885b-38ce2f0c857c" providerId="ADAL" clId="{DF6BBA32-F192-456A-9BA1-2C33B12DD5EB}" dt="2025-03-05T09:46:25.078" v="1127" actId="47"/>
        <pc:sldMkLst>
          <pc:docMk/>
          <pc:sldMk cId="108617586" sldId="2145709204"/>
        </pc:sldMkLst>
      </pc:sldChg>
      <pc:sldChg chg="del">
        <pc:chgData name="Ashwani Mishra" userId="15d57bc9-d3a4-4ee8-885b-38ce2f0c857c" providerId="ADAL" clId="{DF6BBA32-F192-456A-9BA1-2C33B12DD5EB}" dt="2025-03-05T09:46:25.698" v="1130" actId="47"/>
        <pc:sldMkLst>
          <pc:docMk/>
          <pc:sldMk cId="3151595210" sldId="2145709206"/>
        </pc:sldMkLst>
      </pc:sldChg>
      <pc:sldChg chg="del">
        <pc:chgData name="Ashwani Mishra" userId="15d57bc9-d3a4-4ee8-885b-38ce2f0c857c" providerId="ADAL" clId="{DF6BBA32-F192-456A-9BA1-2C33B12DD5EB}" dt="2025-03-05T09:46:25.306" v="1128" actId="47"/>
        <pc:sldMkLst>
          <pc:docMk/>
          <pc:sldMk cId="1574735728" sldId="2145709207"/>
        </pc:sldMkLst>
      </pc:sldChg>
      <pc:sldChg chg="del">
        <pc:chgData name="Ashwani Mishra" userId="15d57bc9-d3a4-4ee8-885b-38ce2f0c857c" providerId="ADAL" clId="{DF6BBA32-F192-456A-9BA1-2C33B12DD5EB}" dt="2025-03-05T09:46:25.857" v="1131" actId="47"/>
        <pc:sldMkLst>
          <pc:docMk/>
          <pc:sldMk cId="2656657796" sldId="2145709208"/>
        </pc:sldMkLst>
      </pc:sldChg>
      <pc:sldChg chg="del">
        <pc:chgData name="Ashwani Mishra" userId="15d57bc9-d3a4-4ee8-885b-38ce2f0c857c" providerId="ADAL" clId="{DF6BBA32-F192-456A-9BA1-2C33B12DD5EB}" dt="2025-03-05T09:46:26.049" v="1132" actId="47"/>
        <pc:sldMkLst>
          <pc:docMk/>
          <pc:sldMk cId="923075846" sldId="2145709209"/>
        </pc:sldMkLst>
      </pc:sldChg>
      <pc:sldChg chg="del">
        <pc:chgData name="Ashwani Mishra" userId="15d57bc9-d3a4-4ee8-885b-38ce2f0c857c" providerId="ADAL" clId="{DF6BBA32-F192-456A-9BA1-2C33B12DD5EB}" dt="2025-03-05T09:45:54.137" v="1104" actId="47"/>
        <pc:sldMkLst>
          <pc:docMk/>
          <pc:sldMk cId="723396954" sldId="2145709210"/>
        </pc:sldMkLst>
      </pc:sldChg>
      <pc:sldChg chg="del">
        <pc:chgData name="Ashwani Mishra" userId="15d57bc9-d3a4-4ee8-885b-38ce2f0c857c" providerId="ADAL" clId="{DF6BBA32-F192-456A-9BA1-2C33B12DD5EB}" dt="2025-03-05T09:45:53.355" v="1103" actId="47"/>
        <pc:sldMkLst>
          <pc:docMk/>
          <pc:sldMk cId="0" sldId="2145709211"/>
        </pc:sldMkLst>
      </pc:sldChg>
      <pc:sldChg chg="del">
        <pc:chgData name="Ashwani Mishra" userId="15d57bc9-d3a4-4ee8-885b-38ce2f0c857c" providerId="ADAL" clId="{DF6BBA32-F192-456A-9BA1-2C33B12DD5EB}" dt="2025-03-05T09:46:24.312" v="1123" actId="47"/>
        <pc:sldMkLst>
          <pc:docMk/>
          <pc:sldMk cId="2611867153" sldId="2145709212"/>
        </pc:sldMkLst>
      </pc:sldChg>
      <pc:sldChg chg="del">
        <pc:chgData name="Ashwani Mishra" userId="15d57bc9-d3a4-4ee8-885b-38ce2f0c857c" providerId="ADAL" clId="{DF6BBA32-F192-456A-9BA1-2C33B12DD5EB}" dt="2025-03-05T09:46:25.481" v="1129" actId="47"/>
        <pc:sldMkLst>
          <pc:docMk/>
          <pc:sldMk cId="41955555" sldId="2145709213"/>
        </pc:sldMkLst>
      </pc:sldChg>
      <pc:sldChg chg="del">
        <pc:chgData name="Ashwani Mishra" userId="15d57bc9-d3a4-4ee8-885b-38ce2f0c857c" providerId="ADAL" clId="{DF6BBA32-F192-456A-9BA1-2C33B12DD5EB}" dt="2025-03-05T09:46:48.379" v="1149" actId="47"/>
        <pc:sldMkLst>
          <pc:docMk/>
          <pc:sldMk cId="1573293131" sldId="2145709214"/>
        </pc:sldMkLst>
      </pc:sldChg>
      <pc:sldChg chg="del">
        <pc:chgData name="Ashwani Mishra" userId="15d57bc9-d3a4-4ee8-885b-38ce2f0c857c" providerId="ADAL" clId="{DF6BBA32-F192-456A-9BA1-2C33B12DD5EB}" dt="2025-03-05T09:46:49.316" v="1150" actId="47"/>
        <pc:sldMkLst>
          <pc:docMk/>
          <pc:sldMk cId="2679415752" sldId="2145709216"/>
        </pc:sldMkLst>
      </pc:sldChg>
      <pc:sldChg chg="del">
        <pc:chgData name="Ashwani Mishra" userId="15d57bc9-d3a4-4ee8-885b-38ce2f0c857c" providerId="ADAL" clId="{DF6BBA32-F192-456A-9BA1-2C33B12DD5EB}" dt="2025-03-05T09:46:46.442" v="1146" actId="47"/>
        <pc:sldMkLst>
          <pc:docMk/>
          <pc:sldMk cId="174091374" sldId="2145709217"/>
        </pc:sldMkLst>
      </pc:sldChg>
      <pc:sldChg chg="del">
        <pc:chgData name="Ashwani Mishra" userId="15d57bc9-d3a4-4ee8-885b-38ce2f0c857c" providerId="ADAL" clId="{DF6BBA32-F192-456A-9BA1-2C33B12DD5EB}" dt="2025-03-05T09:46:47.273" v="1147" actId="47"/>
        <pc:sldMkLst>
          <pc:docMk/>
          <pc:sldMk cId="1989515576" sldId="2145709218"/>
        </pc:sldMkLst>
      </pc:sldChg>
      <pc:sldChg chg="del">
        <pc:chgData name="Ashwani Mishra" userId="15d57bc9-d3a4-4ee8-885b-38ce2f0c857c" providerId="ADAL" clId="{DF6BBA32-F192-456A-9BA1-2C33B12DD5EB}" dt="2025-03-06T05:08:15.362" v="1322" actId="47"/>
        <pc:sldMkLst>
          <pc:docMk/>
          <pc:sldMk cId="2882579402" sldId="2145709222"/>
        </pc:sldMkLst>
      </pc:sldChg>
      <pc:sldChg chg="del">
        <pc:chgData name="Ashwani Mishra" userId="15d57bc9-d3a4-4ee8-885b-38ce2f0c857c" providerId="ADAL" clId="{DF6BBA32-F192-456A-9BA1-2C33B12DD5EB}" dt="2025-03-05T09:47:14.772" v="1177" actId="47"/>
        <pc:sldMkLst>
          <pc:docMk/>
          <pc:sldMk cId="938535941" sldId="2145709223"/>
        </pc:sldMkLst>
      </pc:sldChg>
      <pc:sldChg chg="del">
        <pc:chgData name="Ashwani Mishra" userId="15d57bc9-d3a4-4ee8-885b-38ce2f0c857c" providerId="ADAL" clId="{DF6BBA32-F192-456A-9BA1-2C33B12DD5EB}" dt="2025-03-06T05:08:15.362" v="1322" actId="47"/>
        <pc:sldMkLst>
          <pc:docMk/>
          <pc:sldMk cId="2993260989" sldId="2145709224"/>
        </pc:sldMkLst>
      </pc:sldChg>
      <pc:sldChg chg="del">
        <pc:chgData name="Ashwani Mishra" userId="15d57bc9-d3a4-4ee8-885b-38ce2f0c857c" providerId="ADAL" clId="{DF6BBA32-F192-456A-9BA1-2C33B12DD5EB}" dt="2025-03-06T05:08:15.362" v="1322" actId="47"/>
        <pc:sldMkLst>
          <pc:docMk/>
          <pc:sldMk cId="3660305007" sldId="2145709229"/>
        </pc:sldMkLst>
      </pc:sldChg>
      <pc:sldChg chg="del">
        <pc:chgData name="Ashwani Mishra" userId="15d57bc9-d3a4-4ee8-885b-38ce2f0c857c" providerId="ADAL" clId="{DF6BBA32-F192-456A-9BA1-2C33B12DD5EB}" dt="2025-03-06T05:08:15.362" v="1322" actId="47"/>
        <pc:sldMkLst>
          <pc:docMk/>
          <pc:sldMk cId="1650825569" sldId="2145709230"/>
        </pc:sldMkLst>
      </pc:sldChg>
      <pc:sldChg chg="del">
        <pc:chgData name="Ashwani Mishra" userId="15d57bc9-d3a4-4ee8-885b-38ce2f0c857c" providerId="ADAL" clId="{DF6BBA32-F192-456A-9BA1-2C33B12DD5EB}" dt="2025-03-05T09:45:40.727" v="1096" actId="47"/>
        <pc:sldMkLst>
          <pc:docMk/>
          <pc:sldMk cId="1805333659" sldId="2145709231"/>
        </pc:sldMkLst>
      </pc:sldChg>
      <pc:sldChg chg="del">
        <pc:chgData name="Ashwani Mishra" userId="15d57bc9-d3a4-4ee8-885b-38ce2f0c857c" providerId="ADAL" clId="{DF6BBA32-F192-456A-9BA1-2C33B12DD5EB}" dt="2025-03-06T05:08:15.362" v="1322" actId="47"/>
        <pc:sldMkLst>
          <pc:docMk/>
          <pc:sldMk cId="2106846554" sldId="2145709232"/>
        </pc:sldMkLst>
      </pc:sldChg>
      <pc:sldChg chg="del">
        <pc:chgData name="Ashwani Mishra" userId="15d57bc9-d3a4-4ee8-885b-38ce2f0c857c" providerId="ADAL" clId="{DF6BBA32-F192-456A-9BA1-2C33B12DD5EB}" dt="2025-03-05T09:45:41.309" v="1097" actId="47"/>
        <pc:sldMkLst>
          <pc:docMk/>
          <pc:sldMk cId="2222670766" sldId="2145709234"/>
        </pc:sldMkLst>
      </pc:sldChg>
      <pc:sldChg chg="del">
        <pc:chgData name="Ashwani Mishra" userId="15d57bc9-d3a4-4ee8-885b-38ce2f0c857c" providerId="ADAL" clId="{DF6BBA32-F192-456A-9BA1-2C33B12DD5EB}" dt="2025-03-05T09:45:41.937" v="1098" actId="47"/>
        <pc:sldMkLst>
          <pc:docMk/>
          <pc:sldMk cId="3048719488" sldId="2145709235"/>
        </pc:sldMkLst>
      </pc:sldChg>
      <pc:sldChg chg="del">
        <pc:chgData name="Ashwani Mishra" userId="15d57bc9-d3a4-4ee8-885b-38ce2f0c857c" providerId="ADAL" clId="{DF6BBA32-F192-456A-9BA1-2C33B12DD5EB}" dt="2025-03-06T05:08:15.362" v="1322" actId="47"/>
        <pc:sldMkLst>
          <pc:docMk/>
          <pc:sldMk cId="2912954689" sldId="2145709236"/>
        </pc:sldMkLst>
      </pc:sldChg>
      <pc:sldChg chg="del">
        <pc:chgData name="Ashwani Mishra" userId="15d57bc9-d3a4-4ee8-885b-38ce2f0c857c" providerId="ADAL" clId="{DF6BBA32-F192-456A-9BA1-2C33B12DD5EB}" dt="2025-03-06T05:08:15.362" v="1322" actId="47"/>
        <pc:sldMkLst>
          <pc:docMk/>
          <pc:sldMk cId="3951430112" sldId="2145709237"/>
        </pc:sldMkLst>
      </pc:sldChg>
      <pc:sldChg chg="del">
        <pc:chgData name="Ashwani Mishra" userId="15d57bc9-d3a4-4ee8-885b-38ce2f0c857c" providerId="ADAL" clId="{DF6BBA32-F192-456A-9BA1-2C33B12DD5EB}" dt="2025-03-06T05:08:15.362" v="1322" actId="47"/>
        <pc:sldMkLst>
          <pc:docMk/>
          <pc:sldMk cId="3197901299" sldId="2145709238"/>
        </pc:sldMkLst>
      </pc:sldChg>
      <pc:sldChg chg="del">
        <pc:chgData name="Ashwani Mishra" userId="15d57bc9-d3a4-4ee8-885b-38ce2f0c857c" providerId="ADAL" clId="{DF6BBA32-F192-456A-9BA1-2C33B12DD5EB}" dt="2025-03-05T09:46:47.847" v="1148" actId="47"/>
        <pc:sldMkLst>
          <pc:docMk/>
          <pc:sldMk cId="793196934" sldId="2147376141"/>
        </pc:sldMkLst>
      </pc:sldChg>
      <pc:sldChg chg="del">
        <pc:chgData name="Ashwani Mishra" userId="15d57bc9-d3a4-4ee8-885b-38ce2f0c857c" providerId="ADAL" clId="{DF6BBA32-F192-456A-9BA1-2C33B12DD5EB}" dt="2025-03-06T05:08:15.362" v="1322" actId="47"/>
        <pc:sldMkLst>
          <pc:docMk/>
          <pc:sldMk cId="1896298845" sldId="2147376142"/>
        </pc:sldMkLst>
      </pc:sldChg>
      <pc:sldChg chg="add del">
        <pc:chgData name="Ashwani Mishra" userId="15d57bc9-d3a4-4ee8-885b-38ce2f0c857c" providerId="ADAL" clId="{DF6BBA32-F192-456A-9BA1-2C33B12DD5EB}" dt="2025-03-06T05:08:15.362" v="1322" actId="47"/>
        <pc:sldMkLst>
          <pc:docMk/>
          <pc:sldMk cId="1949651568" sldId="2147376143"/>
        </pc:sldMkLst>
      </pc:sldChg>
      <pc:sldChg chg="del">
        <pc:chgData name="Ashwani Mishra" userId="15d57bc9-d3a4-4ee8-885b-38ce2f0c857c" providerId="ADAL" clId="{DF6BBA32-F192-456A-9BA1-2C33B12DD5EB}" dt="2025-03-05T09:46:57.704" v="1154" actId="47"/>
        <pc:sldMkLst>
          <pc:docMk/>
          <pc:sldMk cId="987636983" sldId="2147376145"/>
        </pc:sldMkLst>
      </pc:sldChg>
      <pc:sldChg chg="del">
        <pc:chgData name="Ashwani Mishra" userId="15d57bc9-d3a4-4ee8-885b-38ce2f0c857c" providerId="ADAL" clId="{DF6BBA32-F192-456A-9BA1-2C33B12DD5EB}" dt="2025-03-05T09:47:00.305" v="1156" actId="47"/>
        <pc:sldMkLst>
          <pc:docMk/>
          <pc:sldMk cId="2347247811" sldId="2147376146"/>
        </pc:sldMkLst>
      </pc:sldChg>
      <pc:sldChg chg="del">
        <pc:chgData name="Ashwani Mishra" userId="15d57bc9-d3a4-4ee8-885b-38ce2f0c857c" providerId="ADAL" clId="{DF6BBA32-F192-456A-9BA1-2C33B12DD5EB}" dt="2025-03-05T08:50:08.885" v="22" actId="47"/>
        <pc:sldMkLst>
          <pc:docMk/>
          <pc:sldMk cId="3709877784" sldId="2147376147"/>
        </pc:sldMkLst>
      </pc:sldChg>
      <pc:sldChg chg="del">
        <pc:chgData name="Ashwani Mishra" userId="15d57bc9-d3a4-4ee8-885b-38ce2f0c857c" providerId="ADAL" clId="{DF6BBA32-F192-456A-9BA1-2C33B12DD5EB}" dt="2025-03-05T09:47:09.902" v="1169" actId="47"/>
        <pc:sldMkLst>
          <pc:docMk/>
          <pc:sldMk cId="3507719620" sldId="2147376148"/>
        </pc:sldMkLst>
      </pc:sldChg>
      <pc:sldChg chg="del">
        <pc:chgData name="Ashwani Mishra" userId="15d57bc9-d3a4-4ee8-885b-38ce2f0c857c" providerId="ADAL" clId="{DF6BBA32-F192-456A-9BA1-2C33B12DD5EB}" dt="2025-03-05T09:47:10.440" v="1170" actId="47"/>
        <pc:sldMkLst>
          <pc:docMk/>
          <pc:sldMk cId="1179812339" sldId="2147376149"/>
        </pc:sldMkLst>
      </pc:sldChg>
      <pc:sldChg chg="del">
        <pc:chgData name="Ashwani Mishra" userId="15d57bc9-d3a4-4ee8-885b-38ce2f0c857c" providerId="ADAL" clId="{DF6BBA32-F192-456A-9BA1-2C33B12DD5EB}" dt="2025-03-05T09:47:11.023" v="1171" actId="47"/>
        <pc:sldMkLst>
          <pc:docMk/>
          <pc:sldMk cId="2241610559" sldId="2147376150"/>
        </pc:sldMkLst>
      </pc:sldChg>
      <pc:sldChg chg="del">
        <pc:chgData name="Ashwani Mishra" userId="15d57bc9-d3a4-4ee8-885b-38ce2f0c857c" providerId="ADAL" clId="{DF6BBA32-F192-456A-9BA1-2C33B12DD5EB}" dt="2025-03-05T09:47:11.835" v="1172" actId="47"/>
        <pc:sldMkLst>
          <pc:docMk/>
          <pc:sldMk cId="3912905512" sldId="2147376151"/>
        </pc:sldMkLst>
      </pc:sldChg>
      <pc:sldChg chg="del">
        <pc:chgData name="Ashwani Mishra" userId="15d57bc9-d3a4-4ee8-885b-38ce2f0c857c" providerId="ADAL" clId="{DF6BBA32-F192-456A-9BA1-2C33B12DD5EB}" dt="2025-03-05T09:47:12.452" v="1173" actId="47"/>
        <pc:sldMkLst>
          <pc:docMk/>
          <pc:sldMk cId="2177608152" sldId="2147376152"/>
        </pc:sldMkLst>
      </pc:sldChg>
      <pc:sldChg chg="del">
        <pc:chgData name="Ashwani Mishra" userId="15d57bc9-d3a4-4ee8-885b-38ce2f0c857c" providerId="ADAL" clId="{DF6BBA32-F192-456A-9BA1-2C33B12DD5EB}" dt="2025-03-05T09:47:13.027" v="1174" actId="47"/>
        <pc:sldMkLst>
          <pc:docMk/>
          <pc:sldMk cId="4185833469" sldId="2147376153"/>
        </pc:sldMkLst>
      </pc:sldChg>
      <pc:sldChg chg="del">
        <pc:chgData name="Ashwani Mishra" userId="15d57bc9-d3a4-4ee8-885b-38ce2f0c857c" providerId="ADAL" clId="{DF6BBA32-F192-456A-9BA1-2C33B12DD5EB}" dt="2025-03-05T09:47:13.496" v="1175" actId="47"/>
        <pc:sldMkLst>
          <pc:docMk/>
          <pc:sldMk cId="721058716" sldId="2147376154"/>
        </pc:sldMkLst>
      </pc:sldChg>
      <pc:sldChg chg="modSp mod">
        <pc:chgData name="Ashwani Mishra" userId="15d57bc9-d3a4-4ee8-885b-38ce2f0c857c" providerId="ADAL" clId="{DF6BBA32-F192-456A-9BA1-2C33B12DD5EB}" dt="2025-03-05T09:53:27.522" v="1185" actId="255"/>
        <pc:sldMkLst>
          <pc:docMk/>
          <pc:sldMk cId="1500137299" sldId="2147376156"/>
        </pc:sldMkLst>
      </pc:sldChg>
      <pc:sldChg chg="del">
        <pc:chgData name="Ashwani Mishra" userId="15d57bc9-d3a4-4ee8-885b-38ce2f0c857c" providerId="ADAL" clId="{DF6BBA32-F192-456A-9BA1-2C33B12DD5EB}" dt="2025-03-05T09:46:42.766" v="1144" actId="47"/>
        <pc:sldMkLst>
          <pc:docMk/>
          <pc:sldMk cId="2185870475" sldId="2147376157"/>
        </pc:sldMkLst>
      </pc:sldChg>
      <pc:sldChg chg="del">
        <pc:chgData name="Ashwani Mishra" userId="15d57bc9-d3a4-4ee8-885b-38ce2f0c857c" providerId="ADAL" clId="{DF6BBA32-F192-456A-9BA1-2C33B12DD5EB}" dt="2025-03-05T09:46:42.250" v="1143" actId="47"/>
        <pc:sldMkLst>
          <pc:docMk/>
          <pc:sldMk cId="1479747691" sldId="2147376158"/>
        </pc:sldMkLst>
      </pc:sldChg>
      <pc:sldChg chg="del">
        <pc:chgData name="Ashwani Mishra" userId="15d57bc9-d3a4-4ee8-885b-38ce2f0c857c" providerId="ADAL" clId="{DF6BBA32-F192-456A-9BA1-2C33B12DD5EB}" dt="2025-03-05T09:46:26.268" v="1133" actId="47"/>
        <pc:sldMkLst>
          <pc:docMk/>
          <pc:sldMk cId="2822637573" sldId="2147376159"/>
        </pc:sldMkLst>
      </pc:sldChg>
      <pc:sldChg chg="del">
        <pc:chgData name="Ashwani Mishra" userId="15d57bc9-d3a4-4ee8-885b-38ce2f0c857c" providerId="ADAL" clId="{DF6BBA32-F192-456A-9BA1-2C33B12DD5EB}" dt="2025-03-05T08:50:00.214" v="21" actId="47"/>
        <pc:sldMkLst>
          <pc:docMk/>
          <pc:sldMk cId="433682352" sldId="2147376160"/>
        </pc:sldMkLst>
      </pc:sldChg>
      <pc:sldChg chg="del">
        <pc:chgData name="Ashwani Mishra" userId="15d57bc9-d3a4-4ee8-885b-38ce2f0c857c" providerId="ADAL" clId="{DF6BBA32-F192-456A-9BA1-2C33B12DD5EB}" dt="2025-03-05T09:47:14.240" v="1176" actId="47"/>
        <pc:sldMkLst>
          <pc:docMk/>
          <pc:sldMk cId="2032984443" sldId="2147376161"/>
        </pc:sldMkLst>
      </pc:sldChg>
      <pc:sldChg chg="del">
        <pc:chgData name="Ashwani Mishra" userId="15d57bc9-d3a4-4ee8-885b-38ce2f0c857c" providerId="ADAL" clId="{DF6BBA32-F192-456A-9BA1-2C33B12DD5EB}" dt="2025-03-05T09:47:15.308" v="1178" actId="47"/>
        <pc:sldMkLst>
          <pc:docMk/>
          <pc:sldMk cId="3763892721" sldId="2147376162"/>
        </pc:sldMkLst>
      </pc:sldChg>
      <pc:sldChg chg="addSp delSp modSp add del mod">
        <pc:chgData name="Ashwani Mishra" userId="15d57bc9-d3a4-4ee8-885b-38ce2f0c857c" providerId="ADAL" clId="{DF6BBA32-F192-456A-9BA1-2C33B12DD5EB}" dt="2025-03-05T10:01:21.763" v="1215" actId="20577"/>
        <pc:sldMkLst>
          <pc:docMk/>
          <pc:sldMk cId="2841593980" sldId="2147376426"/>
        </pc:sldMkLst>
      </pc:sldChg>
      <pc:sldChg chg="addSp delSp modSp add del mod">
        <pc:chgData name="Ashwani Mishra" userId="15d57bc9-d3a4-4ee8-885b-38ce2f0c857c" providerId="ADAL" clId="{DF6BBA32-F192-456A-9BA1-2C33B12DD5EB}" dt="2025-03-05T10:01:41.843" v="1244" actId="20577"/>
        <pc:sldMkLst>
          <pc:docMk/>
          <pc:sldMk cId="2656991403" sldId="2147376427"/>
        </pc:sldMkLst>
      </pc:sldChg>
      <pc:sldChg chg="del">
        <pc:chgData name="Ashwani Mishra" userId="15d57bc9-d3a4-4ee8-885b-38ce2f0c857c" providerId="ADAL" clId="{DF6BBA32-F192-456A-9BA1-2C33B12DD5EB}" dt="2025-03-05T09:45:39.007" v="1095" actId="47"/>
        <pc:sldMkLst>
          <pc:docMk/>
          <pc:sldMk cId="3608601964" sldId="2147376470"/>
        </pc:sldMkLst>
      </pc:sldChg>
      <pc:sldChg chg="del">
        <pc:chgData name="Ashwani Mishra" userId="15d57bc9-d3a4-4ee8-885b-38ce2f0c857c" providerId="ADAL" clId="{DF6BBA32-F192-456A-9BA1-2C33B12DD5EB}" dt="2025-03-05T09:45:23.218" v="1091" actId="47"/>
        <pc:sldMkLst>
          <pc:docMk/>
          <pc:sldMk cId="1411544291" sldId="2147376471"/>
        </pc:sldMkLst>
      </pc:sldChg>
      <pc:sldChg chg="del">
        <pc:chgData name="Ashwani Mishra" userId="15d57bc9-d3a4-4ee8-885b-38ce2f0c857c" providerId="ADAL" clId="{DF6BBA32-F192-456A-9BA1-2C33B12DD5EB}" dt="2025-03-05T09:45:27.895" v="1092" actId="47"/>
        <pc:sldMkLst>
          <pc:docMk/>
          <pc:sldMk cId="3750506967" sldId="2147376477"/>
        </pc:sldMkLst>
      </pc:sldChg>
      <pc:sldChg chg="del">
        <pc:chgData name="Ashwani Mishra" userId="15d57bc9-d3a4-4ee8-885b-38ce2f0c857c" providerId="ADAL" clId="{DF6BBA32-F192-456A-9BA1-2C33B12DD5EB}" dt="2025-03-05T09:47:17.718" v="1179" actId="47"/>
        <pc:sldMkLst>
          <pc:docMk/>
          <pc:sldMk cId="1971803690" sldId="2147376478"/>
        </pc:sldMkLst>
      </pc:sldChg>
      <pc:sldChg chg="modSp mod">
        <pc:chgData name="Ashwani Mishra" userId="15d57bc9-d3a4-4ee8-885b-38ce2f0c857c" providerId="ADAL" clId="{DF6BBA32-F192-456A-9BA1-2C33B12DD5EB}" dt="2025-03-05T12:59:30.186" v="1321" actId="20577"/>
        <pc:sldMkLst>
          <pc:docMk/>
          <pc:sldMk cId="3576340285" sldId="2147376479"/>
        </pc:sldMkLst>
      </pc:sldChg>
      <pc:sldChg chg="delSp modSp add del mod">
        <pc:chgData name="Ashwani Mishra" userId="15d57bc9-d3a4-4ee8-885b-38ce2f0c857c" providerId="ADAL" clId="{DF6BBA32-F192-456A-9BA1-2C33B12DD5EB}" dt="2025-03-05T09:47:57.318" v="1183" actId="2696"/>
        <pc:sldMkLst>
          <pc:docMk/>
          <pc:sldMk cId="1269065301" sldId="2147376480"/>
        </pc:sldMkLst>
      </pc:sldChg>
      <pc:sldChg chg="modSp add mod">
        <pc:chgData name="Ashwani Mishra" userId="15d57bc9-d3a4-4ee8-885b-38ce2f0c857c" providerId="ADAL" clId="{DF6BBA32-F192-456A-9BA1-2C33B12DD5EB}" dt="2025-03-05T10:00:46.185" v="1202" actId="20577"/>
        <pc:sldMkLst>
          <pc:docMk/>
          <pc:sldMk cId="3424460635" sldId="2147376480"/>
        </pc:sldMkLst>
      </pc:sldChg>
      <pc:sldChg chg="add">
        <pc:chgData name="Ashwani Mishra" userId="15d57bc9-d3a4-4ee8-885b-38ce2f0c857c" providerId="ADAL" clId="{DF6BBA32-F192-456A-9BA1-2C33B12DD5EB}" dt="2025-03-05T10:03:58.953" v="1275"/>
        <pc:sldMkLst>
          <pc:docMk/>
          <pc:sldMk cId="418202682" sldId="2147376615"/>
        </pc:sldMkLst>
      </pc:sldChg>
      <pc:sldChg chg="addSp delSp modSp add mod">
        <pc:chgData name="Ashwani Mishra" userId="15d57bc9-d3a4-4ee8-885b-38ce2f0c857c" providerId="ADAL" clId="{DF6BBA32-F192-456A-9BA1-2C33B12DD5EB}" dt="2025-03-05T08:52:08.062" v="35" actId="14100"/>
        <pc:sldMkLst>
          <pc:docMk/>
          <pc:sldMk cId="222882548" sldId="2147376618"/>
        </pc:sldMkLst>
      </pc:sldChg>
      <pc:sldChg chg="modSp add">
        <pc:chgData name="Ashwani Mishra" userId="15d57bc9-d3a4-4ee8-885b-38ce2f0c857c" providerId="ADAL" clId="{DF6BBA32-F192-456A-9BA1-2C33B12DD5EB}" dt="2025-03-05T08:52:48.901" v="37"/>
        <pc:sldMkLst>
          <pc:docMk/>
          <pc:sldMk cId="671220431" sldId="2147376622"/>
        </pc:sldMkLst>
      </pc:sldChg>
      <pc:sldChg chg="add">
        <pc:chgData name="Ashwani Mishra" userId="15d57bc9-d3a4-4ee8-885b-38ce2f0c857c" providerId="ADAL" clId="{DF6BBA32-F192-456A-9BA1-2C33B12DD5EB}" dt="2025-03-05T08:50:31.367" v="23"/>
        <pc:sldMkLst>
          <pc:docMk/>
          <pc:sldMk cId="3839465103" sldId="2147376636"/>
        </pc:sldMkLst>
      </pc:sldChg>
      <pc:sldChg chg="add">
        <pc:chgData name="Ashwani Mishra" userId="15d57bc9-d3a4-4ee8-885b-38ce2f0c857c" providerId="ADAL" clId="{DF6BBA32-F192-456A-9BA1-2C33B12DD5EB}" dt="2025-03-05T08:50:31.367" v="23"/>
        <pc:sldMkLst>
          <pc:docMk/>
          <pc:sldMk cId="573594142" sldId="2147376639"/>
        </pc:sldMkLst>
      </pc:sldChg>
      <pc:sldChg chg="add">
        <pc:chgData name="Ashwani Mishra" userId="15d57bc9-d3a4-4ee8-885b-38ce2f0c857c" providerId="ADAL" clId="{DF6BBA32-F192-456A-9BA1-2C33B12DD5EB}" dt="2025-03-05T08:53:06.078" v="38"/>
        <pc:sldMkLst>
          <pc:docMk/>
          <pc:sldMk cId="3904791787" sldId="2147376640"/>
        </pc:sldMkLst>
      </pc:sldChg>
      <pc:sldChg chg="add">
        <pc:chgData name="Ashwani Mishra" userId="15d57bc9-d3a4-4ee8-885b-38ce2f0c857c" providerId="ADAL" clId="{DF6BBA32-F192-456A-9BA1-2C33B12DD5EB}" dt="2025-03-05T08:50:31.367" v="23"/>
        <pc:sldMkLst>
          <pc:docMk/>
          <pc:sldMk cId="65857030" sldId="2147376655"/>
        </pc:sldMkLst>
      </pc:sldChg>
      <pc:sldChg chg="add del">
        <pc:chgData name="Ashwani Mishra" userId="15d57bc9-d3a4-4ee8-885b-38ce2f0c857c" providerId="ADAL" clId="{DF6BBA32-F192-456A-9BA1-2C33B12DD5EB}" dt="2025-03-05T08:53:07.662" v="39" actId="47"/>
        <pc:sldMkLst>
          <pc:docMk/>
          <pc:sldMk cId="4284589628" sldId="2147376656"/>
        </pc:sldMkLst>
      </pc:sldChg>
      <pc:sldChg chg="add del">
        <pc:chgData name="Ashwani Mishra" userId="15d57bc9-d3a4-4ee8-885b-38ce2f0c857c" providerId="ADAL" clId="{DF6BBA32-F192-456A-9BA1-2C33B12DD5EB}" dt="2025-03-05T09:37:27.241" v="785" actId="47"/>
        <pc:sldMkLst>
          <pc:docMk/>
          <pc:sldMk cId="2653877397" sldId="2147376657"/>
        </pc:sldMkLst>
      </pc:sldChg>
      <pc:sldChg chg="add">
        <pc:chgData name="Ashwani Mishra" userId="15d57bc9-d3a4-4ee8-885b-38ce2f0c857c" providerId="ADAL" clId="{DF6BBA32-F192-456A-9BA1-2C33B12DD5EB}" dt="2025-03-05T08:53:14.457" v="40"/>
        <pc:sldMkLst>
          <pc:docMk/>
          <pc:sldMk cId="2832218767" sldId="2147376696"/>
        </pc:sldMkLst>
      </pc:sldChg>
      <pc:sldChg chg="modSp add mod">
        <pc:chgData name="Ashwani Mishra" userId="15d57bc9-d3a4-4ee8-885b-38ce2f0c857c" providerId="ADAL" clId="{DF6BBA32-F192-456A-9BA1-2C33B12DD5EB}" dt="2025-03-05T08:54:03.820" v="57" actId="20577"/>
        <pc:sldMkLst>
          <pc:docMk/>
          <pc:sldMk cId="3697540684" sldId="2147376697"/>
        </pc:sldMkLst>
      </pc:sldChg>
      <pc:sldChg chg="modSp add mod">
        <pc:chgData name="Ashwani Mishra" userId="15d57bc9-d3a4-4ee8-885b-38ce2f0c857c" providerId="ADAL" clId="{DF6BBA32-F192-456A-9BA1-2C33B12DD5EB}" dt="2025-03-05T10:01:33.505" v="1231" actId="20577"/>
        <pc:sldMkLst>
          <pc:docMk/>
          <pc:sldMk cId="72037711" sldId="2147376698"/>
        </pc:sldMkLst>
      </pc:sldChg>
      <pc:sldChg chg="addSp delSp modSp add del mod">
        <pc:chgData name="Ashwani Mishra" userId="15d57bc9-d3a4-4ee8-885b-38ce2f0c857c" providerId="ADAL" clId="{DF6BBA32-F192-456A-9BA1-2C33B12DD5EB}" dt="2025-03-05T09:47:57.318" v="1183" actId="2696"/>
        <pc:sldMkLst>
          <pc:docMk/>
          <pc:sldMk cId="2260054825" sldId="2147376698"/>
        </pc:sldMkLst>
      </pc:sldChg>
      <pc:sldChg chg="add del">
        <pc:chgData name="Ashwani Mishra" userId="15d57bc9-d3a4-4ee8-885b-38ce2f0c857c" providerId="ADAL" clId="{DF6BBA32-F192-456A-9BA1-2C33B12DD5EB}" dt="2025-03-05T09:44:23.725" v="1040" actId="47"/>
        <pc:sldMkLst>
          <pc:docMk/>
          <pc:sldMk cId="3480841973" sldId="2147376699"/>
        </pc:sldMkLst>
      </pc:sldChg>
      <pc:sldChg chg="modSp add mod">
        <pc:chgData name="Ashwani Mishra" userId="15d57bc9-d3a4-4ee8-885b-38ce2f0c857c" providerId="ADAL" clId="{DF6BBA32-F192-456A-9BA1-2C33B12DD5EB}" dt="2025-03-05T10:02:02.281" v="1274" actId="6549"/>
        <pc:sldMkLst>
          <pc:docMk/>
          <pc:sldMk cId="4010021905" sldId="2147376700"/>
        </pc:sldMkLst>
      </pc:sldChg>
      <pc:sldChg chg="addSp delSp modSp add mod">
        <pc:chgData name="Ashwani Mishra" userId="15d57bc9-d3a4-4ee8-885b-38ce2f0c857c" providerId="ADAL" clId="{DF6BBA32-F192-456A-9BA1-2C33B12DD5EB}" dt="2025-03-06T05:46:00.709" v="1378" actId="20577"/>
        <pc:sldMkLst>
          <pc:docMk/>
          <pc:sldMk cId="3433070542" sldId="2147376701"/>
        </pc:sldMkLst>
      </pc:sldChg>
      <pc:sldChg chg="modSp add mod">
        <pc:chgData name="Ashwani Mishra" userId="15d57bc9-d3a4-4ee8-885b-38ce2f0c857c" providerId="ADAL" clId="{DF6BBA32-F192-456A-9BA1-2C33B12DD5EB}" dt="2025-03-06T05:46:07.809" v="1380" actId="20577"/>
        <pc:sldMkLst>
          <pc:docMk/>
          <pc:sldMk cId="2495040766" sldId="2147376702"/>
        </pc:sldMkLst>
      </pc:sldChg>
      <pc:sldChg chg="modSp add mod">
        <pc:chgData name="Ashwani Mishra" userId="15d57bc9-d3a4-4ee8-885b-38ce2f0c857c" providerId="ADAL" clId="{DF6BBA32-F192-456A-9BA1-2C33B12DD5EB}" dt="2025-03-06T05:46:13.008" v="1382" actId="20577"/>
        <pc:sldMkLst>
          <pc:docMk/>
          <pc:sldMk cId="3660011275" sldId="2147376703"/>
        </pc:sldMkLst>
      </pc:sldChg>
      <pc:sldChg chg="modSp add mod">
        <pc:chgData name="Ashwani Mishra" userId="15d57bc9-d3a4-4ee8-885b-38ce2f0c857c" providerId="ADAL" clId="{DF6BBA32-F192-456A-9BA1-2C33B12DD5EB}" dt="2025-03-06T05:46:18.750" v="1384" actId="20577"/>
        <pc:sldMkLst>
          <pc:docMk/>
          <pc:sldMk cId="3556828421" sldId="2147376704"/>
        </pc:sldMkLst>
      </pc:sldChg>
      <pc:sldChg chg="modSp add mod">
        <pc:chgData name="Ashwani Mishra" userId="15d57bc9-d3a4-4ee8-885b-38ce2f0c857c" providerId="ADAL" clId="{DF6BBA32-F192-456A-9BA1-2C33B12DD5EB}" dt="2025-03-06T05:46:53.893" v="1403" actId="113"/>
        <pc:sldMkLst>
          <pc:docMk/>
          <pc:sldMk cId="1020428610" sldId="2147376705"/>
        </pc:sldMkLst>
      </pc:sldChg>
      <pc:sldChg chg="modSp add mod">
        <pc:chgData name="Ashwani Mishra" userId="15d57bc9-d3a4-4ee8-885b-38ce2f0c857c" providerId="ADAL" clId="{DF6BBA32-F192-456A-9BA1-2C33B12DD5EB}" dt="2025-03-06T06:12:18.460" v="1495" actId="20577"/>
        <pc:sldMkLst>
          <pc:docMk/>
          <pc:sldMk cId="2634282041" sldId="2147376706"/>
        </pc:sldMkLst>
      </pc:sldChg>
      <pc:sldChg chg="modSp add mod">
        <pc:chgData name="Ashwani Mishra" userId="15d57bc9-d3a4-4ee8-885b-38ce2f0c857c" providerId="ADAL" clId="{DF6BBA32-F192-456A-9BA1-2C33B12DD5EB}" dt="2025-03-06T06:19:31.243" v="1564" actId="20577"/>
        <pc:sldMkLst>
          <pc:docMk/>
          <pc:sldMk cId="2751895764" sldId="2147376707"/>
        </pc:sldMkLst>
      </pc:sldChg>
      <pc:sldChg chg="modSp add mod">
        <pc:chgData name="Ashwani Mishra" userId="15d57bc9-d3a4-4ee8-885b-38ce2f0c857c" providerId="ADAL" clId="{DF6BBA32-F192-456A-9BA1-2C33B12DD5EB}" dt="2025-03-06T06:19:35.077" v="1566" actId="20577"/>
        <pc:sldMkLst>
          <pc:docMk/>
          <pc:sldMk cId="1109104479" sldId="2147376708"/>
        </pc:sldMkLst>
      </pc:sldChg>
      <pc:sldChg chg="modSp add mod">
        <pc:chgData name="Ashwani Mishra" userId="15d57bc9-d3a4-4ee8-885b-38ce2f0c857c" providerId="ADAL" clId="{DF6BBA32-F192-456A-9BA1-2C33B12DD5EB}" dt="2025-03-06T06:19:39.641" v="1568" actId="20577"/>
        <pc:sldMkLst>
          <pc:docMk/>
          <pc:sldMk cId="229778211" sldId="2147376709"/>
        </pc:sldMkLst>
      </pc:sldChg>
      <pc:sldChg chg="modSp add mod">
        <pc:chgData name="Ashwani Mishra" userId="15d57bc9-d3a4-4ee8-885b-38ce2f0c857c" providerId="ADAL" clId="{DF6BBA32-F192-456A-9BA1-2C33B12DD5EB}" dt="2025-03-06T06:21:58.626" v="1578" actId="14734"/>
        <pc:sldMkLst>
          <pc:docMk/>
          <pc:sldMk cId="935423711" sldId="2147376710"/>
        </pc:sldMkLst>
      </pc:sldChg>
      <pc:sldChg chg="modSp add mod">
        <pc:chgData name="Ashwani Mishra" userId="15d57bc9-d3a4-4ee8-885b-38ce2f0c857c" providerId="ADAL" clId="{DF6BBA32-F192-456A-9BA1-2C33B12DD5EB}" dt="2025-03-06T06:22:59.333" v="1593" actId="20577"/>
        <pc:sldMkLst>
          <pc:docMk/>
          <pc:sldMk cId="2481122760" sldId="2147376711"/>
        </pc:sldMkLst>
      </pc:sldChg>
      <pc:sldChg chg="modSp add mod">
        <pc:chgData name="Ashwani Mishra" userId="15d57bc9-d3a4-4ee8-885b-38ce2f0c857c" providerId="ADAL" clId="{DF6BBA32-F192-456A-9BA1-2C33B12DD5EB}" dt="2025-03-06T06:24:25.782" v="1612" actId="255"/>
        <pc:sldMkLst>
          <pc:docMk/>
          <pc:sldMk cId="1520781175" sldId="2147376712"/>
        </pc:sldMkLst>
      </pc:sldChg>
      <pc:sldChg chg="modSp add mod">
        <pc:chgData name="Ashwani Mishra" userId="15d57bc9-d3a4-4ee8-885b-38ce2f0c857c" providerId="ADAL" clId="{DF6BBA32-F192-456A-9BA1-2C33B12DD5EB}" dt="2025-03-06T06:25:22.066" v="1636" actId="2711"/>
        <pc:sldMkLst>
          <pc:docMk/>
          <pc:sldMk cId="1435304999" sldId="2147376713"/>
        </pc:sldMkLst>
      </pc:sldChg>
      <pc:sldChg chg="modSp add mod">
        <pc:chgData name="Ashwani Mishra" userId="15d57bc9-d3a4-4ee8-885b-38ce2f0c857c" providerId="ADAL" clId="{DF6BBA32-F192-456A-9BA1-2C33B12DD5EB}" dt="2025-03-06T06:26:09.669" v="1661" actId="14100"/>
        <pc:sldMkLst>
          <pc:docMk/>
          <pc:sldMk cId="2501579431" sldId="2147376714"/>
        </pc:sldMkLst>
      </pc:sldChg>
      <pc:sldChg chg="modSp add mod">
        <pc:chgData name="Ashwani Mishra" userId="15d57bc9-d3a4-4ee8-885b-38ce2f0c857c" providerId="ADAL" clId="{DF6BBA32-F192-456A-9BA1-2C33B12DD5EB}" dt="2025-03-06T06:28:01.654" v="1688" actId="14734"/>
        <pc:sldMkLst>
          <pc:docMk/>
          <pc:sldMk cId="664449989" sldId="2147376715"/>
        </pc:sldMkLst>
      </pc:sldChg>
      <pc:sldChg chg="modSp add mod">
        <pc:chgData name="Ashwani Mishra" userId="15d57bc9-d3a4-4ee8-885b-38ce2f0c857c" providerId="ADAL" clId="{DF6BBA32-F192-456A-9BA1-2C33B12DD5EB}" dt="2025-03-06T06:29:02.756" v="1713" actId="108"/>
        <pc:sldMkLst>
          <pc:docMk/>
          <pc:sldMk cId="2699178926" sldId="2147376716"/>
        </pc:sldMkLst>
      </pc:sldChg>
      <pc:sldChg chg="modSp add mod">
        <pc:chgData name="Ashwani Mishra" userId="15d57bc9-d3a4-4ee8-885b-38ce2f0c857c" providerId="ADAL" clId="{DF6BBA32-F192-456A-9BA1-2C33B12DD5EB}" dt="2025-03-06T06:29:53.839" v="1735" actId="255"/>
        <pc:sldMkLst>
          <pc:docMk/>
          <pc:sldMk cId="628253750" sldId="2147376717"/>
        </pc:sldMkLst>
      </pc:sldChg>
      <pc:sldChg chg="modSp add mod">
        <pc:chgData name="Ashwani Mishra" userId="15d57bc9-d3a4-4ee8-885b-38ce2f0c857c" providerId="ADAL" clId="{DF6BBA32-F192-456A-9BA1-2C33B12DD5EB}" dt="2025-03-06T06:35:35.024" v="1764" actId="255"/>
        <pc:sldMkLst>
          <pc:docMk/>
          <pc:sldMk cId="2807645824" sldId="2147376718"/>
        </pc:sldMkLst>
      </pc:sldChg>
      <pc:sldMasterChg chg="delSldLayout">
        <pc:chgData name="Ashwani Mishra" userId="15d57bc9-d3a4-4ee8-885b-38ce2f0c857c" providerId="ADAL" clId="{DF6BBA32-F192-456A-9BA1-2C33B12DD5EB}" dt="2025-03-05T09:47:01.533" v="1159" actId="47"/>
        <pc:sldMasterMkLst>
          <pc:docMk/>
          <pc:sldMasterMk cId="848123093" sldId="2147483648"/>
        </pc:sldMasterMkLst>
        <pc:sldLayoutChg chg="del">
          <pc:chgData name="Ashwani Mishra" userId="15d57bc9-d3a4-4ee8-885b-38ce2f0c857c" providerId="ADAL" clId="{DF6BBA32-F192-456A-9BA1-2C33B12DD5EB}" dt="2025-03-05T09:46:29.433" v="1140" actId="47"/>
          <pc:sldLayoutMkLst>
            <pc:docMk/>
            <pc:sldMasterMk cId="848123093" sldId="2147483648"/>
            <pc:sldLayoutMk cId="2763372129" sldId="2147483689"/>
          </pc:sldLayoutMkLst>
        </pc:sldLayoutChg>
        <pc:sldLayoutChg chg="del">
          <pc:chgData name="Ashwani Mishra" userId="15d57bc9-d3a4-4ee8-885b-38ce2f0c857c" providerId="ADAL" clId="{DF6BBA32-F192-456A-9BA1-2C33B12DD5EB}" dt="2025-03-05T09:47:01.533" v="1159" actId="47"/>
          <pc:sldLayoutMkLst>
            <pc:docMk/>
            <pc:sldMasterMk cId="848123093" sldId="2147483648"/>
            <pc:sldLayoutMk cId="3031791118" sldId="2147483690"/>
          </pc:sldLayoutMkLst>
        </pc:sldLayoutChg>
      </pc:sldMasterChg>
    </pc:docChg>
  </pc:docChgLst>
  <pc:docChgLst>
    <pc:chgData name="Porus P Jain" userId="426241ab-ce3a-418a-a669-bb9355426681" providerId="ADAL" clId="{8714707C-555F-487E-BD4C-2C3BE3293A83}"/>
    <pc:docChg chg="delSld sldOrd">
      <pc:chgData name="Porus P Jain" userId="426241ab-ce3a-418a-a669-bb9355426681" providerId="ADAL" clId="{8714707C-555F-487E-BD4C-2C3BE3293A83}" dt="2024-03-23T07:57:55.196" v="3"/>
      <pc:docMkLst>
        <pc:docMk/>
      </pc:docMkLst>
      <pc:sldChg chg="del">
        <pc:chgData name="Porus P Jain" userId="426241ab-ce3a-418a-a669-bb9355426681" providerId="ADAL" clId="{8714707C-555F-487E-BD4C-2C3BE3293A83}" dt="2024-03-23T07:57:38.266" v="0" actId="47"/>
        <pc:sldMkLst>
          <pc:docMk/>
          <pc:sldMk cId="2173134238" sldId="270"/>
        </pc:sldMkLst>
      </pc:sldChg>
      <pc:sldChg chg="del">
        <pc:chgData name="Porus P Jain" userId="426241ab-ce3a-418a-a669-bb9355426681" providerId="ADAL" clId="{8714707C-555F-487E-BD4C-2C3BE3293A83}" dt="2024-03-23T07:57:38.879" v="1" actId="47"/>
        <pc:sldMkLst>
          <pc:docMk/>
          <pc:sldMk cId="1577418492" sldId="271"/>
        </pc:sldMkLst>
      </pc:sldChg>
      <pc:sldChg chg="ord">
        <pc:chgData name="Porus P Jain" userId="426241ab-ce3a-418a-a669-bb9355426681" providerId="ADAL" clId="{8714707C-555F-487E-BD4C-2C3BE3293A83}" dt="2024-03-23T07:57:55.196" v="3"/>
        <pc:sldMkLst>
          <pc:docMk/>
          <pc:sldMk cId="294629081" sldId="2145709058"/>
        </pc:sldMkLst>
      </pc:sldChg>
      <pc:sldChg chg="del">
        <pc:chgData name="Porus P Jain" userId="426241ab-ce3a-418a-a669-bb9355426681" providerId="ADAL" clId="{8714707C-555F-487E-BD4C-2C3BE3293A83}" dt="2024-03-23T07:57:40.788" v="2" actId="47"/>
        <pc:sldMkLst>
          <pc:docMk/>
          <pc:sldMk cId="2294917627" sldId="2145709155"/>
        </pc:sldMkLst>
      </pc:sldChg>
    </pc:docChg>
  </pc:docChgLst>
  <pc:docChgLst>
    <pc:chgData name="Porus P Jain" userId="426241ab-ce3a-418a-a669-bb9355426681" providerId="ADAL" clId="{4065F156-7A03-47D6-B449-4833BA2319E1}"/>
    <pc:docChg chg="undo custSel addSld modSld modNotesMaster">
      <pc:chgData name="Porus P Jain" userId="426241ab-ce3a-418a-a669-bb9355426681" providerId="ADAL" clId="{4065F156-7A03-47D6-B449-4833BA2319E1}" dt="2024-05-17T13:40:53.695" v="132" actId="14100"/>
      <pc:docMkLst>
        <pc:docMk/>
      </pc:docMkLst>
      <pc:sldChg chg="modNotes">
        <pc:chgData name="Porus P Jain" userId="426241ab-ce3a-418a-a669-bb9355426681" providerId="ADAL" clId="{4065F156-7A03-47D6-B449-4833BA2319E1}" dt="2024-05-17T13:32:49.754" v="0"/>
        <pc:sldMkLst>
          <pc:docMk/>
          <pc:sldMk cId="2700264757" sldId="358"/>
        </pc:sldMkLst>
      </pc:sldChg>
      <pc:sldChg chg="modNotes">
        <pc:chgData name="Porus P Jain" userId="426241ab-ce3a-418a-a669-bb9355426681" providerId="ADAL" clId="{4065F156-7A03-47D6-B449-4833BA2319E1}" dt="2024-05-17T13:32:49.754" v="0"/>
        <pc:sldMkLst>
          <pc:docMk/>
          <pc:sldMk cId="2506995720" sldId="6031"/>
        </pc:sldMkLst>
      </pc:sldChg>
      <pc:sldChg chg="modNotes">
        <pc:chgData name="Porus P Jain" userId="426241ab-ce3a-418a-a669-bb9355426681" providerId="ADAL" clId="{4065F156-7A03-47D6-B449-4833BA2319E1}" dt="2024-05-17T13:32:49.754" v="0"/>
        <pc:sldMkLst>
          <pc:docMk/>
          <pc:sldMk cId="3881750626" sldId="6032"/>
        </pc:sldMkLst>
      </pc:sldChg>
      <pc:sldChg chg="modNotes">
        <pc:chgData name="Porus P Jain" userId="426241ab-ce3a-418a-a669-bb9355426681" providerId="ADAL" clId="{4065F156-7A03-47D6-B449-4833BA2319E1}" dt="2024-05-17T13:32:49.754" v="0"/>
        <pc:sldMkLst>
          <pc:docMk/>
          <pc:sldMk cId="3101900149" sldId="6033"/>
        </pc:sldMkLst>
      </pc:sldChg>
      <pc:sldChg chg="modSp mod">
        <pc:chgData name="Porus P Jain" userId="426241ab-ce3a-418a-a669-bb9355426681" providerId="ADAL" clId="{4065F156-7A03-47D6-B449-4833BA2319E1}" dt="2024-05-17T13:40:53.695" v="132" actId="14100"/>
        <pc:sldMkLst>
          <pc:docMk/>
          <pc:sldMk cId="1126235388" sldId="2145709199"/>
        </pc:sldMkLst>
      </pc:sldChg>
      <pc:sldChg chg="modSp mod">
        <pc:chgData name="Porus P Jain" userId="426241ab-ce3a-418a-a669-bb9355426681" providerId="ADAL" clId="{4065F156-7A03-47D6-B449-4833BA2319E1}" dt="2024-05-17T13:40:41.947" v="130" actId="20577"/>
        <pc:sldMkLst>
          <pc:docMk/>
          <pc:sldMk cId="210247988" sldId="2145709201"/>
        </pc:sldMkLst>
      </pc:sldChg>
      <pc:sldChg chg="modSp mod">
        <pc:chgData name="Porus P Jain" userId="426241ab-ce3a-418a-a669-bb9355426681" providerId="ADAL" clId="{4065F156-7A03-47D6-B449-4833BA2319E1}" dt="2024-05-17T13:40:09.082" v="101" actId="14100"/>
        <pc:sldMkLst>
          <pc:docMk/>
          <pc:sldMk cId="2818705220" sldId="2145709202"/>
        </pc:sldMkLst>
      </pc:sldChg>
      <pc:sldChg chg="modSp mod">
        <pc:chgData name="Porus P Jain" userId="426241ab-ce3a-418a-a669-bb9355426681" providerId="ADAL" clId="{4065F156-7A03-47D6-B449-4833BA2319E1}" dt="2024-05-17T13:39:57.483" v="98" actId="20577"/>
        <pc:sldMkLst>
          <pc:docMk/>
          <pc:sldMk cId="3151595210" sldId="2145709206"/>
        </pc:sldMkLst>
      </pc:sldChg>
      <pc:sldChg chg="modNotes">
        <pc:chgData name="Porus P Jain" userId="426241ab-ce3a-418a-a669-bb9355426681" providerId="ADAL" clId="{4065F156-7A03-47D6-B449-4833BA2319E1}" dt="2024-05-17T13:32:49.754" v="0"/>
        <pc:sldMkLst>
          <pc:docMk/>
          <pc:sldMk cId="2882579402" sldId="2145709222"/>
        </pc:sldMkLst>
      </pc:sldChg>
      <pc:sldChg chg="modNotes">
        <pc:chgData name="Porus P Jain" userId="426241ab-ce3a-418a-a669-bb9355426681" providerId="ADAL" clId="{4065F156-7A03-47D6-B449-4833BA2319E1}" dt="2024-05-17T13:32:49.754" v="0"/>
        <pc:sldMkLst>
          <pc:docMk/>
          <pc:sldMk cId="2993260989" sldId="2145709224"/>
        </pc:sldMkLst>
      </pc:sldChg>
      <pc:sldChg chg="modNotes">
        <pc:chgData name="Porus P Jain" userId="426241ab-ce3a-418a-a669-bb9355426681" providerId="ADAL" clId="{4065F156-7A03-47D6-B449-4833BA2319E1}" dt="2024-05-17T13:32:49.754" v="0"/>
        <pc:sldMkLst>
          <pc:docMk/>
          <pc:sldMk cId="3660305007" sldId="2145709229"/>
        </pc:sldMkLst>
      </pc:sldChg>
      <pc:sldChg chg="modNotes">
        <pc:chgData name="Porus P Jain" userId="426241ab-ce3a-418a-a669-bb9355426681" providerId="ADAL" clId="{4065F156-7A03-47D6-B449-4833BA2319E1}" dt="2024-05-17T13:32:49.754" v="0"/>
        <pc:sldMkLst>
          <pc:docMk/>
          <pc:sldMk cId="1650825569" sldId="2145709230"/>
        </pc:sldMkLst>
      </pc:sldChg>
      <pc:sldChg chg="modNotes">
        <pc:chgData name="Porus P Jain" userId="426241ab-ce3a-418a-a669-bb9355426681" providerId="ADAL" clId="{4065F156-7A03-47D6-B449-4833BA2319E1}" dt="2024-05-17T13:32:49.754" v="0"/>
        <pc:sldMkLst>
          <pc:docMk/>
          <pc:sldMk cId="2106846554" sldId="2145709232"/>
        </pc:sldMkLst>
      </pc:sldChg>
      <pc:sldChg chg="modNotes">
        <pc:chgData name="Porus P Jain" userId="426241ab-ce3a-418a-a669-bb9355426681" providerId="ADAL" clId="{4065F156-7A03-47D6-B449-4833BA2319E1}" dt="2024-05-17T13:32:49.754" v="0"/>
        <pc:sldMkLst>
          <pc:docMk/>
          <pc:sldMk cId="2912954689" sldId="2145709236"/>
        </pc:sldMkLst>
      </pc:sldChg>
      <pc:sldChg chg="modNotes">
        <pc:chgData name="Porus P Jain" userId="426241ab-ce3a-418a-a669-bb9355426681" providerId="ADAL" clId="{4065F156-7A03-47D6-B449-4833BA2319E1}" dt="2024-05-17T13:32:49.754" v="0"/>
        <pc:sldMkLst>
          <pc:docMk/>
          <pc:sldMk cId="3951430112" sldId="2145709237"/>
        </pc:sldMkLst>
      </pc:sldChg>
      <pc:sldChg chg="modNotes">
        <pc:chgData name="Porus P Jain" userId="426241ab-ce3a-418a-a669-bb9355426681" providerId="ADAL" clId="{4065F156-7A03-47D6-B449-4833BA2319E1}" dt="2024-05-17T13:32:49.754" v="0"/>
        <pc:sldMkLst>
          <pc:docMk/>
          <pc:sldMk cId="3197901299" sldId="2145709238"/>
        </pc:sldMkLst>
      </pc:sldChg>
      <pc:sldChg chg="modNotes">
        <pc:chgData name="Porus P Jain" userId="426241ab-ce3a-418a-a669-bb9355426681" providerId="ADAL" clId="{4065F156-7A03-47D6-B449-4833BA2319E1}" dt="2024-05-17T13:32:49.754" v="0"/>
        <pc:sldMkLst>
          <pc:docMk/>
          <pc:sldMk cId="1896298845" sldId="2147376142"/>
        </pc:sldMkLst>
      </pc:sldChg>
      <pc:sldChg chg="modNotes">
        <pc:chgData name="Porus P Jain" userId="426241ab-ce3a-418a-a669-bb9355426681" providerId="ADAL" clId="{4065F156-7A03-47D6-B449-4833BA2319E1}" dt="2024-05-17T13:32:49.754" v="0"/>
        <pc:sldMkLst>
          <pc:docMk/>
          <pc:sldMk cId="1949651568" sldId="2147376143"/>
        </pc:sldMkLst>
      </pc:sldChg>
      <pc:sldChg chg="modNotes">
        <pc:chgData name="Porus P Jain" userId="426241ab-ce3a-418a-a669-bb9355426681" providerId="ADAL" clId="{4065F156-7A03-47D6-B449-4833BA2319E1}" dt="2024-05-17T13:32:49.754" v="0"/>
        <pc:sldMkLst>
          <pc:docMk/>
          <pc:sldMk cId="1887680349" sldId="2147376146"/>
        </pc:sldMkLst>
      </pc:sldChg>
      <pc:sldChg chg="modSp add mod">
        <pc:chgData name="Porus P Jain" userId="426241ab-ce3a-418a-a669-bb9355426681" providerId="ADAL" clId="{4065F156-7A03-47D6-B449-4833BA2319E1}" dt="2024-05-17T13:39:05.726" v="64" actId="20577"/>
        <pc:sldMkLst>
          <pc:docMk/>
          <pc:sldMk cId="2822637573" sldId="2147376159"/>
        </pc:sldMkLst>
      </pc:sldChg>
    </pc:docChg>
  </pc:docChgLst>
  <pc:docChgLst>
    <pc:chgData name="Ashwani Mishra" userId="15d57bc9-d3a4-4ee8-885b-38ce2f0c857c" providerId="ADAL" clId="{F1F2A71A-3BD1-48EF-B31F-D0FC364401D0}"/>
    <pc:docChg chg="custSel addSld delSld modSld sldOrd">
      <pc:chgData name="Ashwani Mishra" userId="15d57bc9-d3a4-4ee8-885b-38ce2f0c857c" providerId="ADAL" clId="{F1F2A71A-3BD1-48EF-B31F-D0FC364401D0}" dt="2025-09-17T04:51:34.505" v="178" actId="207"/>
      <pc:docMkLst>
        <pc:docMk/>
      </pc:docMkLst>
      <pc:sldChg chg="add">
        <pc:chgData name="Ashwani Mishra" userId="15d57bc9-d3a4-4ee8-885b-38ce2f0c857c" providerId="ADAL" clId="{F1F2A71A-3BD1-48EF-B31F-D0FC364401D0}" dt="2025-09-16T14:52:46.074" v="54"/>
        <pc:sldMkLst>
          <pc:docMk/>
          <pc:sldMk cId="887026810" sldId="256"/>
        </pc:sldMkLst>
      </pc:sldChg>
      <pc:sldChg chg="modSp mod">
        <pc:chgData name="Ashwani Mishra" userId="15d57bc9-d3a4-4ee8-885b-38ce2f0c857c" providerId="ADAL" clId="{F1F2A71A-3BD1-48EF-B31F-D0FC364401D0}" dt="2025-09-17T04:51:15.820" v="176" actId="115"/>
        <pc:sldMkLst>
          <pc:docMk/>
          <pc:sldMk cId="1281870220" sldId="6001"/>
        </pc:sldMkLst>
      </pc:sldChg>
      <pc:sldChg chg="add">
        <pc:chgData name="Ashwani Mishra" userId="15d57bc9-d3a4-4ee8-885b-38ce2f0c857c" providerId="ADAL" clId="{F1F2A71A-3BD1-48EF-B31F-D0FC364401D0}" dt="2025-09-16T14:58:04.483" v="67"/>
        <pc:sldMkLst>
          <pc:docMk/>
          <pc:sldMk cId="700912913" sldId="6246"/>
        </pc:sldMkLst>
      </pc:sldChg>
      <pc:sldChg chg="del">
        <pc:chgData name="Ashwani Mishra" userId="15d57bc9-d3a4-4ee8-885b-38ce2f0c857c" providerId="ADAL" clId="{F1F2A71A-3BD1-48EF-B31F-D0FC364401D0}" dt="2025-09-16T14:51:48.750" v="51" actId="47"/>
        <pc:sldMkLst>
          <pc:docMk/>
          <pc:sldMk cId="1500137299" sldId="2147376156"/>
        </pc:sldMkLst>
      </pc:sldChg>
      <pc:sldChg chg="del">
        <pc:chgData name="Ashwani Mishra" userId="15d57bc9-d3a4-4ee8-885b-38ce2f0c857c" providerId="ADAL" clId="{F1F2A71A-3BD1-48EF-B31F-D0FC364401D0}" dt="2025-09-16T14:52:03.942" v="53" actId="47"/>
        <pc:sldMkLst>
          <pc:docMk/>
          <pc:sldMk cId="3576340285" sldId="2147376479"/>
        </pc:sldMkLst>
      </pc:sldChg>
      <pc:sldChg chg="add">
        <pc:chgData name="Ashwani Mishra" userId="15d57bc9-d3a4-4ee8-885b-38ce2f0c857c" providerId="ADAL" clId="{F1F2A71A-3BD1-48EF-B31F-D0FC364401D0}" dt="2025-09-16T14:59:41.933" v="71"/>
        <pc:sldMkLst>
          <pc:docMk/>
          <pc:sldMk cId="3424460635" sldId="2147376480"/>
        </pc:sldMkLst>
      </pc:sldChg>
      <pc:sldChg chg="addSp delSp modSp add mod">
        <pc:chgData name="Ashwani Mishra" userId="15d57bc9-d3a4-4ee8-885b-38ce2f0c857c" providerId="ADAL" clId="{F1F2A71A-3BD1-48EF-B31F-D0FC364401D0}" dt="2025-09-16T15:17:26.885" v="98" actId="20577"/>
        <pc:sldMkLst>
          <pc:docMk/>
          <pc:sldMk cId="699841221" sldId="2147376549"/>
        </pc:sldMkLst>
        <pc:spChg chg="mod">
          <ac:chgData name="Ashwani Mishra" userId="15d57bc9-d3a4-4ee8-885b-38ce2f0c857c" providerId="ADAL" clId="{F1F2A71A-3BD1-48EF-B31F-D0FC364401D0}" dt="2025-09-16T15:17:26.885" v="98" actId="20577"/>
          <ac:spMkLst>
            <pc:docMk/>
            <pc:sldMk cId="699841221" sldId="2147376549"/>
            <ac:spMk id="10" creationId="{8B7AC293-973F-96F6-D213-C2AE2401E257}"/>
          </ac:spMkLst>
        </pc:spChg>
        <pc:spChg chg="mod">
          <ac:chgData name="Ashwani Mishra" userId="15d57bc9-d3a4-4ee8-885b-38ce2f0c857c" providerId="ADAL" clId="{F1F2A71A-3BD1-48EF-B31F-D0FC364401D0}" dt="2025-09-16T14:58:50.571" v="70" actId="20577"/>
          <ac:spMkLst>
            <pc:docMk/>
            <pc:sldMk cId="699841221" sldId="2147376549"/>
            <ac:spMk id="18" creationId="{B57432E7-F88F-4035-8C49-4F4CE348A9DC}"/>
          </ac:spMkLst>
        </pc:spChg>
        <pc:picChg chg="add mod">
          <ac:chgData name="Ashwani Mishra" userId="15d57bc9-d3a4-4ee8-885b-38ce2f0c857c" providerId="ADAL" clId="{F1F2A71A-3BD1-48EF-B31F-D0FC364401D0}" dt="2025-09-16T15:17:06.682" v="94" actId="14100"/>
          <ac:picMkLst>
            <pc:docMk/>
            <pc:sldMk cId="699841221" sldId="2147376549"/>
            <ac:picMk id="14" creationId="{A8ABE497-8C14-7F5D-2D7C-9043EDF38B32}"/>
          </ac:picMkLst>
        </pc:picChg>
        <pc:picChg chg="add mod">
          <ac:chgData name="Ashwani Mishra" userId="15d57bc9-d3a4-4ee8-885b-38ce2f0c857c" providerId="ADAL" clId="{F1F2A71A-3BD1-48EF-B31F-D0FC364401D0}" dt="2025-09-16T15:17:04.018" v="93" actId="14100"/>
          <ac:picMkLst>
            <pc:docMk/>
            <pc:sldMk cId="699841221" sldId="2147376549"/>
            <ac:picMk id="37" creationId="{D933D798-10BB-F5C9-FDBF-F803FB5AA05A}"/>
          </ac:picMkLst>
        </pc:picChg>
        <pc:picChg chg="add mod">
          <ac:chgData name="Ashwani Mishra" userId="15d57bc9-d3a4-4ee8-885b-38ce2f0c857c" providerId="ADAL" clId="{F1F2A71A-3BD1-48EF-B31F-D0FC364401D0}" dt="2025-09-16T15:17:14.861" v="96" actId="14100"/>
          <ac:picMkLst>
            <pc:docMk/>
            <pc:sldMk cId="699841221" sldId="2147376549"/>
            <ac:picMk id="39" creationId="{A01AF7DE-7038-8822-017B-5CE425C42CFB}"/>
          </ac:picMkLst>
        </pc:picChg>
        <pc:picChg chg="add mod">
          <ac:chgData name="Ashwani Mishra" userId="15d57bc9-d3a4-4ee8-885b-38ce2f0c857c" providerId="ADAL" clId="{F1F2A71A-3BD1-48EF-B31F-D0FC364401D0}" dt="2025-09-16T15:17:00.562" v="92" actId="14100"/>
          <ac:picMkLst>
            <pc:docMk/>
            <pc:sldMk cId="699841221" sldId="2147376549"/>
            <ac:picMk id="41" creationId="{E2B0BECF-248D-1048-C65E-66035FEDE87B}"/>
          </ac:picMkLst>
        </pc:picChg>
      </pc:sldChg>
      <pc:sldChg chg="add">
        <pc:chgData name="Ashwani Mishra" userId="15d57bc9-d3a4-4ee8-885b-38ce2f0c857c" providerId="ADAL" clId="{F1F2A71A-3BD1-48EF-B31F-D0FC364401D0}" dt="2025-09-16T14:51:23.423" v="49"/>
        <pc:sldMkLst>
          <pc:docMk/>
          <pc:sldMk cId="4043791552" sldId="2147376560"/>
        </pc:sldMkLst>
      </pc:sldChg>
      <pc:sldChg chg="addSp delSp modSp add mod">
        <pc:chgData name="Ashwani Mishra" userId="15d57bc9-d3a4-4ee8-885b-38ce2f0c857c" providerId="ADAL" clId="{F1F2A71A-3BD1-48EF-B31F-D0FC364401D0}" dt="2025-09-16T14:56:13.544" v="64"/>
        <pc:sldMkLst>
          <pc:docMk/>
          <pc:sldMk cId="222882548" sldId="2147376618"/>
        </pc:sldMkLst>
      </pc:sldChg>
      <pc:sldChg chg="modSp add">
        <pc:chgData name="Ashwani Mishra" userId="15d57bc9-d3a4-4ee8-885b-38ce2f0c857c" providerId="ADAL" clId="{F1F2A71A-3BD1-48EF-B31F-D0FC364401D0}" dt="2025-09-16T14:56:01.795" v="62"/>
        <pc:sldMkLst>
          <pc:docMk/>
          <pc:sldMk cId="671220431" sldId="2147376622"/>
        </pc:sldMkLst>
      </pc:sldChg>
      <pc:sldChg chg="add">
        <pc:chgData name="Ashwani Mishra" userId="15d57bc9-d3a4-4ee8-885b-38ce2f0c857c" providerId="ADAL" clId="{F1F2A71A-3BD1-48EF-B31F-D0FC364401D0}" dt="2025-09-16T14:54:01.814" v="60"/>
        <pc:sldMkLst>
          <pc:docMk/>
          <pc:sldMk cId="65857030" sldId="2147376655"/>
        </pc:sldMkLst>
      </pc:sldChg>
      <pc:sldChg chg="modSp mod">
        <pc:chgData name="Ashwani Mishra" userId="15d57bc9-d3a4-4ee8-885b-38ce2f0c857c" providerId="ADAL" clId="{F1F2A71A-3BD1-48EF-B31F-D0FC364401D0}" dt="2025-09-16T14:42:36.284" v="47" actId="20577"/>
        <pc:sldMkLst>
          <pc:docMk/>
          <pc:sldMk cId="3697540684" sldId="2147376697"/>
        </pc:sldMkLst>
        <pc:spChg chg="mod">
          <ac:chgData name="Ashwani Mishra" userId="15d57bc9-d3a4-4ee8-885b-38ce2f0c857c" providerId="ADAL" clId="{F1F2A71A-3BD1-48EF-B31F-D0FC364401D0}" dt="2025-09-16T14:42:21.862" v="31" actId="20577"/>
          <ac:spMkLst>
            <pc:docMk/>
            <pc:sldMk cId="3697540684" sldId="2147376697"/>
            <ac:spMk id="2" creationId="{38F185EA-E0C3-007A-75C7-A730F76C7ADD}"/>
          </ac:spMkLst>
        </pc:spChg>
        <pc:spChg chg="mod">
          <ac:chgData name="Ashwani Mishra" userId="15d57bc9-d3a4-4ee8-885b-38ce2f0c857c" providerId="ADAL" clId="{F1F2A71A-3BD1-48EF-B31F-D0FC364401D0}" dt="2025-09-16T14:42:36.284" v="47" actId="20577"/>
          <ac:spMkLst>
            <pc:docMk/>
            <pc:sldMk cId="3697540684" sldId="2147376697"/>
            <ac:spMk id="12" creationId="{F048B9A9-07CE-12BD-EEE2-CA436C3D8EB3}"/>
          </ac:spMkLst>
        </pc:spChg>
      </pc:sldChg>
      <pc:sldChg chg="ord">
        <pc:chgData name="Ashwani Mishra" userId="15d57bc9-d3a4-4ee8-885b-38ce2f0c857c" providerId="ADAL" clId="{F1F2A71A-3BD1-48EF-B31F-D0FC364401D0}" dt="2025-09-16T14:53:09.104" v="57"/>
        <pc:sldMkLst>
          <pc:docMk/>
          <pc:sldMk cId="1342659779" sldId="2147376722"/>
        </pc:sldMkLst>
      </pc:sldChg>
      <pc:sldChg chg="ord">
        <pc:chgData name="Ashwani Mishra" userId="15d57bc9-d3a4-4ee8-885b-38ce2f0c857c" providerId="ADAL" clId="{F1F2A71A-3BD1-48EF-B31F-D0FC364401D0}" dt="2025-09-16T14:53:09.104" v="57"/>
        <pc:sldMkLst>
          <pc:docMk/>
          <pc:sldMk cId="1183482694" sldId="2147376723"/>
        </pc:sldMkLst>
      </pc:sldChg>
      <pc:sldChg chg="add">
        <pc:chgData name="Ashwani Mishra" userId="15d57bc9-d3a4-4ee8-885b-38ce2f0c857c" providerId="ADAL" clId="{F1F2A71A-3BD1-48EF-B31F-D0FC364401D0}" dt="2025-09-16T14:51:45.419" v="50"/>
        <pc:sldMkLst>
          <pc:docMk/>
          <pc:sldMk cId="2648942392" sldId="2147376724"/>
        </pc:sldMkLst>
      </pc:sldChg>
      <pc:sldChg chg="modSp add mod">
        <pc:chgData name="Ashwani Mishra" userId="15d57bc9-d3a4-4ee8-885b-38ce2f0c857c" providerId="ADAL" clId="{F1F2A71A-3BD1-48EF-B31F-D0FC364401D0}" dt="2025-09-16T15:18:20.048" v="99" actId="3626"/>
        <pc:sldMkLst>
          <pc:docMk/>
          <pc:sldMk cId="3109796173" sldId="2147376725"/>
        </pc:sldMkLst>
      </pc:sldChg>
      <pc:sldChg chg="add">
        <pc:chgData name="Ashwani Mishra" userId="15d57bc9-d3a4-4ee8-885b-38ce2f0c857c" providerId="ADAL" clId="{F1F2A71A-3BD1-48EF-B31F-D0FC364401D0}" dt="2025-09-16T14:53:03.336" v="55"/>
        <pc:sldMkLst>
          <pc:docMk/>
          <pc:sldMk cId="4262090947" sldId="2147376726"/>
        </pc:sldMkLst>
      </pc:sldChg>
      <pc:sldChg chg="add">
        <pc:chgData name="Ashwani Mishra" userId="15d57bc9-d3a4-4ee8-885b-38ce2f0c857c" providerId="ADAL" clId="{F1F2A71A-3BD1-48EF-B31F-D0FC364401D0}" dt="2025-09-16T14:53:03.336" v="55"/>
        <pc:sldMkLst>
          <pc:docMk/>
          <pc:sldMk cId="1660375867" sldId="2147376727"/>
        </pc:sldMkLst>
      </pc:sldChg>
      <pc:sldChg chg="add">
        <pc:chgData name="Ashwani Mishra" userId="15d57bc9-d3a4-4ee8-885b-38ce2f0c857c" providerId="ADAL" clId="{F1F2A71A-3BD1-48EF-B31F-D0FC364401D0}" dt="2025-09-16T14:53:24.860" v="58"/>
        <pc:sldMkLst>
          <pc:docMk/>
          <pc:sldMk cId="2267842760" sldId="2147376728"/>
        </pc:sldMkLst>
      </pc:sldChg>
      <pc:sldChg chg="add">
        <pc:chgData name="Ashwani Mishra" userId="15d57bc9-d3a4-4ee8-885b-38ce2f0c857c" providerId="ADAL" clId="{F1F2A71A-3BD1-48EF-B31F-D0FC364401D0}" dt="2025-09-16T14:53:40.317" v="59"/>
        <pc:sldMkLst>
          <pc:docMk/>
          <pc:sldMk cId="184406369" sldId="2147376729"/>
        </pc:sldMkLst>
      </pc:sldChg>
      <pc:sldChg chg="add">
        <pc:chgData name="Ashwani Mishra" userId="15d57bc9-d3a4-4ee8-885b-38ce2f0c857c" providerId="ADAL" clId="{F1F2A71A-3BD1-48EF-B31F-D0FC364401D0}" dt="2025-09-16T14:54:01.814" v="60"/>
        <pc:sldMkLst>
          <pc:docMk/>
          <pc:sldMk cId="154441422" sldId="2147376731"/>
        </pc:sldMkLst>
      </pc:sldChg>
      <pc:sldChg chg="add">
        <pc:chgData name="Ashwani Mishra" userId="15d57bc9-d3a4-4ee8-885b-38ce2f0c857c" providerId="ADAL" clId="{F1F2A71A-3BD1-48EF-B31F-D0FC364401D0}" dt="2025-09-16T14:54:01.814" v="60"/>
        <pc:sldMkLst>
          <pc:docMk/>
          <pc:sldMk cId="1834053900" sldId="2147376732"/>
        </pc:sldMkLst>
      </pc:sldChg>
      <pc:sldChg chg="modSp add">
        <pc:chgData name="Ashwani Mishra" userId="15d57bc9-d3a4-4ee8-885b-38ce2f0c857c" providerId="ADAL" clId="{F1F2A71A-3BD1-48EF-B31F-D0FC364401D0}" dt="2025-09-17T04:49:52.156" v="169" actId="20577"/>
        <pc:sldMkLst>
          <pc:docMk/>
          <pc:sldMk cId="4028222737" sldId="2147376733"/>
        </pc:sldMkLst>
      </pc:sldChg>
      <pc:sldChg chg="modSp add">
        <pc:chgData name="Ashwani Mishra" userId="15d57bc9-d3a4-4ee8-885b-38ce2f0c857c" providerId="ADAL" clId="{F1F2A71A-3BD1-48EF-B31F-D0FC364401D0}" dt="2025-09-16T14:56:34.531" v="65"/>
        <pc:sldMkLst>
          <pc:docMk/>
          <pc:sldMk cId="2959483268" sldId="2147376734"/>
        </pc:sldMkLst>
      </pc:sldChg>
      <pc:sldChg chg="add">
        <pc:chgData name="Ashwani Mishra" userId="15d57bc9-d3a4-4ee8-885b-38ce2f0c857c" providerId="ADAL" clId="{F1F2A71A-3BD1-48EF-B31F-D0FC364401D0}" dt="2025-09-16T14:59:41.933" v="71"/>
        <pc:sldMkLst>
          <pc:docMk/>
          <pc:sldMk cId="941314089" sldId="2147376787"/>
        </pc:sldMkLst>
      </pc:sldChg>
      <pc:sldChg chg="modSp add mod">
        <pc:chgData name="Ashwani Mishra" userId="15d57bc9-d3a4-4ee8-885b-38ce2f0c857c" providerId="ADAL" clId="{F1F2A71A-3BD1-48EF-B31F-D0FC364401D0}" dt="2025-09-17T04:51:34.505" v="178" actId="207"/>
        <pc:sldMkLst>
          <pc:docMk/>
          <pc:sldMk cId="4002326900" sldId="2147376806"/>
        </pc:sldMkLst>
      </pc:sldChg>
      <pc:sldChg chg="add">
        <pc:chgData name="Ashwani Mishra" userId="15d57bc9-d3a4-4ee8-885b-38ce2f0c857c" providerId="ADAL" clId="{F1F2A71A-3BD1-48EF-B31F-D0FC364401D0}" dt="2025-09-16T14:58:04.483" v="67"/>
        <pc:sldMkLst>
          <pc:docMk/>
          <pc:sldMk cId="2949070085" sldId="2147376807"/>
        </pc:sldMkLst>
      </pc:sldChg>
      <pc:sldChg chg="add">
        <pc:chgData name="Ashwani Mishra" userId="15d57bc9-d3a4-4ee8-885b-38ce2f0c857c" providerId="ADAL" clId="{F1F2A71A-3BD1-48EF-B31F-D0FC364401D0}" dt="2025-09-16T14:58:04.483" v="67"/>
        <pc:sldMkLst>
          <pc:docMk/>
          <pc:sldMk cId="567301849" sldId="2147376808"/>
        </pc:sldMkLst>
      </pc:sldChg>
      <pc:sldChg chg="addSp delSp modSp add mod">
        <pc:chgData name="Ashwani Mishra" userId="15d57bc9-d3a4-4ee8-885b-38ce2f0c857c" providerId="ADAL" clId="{F1F2A71A-3BD1-48EF-B31F-D0FC364401D0}" dt="2025-09-16T15:47:54.277" v="142" actId="20577"/>
        <pc:sldMkLst>
          <pc:docMk/>
          <pc:sldMk cId="587208613" sldId="2147376809"/>
        </pc:sldMkLst>
        <pc:spChg chg="mod">
          <ac:chgData name="Ashwani Mishra" userId="15d57bc9-d3a4-4ee8-885b-38ce2f0c857c" providerId="ADAL" clId="{F1F2A71A-3BD1-48EF-B31F-D0FC364401D0}" dt="2025-09-16T15:47:54.277" v="142" actId="20577"/>
          <ac:spMkLst>
            <pc:docMk/>
            <pc:sldMk cId="587208613" sldId="2147376809"/>
            <ac:spMk id="8" creationId="{43193EE3-6B02-F20A-3C05-8BCF3259C187}"/>
          </ac:spMkLst>
        </pc:spChg>
        <pc:picChg chg="add mod modCrop">
          <ac:chgData name="Ashwani Mishra" userId="15d57bc9-d3a4-4ee8-885b-38ce2f0c857c" providerId="ADAL" clId="{F1F2A71A-3BD1-48EF-B31F-D0FC364401D0}" dt="2025-09-16T15:46:37.204" v="115" actId="1076"/>
          <ac:picMkLst>
            <pc:docMk/>
            <pc:sldMk cId="587208613" sldId="2147376809"/>
            <ac:picMk id="9" creationId="{E152435B-4CB4-B6B9-1D33-38358566F00D}"/>
          </ac:picMkLst>
        </pc:picChg>
      </pc:sldChg>
    </pc:docChg>
  </pc:docChgLst>
  <pc:docChgLst>
    <pc:chgData name="Ashwani Mishra" userId="15d57bc9-d3a4-4ee8-885b-38ce2f0c857c" providerId="ADAL" clId="{A99058D6-49CE-454E-B0B8-33C35C735F30}"/>
    <pc:docChg chg="undo custSel addSld delSld modSld sldOrd modNotesMaster">
      <pc:chgData name="Ashwani Mishra" userId="15d57bc9-d3a4-4ee8-885b-38ce2f0c857c" providerId="ADAL" clId="{A99058D6-49CE-454E-B0B8-33C35C735F30}" dt="2024-07-11T05:51:39.731" v="298" actId="20577"/>
      <pc:docMkLst>
        <pc:docMk/>
      </pc:docMkLst>
      <pc:sldChg chg="modNotes">
        <pc:chgData name="Ashwani Mishra" userId="15d57bc9-d3a4-4ee8-885b-38ce2f0c857c" providerId="ADAL" clId="{A99058D6-49CE-454E-B0B8-33C35C735F30}" dt="2024-07-11T05:40:28.639" v="99"/>
        <pc:sldMkLst>
          <pc:docMk/>
          <pc:sldMk cId="2700264757" sldId="358"/>
        </pc:sldMkLst>
      </pc:sldChg>
      <pc:sldChg chg="modNotes">
        <pc:chgData name="Ashwani Mishra" userId="15d57bc9-d3a4-4ee8-885b-38ce2f0c857c" providerId="ADAL" clId="{A99058D6-49CE-454E-B0B8-33C35C735F30}" dt="2024-07-11T05:40:28.639" v="99"/>
        <pc:sldMkLst>
          <pc:docMk/>
          <pc:sldMk cId="4095797323" sldId="6031"/>
        </pc:sldMkLst>
      </pc:sldChg>
      <pc:sldChg chg="modNotes">
        <pc:chgData name="Ashwani Mishra" userId="15d57bc9-d3a4-4ee8-885b-38ce2f0c857c" providerId="ADAL" clId="{A99058D6-49CE-454E-B0B8-33C35C735F30}" dt="2024-07-11T05:40:28.639" v="99"/>
        <pc:sldMkLst>
          <pc:docMk/>
          <pc:sldMk cId="2960193944" sldId="6032"/>
        </pc:sldMkLst>
      </pc:sldChg>
      <pc:sldChg chg="modNotes">
        <pc:chgData name="Ashwani Mishra" userId="15d57bc9-d3a4-4ee8-885b-38ce2f0c857c" providerId="ADAL" clId="{A99058D6-49CE-454E-B0B8-33C35C735F30}" dt="2024-07-11T05:40:28.639" v="99"/>
        <pc:sldMkLst>
          <pc:docMk/>
          <pc:sldMk cId="3762988662" sldId="6033"/>
        </pc:sldMkLst>
      </pc:sldChg>
      <pc:sldChg chg="modSp mod">
        <pc:chgData name="Ashwani Mishra" userId="15d57bc9-d3a4-4ee8-885b-38ce2f0c857c" providerId="ADAL" clId="{A99058D6-49CE-454E-B0B8-33C35C735F30}" dt="2024-07-05T10:09:40.257" v="86"/>
        <pc:sldMkLst>
          <pc:docMk/>
          <pc:sldMk cId="2915413342" sldId="2145709040"/>
        </pc:sldMkLst>
      </pc:sldChg>
      <pc:sldChg chg="modSp mod">
        <pc:chgData name="Ashwani Mishra" userId="15d57bc9-d3a4-4ee8-885b-38ce2f0c857c" providerId="ADAL" clId="{A99058D6-49CE-454E-B0B8-33C35C735F30}" dt="2024-07-05T09:57:35.397" v="35"/>
        <pc:sldMkLst>
          <pc:docMk/>
          <pc:sldMk cId="2170024570" sldId="2145709043"/>
        </pc:sldMkLst>
      </pc:sldChg>
      <pc:sldChg chg="modSp mod">
        <pc:chgData name="Ashwani Mishra" userId="15d57bc9-d3a4-4ee8-885b-38ce2f0c857c" providerId="ADAL" clId="{A99058D6-49CE-454E-B0B8-33C35C735F30}" dt="2024-07-11T05:51:39.731" v="298" actId="20577"/>
        <pc:sldMkLst>
          <pc:docMk/>
          <pc:sldMk cId="3750506967" sldId="2145709048"/>
        </pc:sldMkLst>
      </pc:sldChg>
      <pc:sldChg chg="modSp mod">
        <pc:chgData name="Ashwani Mishra" userId="15d57bc9-d3a4-4ee8-885b-38ce2f0c857c" providerId="ADAL" clId="{A99058D6-49CE-454E-B0B8-33C35C735F30}" dt="2024-07-03T06:23:49.300" v="0" actId="13926"/>
        <pc:sldMkLst>
          <pc:docMk/>
          <pc:sldMk cId="1444399480" sldId="2145709053"/>
        </pc:sldMkLst>
      </pc:sldChg>
      <pc:sldChg chg="modSp mod">
        <pc:chgData name="Ashwani Mishra" userId="15d57bc9-d3a4-4ee8-885b-38ce2f0c857c" providerId="ADAL" clId="{A99058D6-49CE-454E-B0B8-33C35C735F30}" dt="2024-07-05T10:06:51.134" v="75" actId="20577"/>
        <pc:sldMkLst>
          <pc:docMk/>
          <pc:sldMk cId="730183974" sldId="2145709066"/>
        </pc:sldMkLst>
      </pc:sldChg>
      <pc:sldChg chg="modNotes">
        <pc:chgData name="Ashwani Mishra" userId="15d57bc9-d3a4-4ee8-885b-38ce2f0c857c" providerId="ADAL" clId="{A99058D6-49CE-454E-B0B8-33C35C735F30}" dt="2024-07-11T05:40:28.639" v="99"/>
        <pc:sldMkLst>
          <pc:docMk/>
          <pc:sldMk cId="2882579402" sldId="2145709222"/>
        </pc:sldMkLst>
      </pc:sldChg>
      <pc:sldChg chg="modNotes">
        <pc:chgData name="Ashwani Mishra" userId="15d57bc9-d3a4-4ee8-885b-38ce2f0c857c" providerId="ADAL" clId="{A99058D6-49CE-454E-B0B8-33C35C735F30}" dt="2024-07-11T05:40:28.639" v="99"/>
        <pc:sldMkLst>
          <pc:docMk/>
          <pc:sldMk cId="2993260989" sldId="2145709224"/>
        </pc:sldMkLst>
      </pc:sldChg>
      <pc:sldChg chg="modNotes">
        <pc:chgData name="Ashwani Mishra" userId="15d57bc9-d3a4-4ee8-885b-38ce2f0c857c" providerId="ADAL" clId="{A99058D6-49CE-454E-B0B8-33C35C735F30}" dt="2024-07-11T05:40:28.639" v="99"/>
        <pc:sldMkLst>
          <pc:docMk/>
          <pc:sldMk cId="3660305007" sldId="2145709229"/>
        </pc:sldMkLst>
      </pc:sldChg>
      <pc:sldChg chg="modNotes">
        <pc:chgData name="Ashwani Mishra" userId="15d57bc9-d3a4-4ee8-885b-38ce2f0c857c" providerId="ADAL" clId="{A99058D6-49CE-454E-B0B8-33C35C735F30}" dt="2024-07-11T05:40:28.639" v="99"/>
        <pc:sldMkLst>
          <pc:docMk/>
          <pc:sldMk cId="1650825569" sldId="2145709230"/>
        </pc:sldMkLst>
      </pc:sldChg>
      <pc:sldChg chg="modNotes">
        <pc:chgData name="Ashwani Mishra" userId="15d57bc9-d3a4-4ee8-885b-38ce2f0c857c" providerId="ADAL" clId="{A99058D6-49CE-454E-B0B8-33C35C735F30}" dt="2024-07-11T05:40:28.639" v="99"/>
        <pc:sldMkLst>
          <pc:docMk/>
          <pc:sldMk cId="2106846554" sldId="2145709232"/>
        </pc:sldMkLst>
      </pc:sldChg>
      <pc:sldChg chg="modNotes">
        <pc:chgData name="Ashwani Mishra" userId="15d57bc9-d3a4-4ee8-885b-38ce2f0c857c" providerId="ADAL" clId="{A99058D6-49CE-454E-B0B8-33C35C735F30}" dt="2024-07-11T05:40:28.639" v="99"/>
        <pc:sldMkLst>
          <pc:docMk/>
          <pc:sldMk cId="2912954689" sldId="2145709236"/>
        </pc:sldMkLst>
      </pc:sldChg>
      <pc:sldChg chg="modNotes">
        <pc:chgData name="Ashwani Mishra" userId="15d57bc9-d3a4-4ee8-885b-38ce2f0c857c" providerId="ADAL" clId="{A99058D6-49CE-454E-B0B8-33C35C735F30}" dt="2024-07-11T05:40:28.639" v="99"/>
        <pc:sldMkLst>
          <pc:docMk/>
          <pc:sldMk cId="3951430112" sldId="2145709237"/>
        </pc:sldMkLst>
      </pc:sldChg>
      <pc:sldChg chg="modNotes">
        <pc:chgData name="Ashwani Mishra" userId="15d57bc9-d3a4-4ee8-885b-38ce2f0c857c" providerId="ADAL" clId="{A99058D6-49CE-454E-B0B8-33C35C735F30}" dt="2024-07-11T05:40:28.639" v="99"/>
        <pc:sldMkLst>
          <pc:docMk/>
          <pc:sldMk cId="3197901299" sldId="2145709238"/>
        </pc:sldMkLst>
      </pc:sldChg>
      <pc:sldChg chg="modNotes">
        <pc:chgData name="Ashwani Mishra" userId="15d57bc9-d3a4-4ee8-885b-38ce2f0c857c" providerId="ADAL" clId="{A99058D6-49CE-454E-B0B8-33C35C735F30}" dt="2024-07-11T05:40:28.639" v="99"/>
        <pc:sldMkLst>
          <pc:docMk/>
          <pc:sldMk cId="1896298845" sldId="2147376142"/>
        </pc:sldMkLst>
      </pc:sldChg>
      <pc:sldChg chg="modNotes">
        <pc:chgData name="Ashwani Mishra" userId="15d57bc9-d3a4-4ee8-885b-38ce2f0c857c" providerId="ADAL" clId="{A99058D6-49CE-454E-B0B8-33C35C735F30}" dt="2024-07-11T05:40:28.639" v="99"/>
        <pc:sldMkLst>
          <pc:docMk/>
          <pc:sldMk cId="1949651568" sldId="2147376143"/>
        </pc:sldMkLst>
      </pc:sldChg>
      <pc:sldChg chg="ord">
        <pc:chgData name="Ashwani Mishra" userId="15d57bc9-d3a4-4ee8-885b-38ce2f0c857c" providerId="ADAL" clId="{A99058D6-49CE-454E-B0B8-33C35C735F30}" dt="2024-07-11T05:38:28.790" v="92" actId="20578"/>
        <pc:sldMkLst>
          <pc:docMk/>
          <pc:sldMk cId="1563699850" sldId="2147376144"/>
        </pc:sldMkLst>
      </pc:sldChg>
      <pc:sldChg chg="modNotes">
        <pc:chgData name="Ashwani Mishra" userId="15d57bc9-d3a4-4ee8-885b-38ce2f0c857c" providerId="ADAL" clId="{A99058D6-49CE-454E-B0B8-33C35C735F30}" dt="2024-07-11T05:40:28.639" v="99"/>
        <pc:sldMkLst>
          <pc:docMk/>
          <pc:sldMk cId="2347247811" sldId="2147376146"/>
        </pc:sldMkLst>
      </pc:sldChg>
      <pc:sldChg chg="modSp mod">
        <pc:chgData name="Ashwani Mishra" userId="15d57bc9-d3a4-4ee8-885b-38ce2f0c857c" providerId="ADAL" clId="{A99058D6-49CE-454E-B0B8-33C35C735F30}" dt="2024-07-05T09:49:58.870" v="13" actId="20577"/>
        <pc:sldMkLst>
          <pc:docMk/>
          <pc:sldMk cId="1500137299" sldId="2147376156"/>
        </pc:sldMkLst>
      </pc:sldChg>
      <pc:sldChg chg="addSp delSp modSp add del mod">
        <pc:chgData name="Ashwani Mishra" userId="15d57bc9-d3a4-4ee8-885b-38ce2f0c857c" providerId="ADAL" clId="{A99058D6-49CE-454E-B0B8-33C35C735F30}" dt="2024-07-11T05:38:36.294" v="93" actId="2696"/>
        <pc:sldMkLst>
          <pc:docMk/>
          <pc:sldMk cId="2551892714" sldId="2147376470"/>
        </pc:sldMkLst>
      </pc:sldChg>
      <pc:sldChg chg="add ord">
        <pc:chgData name="Ashwani Mishra" userId="15d57bc9-d3a4-4ee8-885b-38ce2f0c857c" providerId="ADAL" clId="{A99058D6-49CE-454E-B0B8-33C35C735F30}" dt="2024-07-11T05:39:56.442" v="98"/>
        <pc:sldMkLst>
          <pc:docMk/>
          <pc:sldMk cId="3608601964" sldId="2147376470"/>
        </pc:sldMkLst>
      </pc:sldChg>
    </pc:docChg>
  </pc:docChgLst>
  <pc:docChgLst>
    <pc:chgData name="Vasant K Tiwari" userId="94ab7f94-4dc6-474c-9a49-34f940ad4691" providerId="ADAL" clId="{BD0FAEC8-E06F-4A35-A9C0-BB869ACF0BC5}"/>
    <pc:docChg chg="undo redo custSel addSld delSld modSld sldOrd">
      <pc:chgData name="Vasant K Tiwari" userId="94ab7f94-4dc6-474c-9a49-34f940ad4691" providerId="ADAL" clId="{BD0FAEC8-E06F-4A35-A9C0-BB869ACF0BC5}" dt="2024-07-11T06:00:33.339" v="48"/>
      <pc:docMkLst>
        <pc:docMk/>
      </pc:docMkLst>
      <pc:sldChg chg="del">
        <pc:chgData name="Vasant K Tiwari" userId="94ab7f94-4dc6-474c-9a49-34f940ad4691" providerId="ADAL" clId="{BD0FAEC8-E06F-4A35-A9C0-BB869ACF0BC5}" dt="2024-07-11T05:59:02.053" v="36" actId="2696"/>
        <pc:sldMkLst>
          <pc:docMk/>
          <pc:sldMk cId="2728016096" sldId="268"/>
        </pc:sldMkLst>
      </pc:sldChg>
      <pc:sldChg chg="add">
        <pc:chgData name="Vasant K Tiwari" userId="94ab7f94-4dc6-474c-9a49-34f940ad4691" providerId="ADAL" clId="{BD0FAEC8-E06F-4A35-A9C0-BB869ACF0BC5}" dt="2024-07-11T05:59:06.900" v="37"/>
        <pc:sldMkLst>
          <pc:docMk/>
          <pc:sldMk cId="2890597551" sldId="268"/>
        </pc:sldMkLst>
      </pc:sldChg>
      <pc:sldChg chg="add">
        <pc:chgData name="Vasant K Tiwari" userId="94ab7f94-4dc6-474c-9a49-34f940ad4691" providerId="ADAL" clId="{BD0FAEC8-E06F-4A35-A9C0-BB869ACF0BC5}" dt="2024-07-11T05:59:06.900" v="37"/>
        <pc:sldMkLst>
          <pc:docMk/>
          <pc:sldMk cId="1788746267" sldId="269"/>
        </pc:sldMkLst>
      </pc:sldChg>
      <pc:sldChg chg="del">
        <pc:chgData name="Vasant K Tiwari" userId="94ab7f94-4dc6-474c-9a49-34f940ad4691" providerId="ADAL" clId="{BD0FAEC8-E06F-4A35-A9C0-BB869ACF0BC5}" dt="2024-07-11T05:59:02.053" v="36" actId="2696"/>
        <pc:sldMkLst>
          <pc:docMk/>
          <pc:sldMk cId="3278565311" sldId="269"/>
        </pc:sldMkLst>
      </pc:sldChg>
      <pc:sldChg chg="add">
        <pc:chgData name="Vasant K Tiwari" userId="94ab7f94-4dc6-474c-9a49-34f940ad4691" providerId="ADAL" clId="{BD0FAEC8-E06F-4A35-A9C0-BB869ACF0BC5}" dt="2024-07-11T05:59:48.794" v="44"/>
        <pc:sldMkLst>
          <pc:docMk/>
          <pc:sldMk cId="206005507" sldId="2145709043"/>
        </pc:sldMkLst>
      </pc:sldChg>
      <pc:sldChg chg="del">
        <pc:chgData name="Vasant K Tiwari" userId="94ab7f94-4dc6-474c-9a49-34f940ad4691" providerId="ADAL" clId="{BD0FAEC8-E06F-4A35-A9C0-BB869ACF0BC5}" dt="2024-07-11T05:59:45.169" v="43" actId="2696"/>
        <pc:sldMkLst>
          <pc:docMk/>
          <pc:sldMk cId="2170024570" sldId="2145709043"/>
        </pc:sldMkLst>
      </pc:sldChg>
      <pc:sldChg chg="del">
        <pc:chgData name="Vasant K Tiwari" userId="94ab7f94-4dc6-474c-9a49-34f940ad4691" providerId="ADAL" clId="{BD0FAEC8-E06F-4A35-A9C0-BB869ACF0BC5}" dt="2024-07-11T05:49:23.384" v="29" actId="2696"/>
        <pc:sldMkLst>
          <pc:docMk/>
          <pc:sldMk cId="3750506967" sldId="2145709048"/>
        </pc:sldMkLst>
      </pc:sldChg>
      <pc:sldChg chg="add">
        <pc:chgData name="Vasant K Tiwari" userId="94ab7f94-4dc6-474c-9a49-34f940ad4691" providerId="ADAL" clId="{BD0FAEC8-E06F-4A35-A9C0-BB869ACF0BC5}" dt="2024-07-11T05:49:28.793" v="30"/>
        <pc:sldMkLst>
          <pc:docMk/>
          <pc:sldMk cId="4033474657" sldId="2145709048"/>
        </pc:sldMkLst>
      </pc:sldChg>
      <pc:sldChg chg="del">
        <pc:chgData name="Vasant K Tiwari" userId="94ab7f94-4dc6-474c-9a49-34f940ad4691" providerId="ADAL" clId="{BD0FAEC8-E06F-4A35-A9C0-BB869ACF0BC5}" dt="2024-07-11T05:47:45.162" v="23" actId="2696"/>
        <pc:sldMkLst>
          <pc:docMk/>
          <pc:sldMk cId="1444399480" sldId="2145709053"/>
        </pc:sldMkLst>
      </pc:sldChg>
      <pc:sldChg chg="add">
        <pc:chgData name="Vasant K Tiwari" userId="94ab7f94-4dc6-474c-9a49-34f940ad4691" providerId="ADAL" clId="{BD0FAEC8-E06F-4A35-A9C0-BB869ACF0BC5}" dt="2024-07-11T05:47:51.185" v="24"/>
        <pc:sldMkLst>
          <pc:docMk/>
          <pc:sldMk cId="4283047361" sldId="2145709053"/>
        </pc:sldMkLst>
      </pc:sldChg>
      <pc:sldChg chg="ord">
        <pc:chgData name="Vasant K Tiwari" userId="94ab7f94-4dc6-474c-9a49-34f940ad4691" providerId="ADAL" clId="{BD0FAEC8-E06F-4A35-A9C0-BB869ACF0BC5}" dt="2024-07-11T05:49:13.499" v="28"/>
        <pc:sldMkLst>
          <pc:docMk/>
          <pc:sldMk cId="1940949243" sldId="2145709065"/>
        </pc:sldMkLst>
      </pc:sldChg>
      <pc:sldChg chg="ord">
        <pc:chgData name="Vasant K Tiwari" userId="94ab7f94-4dc6-474c-9a49-34f940ad4691" providerId="ADAL" clId="{BD0FAEC8-E06F-4A35-A9C0-BB869ACF0BC5}" dt="2024-07-11T06:00:23.899" v="46"/>
        <pc:sldMkLst>
          <pc:docMk/>
          <pc:sldMk cId="4008787351" sldId="2145709068"/>
        </pc:sldMkLst>
      </pc:sldChg>
      <pc:sldChg chg="add">
        <pc:chgData name="Vasant K Tiwari" userId="94ab7f94-4dc6-474c-9a49-34f940ad4691" providerId="ADAL" clId="{BD0FAEC8-E06F-4A35-A9C0-BB869ACF0BC5}" dt="2024-07-11T05:59:48.794" v="44"/>
        <pc:sldMkLst>
          <pc:docMk/>
          <pc:sldMk cId="545096286" sldId="2145709171"/>
        </pc:sldMkLst>
      </pc:sldChg>
      <pc:sldChg chg="del">
        <pc:chgData name="Vasant K Tiwari" userId="94ab7f94-4dc6-474c-9a49-34f940ad4691" providerId="ADAL" clId="{BD0FAEC8-E06F-4A35-A9C0-BB869ACF0BC5}" dt="2024-07-11T05:59:45.169" v="43" actId="2696"/>
        <pc:sldMkLst>
          <pc:docMk/>
          <pc:sldMk cId="2222909355" sldId="2145709171"/>
        </pc:sldMkLst>
      </pc:sldChg>
      <pc:sldChg chg="del">
        <pc:chgData name="Vasant K Tiwari" userId="94ab7f94-4dc6-474c-9a49-34f940ad4691" providerId="ADAL" clId="{BD0FAEC8-E06F-4A35-A9C0-BB869ACF0BC5}" dt="2024-07-11T05:51:12.763" v="34" actId="2696"/>
        <pc:sldMkLst>
          <pc:docMk/>
          <pc:sldMk cId="144039402" sldId="2145709215"/>
        </pc:sldMkLst>
      </pc:sldChg>
      <pc:sldChg chg="add">
        <pc:chgData name="Vasant K Tiwari" userId="94ab7f94-4dc6-474c-9a49-34f940ad4691" providerId="ADAL" clId="{BD0FAEC8-E06F-4A35-A9C0-BB869ACF0BC5}" dt="2024-07-11T05:51:17.519" v="35"/>
        <pc:sldMkLst>
          <pc:docMk/>
          <pc:sldMk cId="2719157650" sldId="2145709215"/>
        </pc:sldMkLst>
      </pc:sldChg>
      <pc:sldChg chg="ord">
        <pc:chgData name="Vasant K Tiwari" userId="94ab7f94-4dc6-474c-9a49-34f940ad4691" providerId="ADAL" clId="{BD0FAEC8-E06F-4A35-A9C0-BB869ACF0BC5}" dt="2024-07-11T05:45:48.045" v="22" actId="20578"/>
        <pc:sldMkLst>
          <pc:docMk/>
          <pc:sldMk cId="3800592211" sldId="2145709219"/>
        </pc:sldMkLst>
      </pc:sldChg>
      <pc:sldChg chg="ord">
        <pc:chgData name="Vasant K Tiwari" userId="94ab7f94-4dc6-474c-9a49-34f940ad4691" providerId="ADAL" clId="{BD0FAEC8-E06F-4A35-A9C0-BB869ACF0BC5}" dt="2024-07-11T05:45:17.857" v="16"/>
        <pc:sldMkLst>
          <pc:docMk/>
          <pc:sldMk cId="1805333659" sldId="2145709231"/>
        </pc:sldMkLst>
      </pc:sldChg>
      <pc:sldChg chg="ord">
        <pc:chgData name="Vasant K Tiwari" userId="94ab7f94-4dc6-474c-9a49-34f940ad4691" providerId="ADAL" clId="{BD0FAEC8-E06F-4A35-A9C0-BB869ACF0BC5}" dt="2024-07-11T05:45:11.190" v="14"/>
        <pc:sldMkLst>
          <pc:docMk/>
          <pc:sldMk cId="2222670766" sldId="2145709234"/>
        </pc:sldMkLst>
      </pc:sldChg>
      <pc:sldChg chg="ord">
        <pc:chgData name="Vasant K Tiwari" userId="94ab7f94-4dc6-474c-9a49-34f940ad4691" providerId="ADAL" clId="{BD0FAEC8-E06F-4A35-A9C0-BB869ACF0BC5}" dt="2024-07-11T05:45:11.190" v="14"/>
        <pc:sldMkLst>
          <pc:docMk/>
          <pc:sldMk cId="3048719488" sldId="2145709235"/>
        </pc:sldMkLst>
      </pc:sldChg>
      <pc:sldChg chg="ord">
        <pc:chgData name="Vasant K Tiwari" userId="94ab7f94-4dc6-474c-9a49-34f940ad4691" providerId="ADAL" clId="{BD0FAEC8-E06F-4A35-A9C0-BB869ACF0BC5}" dt="2024-07-11T06:00:33.339" v="48"/>
        <pc:sldMkLst>
          <pc:docMk/>
          <pc:sldMk cId="3709877784" sldId="2147376147"/>
        </pc:sldMkLst>
      </pc:sldChg>
      <pc:sldChg chg="delSp modSp mod">
        <pc:chgData name="Vasant K Tiwari" userId="94ab7f94-4dc6-474c-9a49-34f940ad4691" providerId="ADAL" clId="{BD0FAEC8-E06F-4A35-A9C0-BB869ACF0BC5}" dt="2024-07-11T05:59:28.393" v="42" actId="14100"/>
        <pc:sldMkLst>
          <pc:docMk/>
          <pc:sldMk cId="1500137299" sldId="2147376156"/>
        </pc:sldMkLst>
      </pc:sldChg>
      <pc:sldChg chg="ord">
        <pc:chgData name="Vasant K Tiwari" userId="94ab7f94-4dc6-474c-9a49-34f940ad4691" providerId="ADAL" clId="{BD0FAEC8-E06F-4A35-A9C0-BB869ACF0BC5}" dt="2024-07-11T05:48:07.847" v="26"/>
        <pc:sldMkLst>
          <pc:docMk/>
          <pc:sldMk cId="802019646" sldId="2147376161"/>
        </pc:sldMkLst>
      </pc:sldChg>
      <pc:sldChg chg="ord">
        <pc:chgData name="Vasant K Tiwari" userId="94ab7f94-4dc6-474c-9a49-34f940ad4691" providerId="ADAL" clId="{BD0FAEC8-E06F-4A35-A9C0-BB869ACF0BC5}" dt="2024-07-11T05:45:30.437" v="18"/>
        <pc:sldMkLst>
          <pc:docMk/>
          <pc:sldMk cId="3425562321" sldId="2147376162"/>
        </pc:sldMkLst>
      </pc:sldChg>
      <pc:sldChg chg="modSp mod">
        <pc:chgData name="Vasant K Tiwari" userId="94ab7f94-4dc6-474c-9a49-34f940ad4691" providerId="ADAL" clId="{BD0FAEC8-E06F-4A35-A9C0-BB869ACF0BC5}" dt="2024-07-11T05:44:59.505" v="12" actId="20577"/>
        <pc:sldMkLst>
          <pc:docMk/>
          <pc:sldMk cId="3608601964" sldId="2147376470"/>
        </pc:sldMkLst>
      </pc:sldChg>
      <pc:sldChg chg="add">
        <pc:chgData name="Vasant K Tiwari" userId="94ab7f94-4dc6-474c-9a49-34f940ad4691" providerId="ADAL" clId="{BD0FAEC8-E06F-4A35-A9C0-BB869ACF0BC5}" dt="2024-07-11T05:59:19.931" v="40"/>
        <pc:sldMkLst>
          <pc:docMk/>
          <pc:sldMk cId="1411544291" sldId="2147376471"/>
        </pc:sldMkLst>
      </pc:sldChg>
      <pc:sldChg chg="add del">
        <pc:chgData name="Vasant K Tiwari" userId="94ab7f94-4dc6-474c-9a49-34f940ad4691" providerId="ADAL" clId="{BD0FAEC8-E06F-4A35-A9C0-BB869ACF0BC5}" dt="2024-07-11T05:59:16.540" v="39" actId="2696"/>
        <pc:sldMkLst>
          <pc:docMk/>
          <pc:sldMk cId="2894641361" sldId="2147376471"/>
        </pc:sldMkLst>
      </pc:sldChg>
    </pc:docChg>
  </pc:docChgLst>
  <pc:docChgLst>
    <pc:chgData name="Vasant K Tiwari" userId="94ab7f94-4dc6-474c-9a49-34f940ad4691" providerId="ADAL" clId="{489CBA77-83AA-413F-A2B1-E7FE9A13B7EF}"/>
    <pc:docChg chg="modSld">
      <pc:chgData name="Vasant K Tiwari" userId="94ab7f94-4dc6-474c-9a49-34f940ad4691" providerId="ADAL" clId="{489CBA77-83AA-413F-A2B1-E7FE9A13B7EF}" dt="2024-06-26T06:50:30.102" v="2" actId="13926"/>
      <pc:docMkLst>
        <pc:docMk/>
      </pc:docMkLst>
      <pc:sldChg chg="modSp mod">
        <pc:chgData name="Vasant K Tiwari" userId="94ab7f94-4dc6-474c-9a49-34f940ad4691" providerId="ADAL" clId="{489CBA77-83AA-413F-A2B1-E7FE9A13B7EF}" dt="2024-06-26T06:50:30.102" v="2" actId="13926"/>
        <pc:sldMkLst>
          <pc:docMk/>
          <pc:sldMk cId="1444399480" sldId="2145709053"/>
        </pc:sldMkLst>
      </pc:sldChg>
    </pc:docChg>
  </pc:docChgLst>
  <pc:docChgLst>
    <pc:chgData name="Ashwani Mishra" userId="15d57bc9-d3a4-4ee8-885b-38ce2f0c857c" providerId="ADAL" clId="{B0EAADFA-DB5D-4602-A8C4-8C7DEF2E2578}"/>
    <pc:docChg chg="modSld">
      <pc:chgData name="Ashwani Mishra" userId="15d57bc9-d3a4-4ee8-885b-38ce2f0c857c" providerId="ADAL" clId="{B0EAADFA-DB5D-4602-A8C4-8C7DEF2E2578}" dt="2024-09-03T04:55:54.865" v="10"/>
      <pc:docMkLst>
        <pc:docMk/>
      </pc:docMkLst>
      <pc:sldChg chg="modSp mod">
        <pc:chgData name="Ashwani Mishra" userId="15d57bc9-d3a4-4ee8-885b-38ce2f0c857c" providerId="ADAL" clId="{B0EAADFA-DB5D-4602-A8C4-8C7DEF2E2578}" dt="2024-09-03T04:55:54.865" v="10"/>
        <pc:sldMkLst>
          <pc:docMk/>
          <pc:sldMk cId="2915413342" sldId="2145709040"/>
        </pc:sldMkLst>
      </pc:sldChg>
    </pc:docChg>
  </pc:docChgLst>
  <pc:docChgLst>
    <pc:chgData name="Ashwani Mishra" userId="15d57bc9-d3a4-4ee8-885b-38ce2f0c857c" providerId="ADAL" clId="{80964771-805F-4F90-A91F-E4BEB039E69C}"/>
    <pc:docChg chg="addSld modSld">
      <pc:chgData name="Ashwani Mishra" userId="15d57bc9-d3a4-4ee8-885b-38ce2f0c857c" providerId="ADAL" clId="{80964771-805F-4F90-A91F-E4BEB039E69C}" dt="2025-05-24T05:08:23.664" v="31"/>
      <pc:docMkLst>
        <pc:docMk/>
      </pc:docMkLst>
      <pc:sldChg chg="add">
        <pc:chgData name="Ashwani Mishra" userId="15d57bc9-d3a4-4ee8-885b-38ce2f0c857c" providerId="ADAL" clId="{80964771-805F-4F90-A91F-E4BEB039E69C}" dt="2025-05-24T05:05:20.907" v="29"/>
        <pc:sldMkLst>
          <pc:docMk/>
          <pc:sldMk cId="1940949243" sldId="2145709065"/>
        </pc:sldMkLst>
      </pc:sldChg>
      <pc:sldChg chg="modSp mod">
        <pc:chgData name="Ashwani Mishra" userId="15d57bc9-d3a4-4ee8-885b-38ce2f0c857c" providerId="ADAL" clId="{80964771-805F-4F90-A91F-E4BEB039E69C}" dt="2025-05-24T04:44:47.662" v="4"/>
        <pc:sldMkLst>
          <pc:docMk/>
          <pc:sldMk cId="1500137299" sldId="2147376156"/>
        </pc:sldMkLst>
      </pc:sldChg>
      <pc:sldChg chg="modSp mod">
        <pc:chgData name="Ashwani Mishra" userId="15d57bc9-d3a4-4ee8-885b-38ce2f0c857c" providerId="ADAL" clId="{80964771-805F-4F90-A91F-E4BEB039E69C}" dt="2025-05-24T04:50:32.911" v="28" actId="14100"/>
        <pc:sldMkLst>
          <pc:docMk/>
          <pc:sldMk cId="3576340285" sldId="2147376479"/>
        </pc:sldMkLst>
      </pc:sldChg>
      <pc:sldChg chg="add">
        <pc:chgData name="Ashwani Mishra" userId="15d57bc9-d3a4-4ee8-885b-38ce2f0c857c" providerId="ADAL" clId="{80964771-805F-4F90-A91F-E4BEB039E69C}" dt="2025-05-24T05:07:55.852" v="30"/>
        <pc:sldMkLst>
          <pc:docMk/>
          <pc:sldMk cId="1035693169" sldId="2147376613"/>
        </pc:sldMkLst>
      </pc:sldChg>
      <pc:sldChg chg="add">
        <pc:chgData name="Ashwani Mishra" userId="15d57bc9-d3a4-4ee8-885b-38ce2f0c857c" providerId="ADAL" clId="{80964771-805F-4F90-A91F-E4BEB039E69C}" dt="2025-05-24T05:07:55.852" v="30"/>
        <pc:sldMkLst>
          <pc:docMk/>
          <pc:sldMk cId="402419678" sldId="2147376614"/>
        </pc:sldMkLst>
      </pc:sldChg>
      <pc:sldChg chg="modSp mod">
        <pc:chgData name="Ashwani Mishra" userId="15d57bc9-d3a4-4ee8-885b-38ce2f0c857c" providerId="ADAL" clId="{80964771-805F-4F90-A91F-E4BEB039E69C}" dt="2025-05-24T04:42:49.599" v="1" actId="20577"/>
        <pc:sldMkLst>
          <pc:docMk/>
          <pc:sldMk cId="3697540684" sldId="2147376697"/>
        </pc:sldMkLst>
      </pc:sldChg>
      <pc:sldChg chg="add">
        <pc:chgData name="Ashwani Mishra" userId="15d57bc9-d3a4-4ee8-885b-38ce2f0c857c" providerId="ADAL" clId="{80964771-805F-4F90-A91F-E4BEB039E69C}" dt="2025-05-24T05:05:20.907" v="29"/>
        <pc:sldMkLst>
          <pc:docMk/>
          <pc:sldMk cId="4076976967" sldId="2147376719"/>
        </pc:sldMkLst>
      </pc:sldChg>
      <pc:sldChg chg="add">
        <pc:chgData name="Ashwani Mishra" userId="15d57bc9-d3a4-4ee8-885b-38ce2f0c857c" providerId="ADAL" clId="{80964771-805F-4F90-A91F-E4BEB039E69C}" dt="2025-05-24T05:07:55.852" v="30"/>
        <pc:sldMkLst>
          <pc:docMk/>
          <pc:sldMk cId="1486431657" sldId="2147376720"/>
        </pc:sldMkLst>
      </pc:sldChg>
      <pc:sldChg chg="add">
        <pc:chgData name="Ashwani Mishra" userId="15d57bc9-d3a4-4ee8-885b-38ce2f0c857c" providerId="ADAL" clId="{80964771-805F-4F90-A91F-E4BEB039E69C}" dt="2025-05-24T05:08:23.664" v="31"/>
        <pc:sldMkLst>
          <pc:docMk/>
          <pc:sldMk cId="2124297709" sldId="2147376721"/>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D0CCAF-7861-46C4-B507-7C99D27FD136}"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IN"/>
        </a:p>
      </dgm:t>
    </dgm:pt>
    <dgm:pt modelId="{22062808-8E4D-4006-8679-51EF0FFA3E9F}">
      <dgm:prSet phldrT="[Text]" custT="1"/>
      <dgm:spPr/>
      <dgm:t>
        <a:bodyPr/>
        <a:lstStyle/>
        <a:p>
          <a:r>
            <a:rPr lang="en-IN" sz="2400" b="1"/>
            <a:t>1. Execution</a:t>
          </a:r>
        </a:p>
      </dgm:t>
    </dgm:pt>
    <dgm:pt modelId="{D765265D-8F80-406C-B81D-2C4639FBE499}" type="parTrans" cxnId="{AD8A1595-3A41-436B-BC6A-70C235C39ACB}">
      <dgm:prSet/>
      <dgm:spPr/>
      <dgm:t>
        <a:bodyPr/>
        <a:lstStyle/>
        <a:p>
          <a:endParaRPr lang="en-IN" sz="1800"/>
        </a:p>
      </dgm:t>
    </dgm:pt>
    <dgm:pt modelId="{02D8E8F5-D8F6-4A7A-BB7B-9770E0CC63F4}" type="sibTrans" cxnId="{AD8A1595-3A41-436B-BC6A-70C235C39ACB}">
      <dgm:prSet/>
      <dgm:spPr/>
      <dgm:t>
        <a:bodyPr/>
        <a:lstStyle/>
        <a:p>
          <a:endParaRPr lang="en-IN" sz="1800"/>
        </a:p>
      </dgm:t>
    </dgm:pt>
    <dgm:pt modelId="{4887B29E-8F87-492F-8989-E02A3E3F1635}">
      <dgm:prSet phldrT="[Text]" custT="1"/>
      <dgm:spPr/>
      <dgm:t>
        <a:bodyPr/>
        <a:lstStyle/>
        <a:p>
          <a:r>
            <a:rPr lang="en-IN" sz="2000" b="1"/>
            <a:t>Jal Rekha</a:t>
          </a:r>
        </a:p>
      </dgm:t>
    </dgm:pt>
    <dgm:pt modelId="{B5545F4E-FDC4-43E7-90A4-B91170B80F00}" type="parTrans" cxnId="{B0A87981-80D1-452D-B0B7-AB6A0FBDC678}">
      <dgm:prSet/>
      <dgm:spPr/>
      <dgm:t>
        <a:bodyPr/>
        <a:lstStyle/>
        <a:p>
          <a:endParaRPr lang="en-IN" sz="1800"/>
        </a:p>
      </dgm:t>
    </dgm:pt>
    <dgm:pt modelId="{7F117703-B181-45C9-A00C-995D7D421F56}" type="sibTrans" cxnId="{B0A87981-80D1-452D-B0B7-AB6A0FBDC678}">
      <dgm:prSet/>
      <dgm:spPr/>
      <dgm:t>
        <a:bodyPr/>
        <a:lstStyle/>
        <a:p>
          <a:endParaRPr lang="en-IN" sz="1800"/>
        </a:p>
      </dgm:t>
    </dgm:pt>
    <dgm:pt modelId="{48762013-172F-4BCF-9D29-A7FB498C7B7B}">
      <dgm:prSet phldrT="[Text]" custT="1"/>
      <dgm:spPr/>
      <dgm:t>
        <a:bodyPr/>
        <a:lstStyle/>
        <a:p>
          <a:r>
            <a:rPr lang="en-IN" sz="2000" dirty="0"/>
            <a:t>Asset Mapping (</a:t>
          </a:r>
          <a:r>
            <a:rPr lang="en-IN" sz="1600" dirty="0"/>
            <a:t>OHTs, Intake etc</a:t>
          </a:r>
          <a:r>
            <a:rPr lang="en-IN" sz="2000" dirty="0"/>
            <a:t>)</a:t>
          </a:r>
        </a:p>
      </dgm:t>
    </dgm:pt>
    <dgm:pt modelId="{D59C2FF1-B377-4E88-AF5B-3FFFF1E9F7F2}" type="parTrans" cxnId="{BC477B01-C9DC-4A84-B32C-37646C5D71B7}">
      <dgm:prSet/>
      <dgm:spPr/>
      <dgm:t>
        <a:bodyPr/>
        <a:lstStyle/>
        <a:p>
          <a:endParaRPr lang="en-IN" sz="1800"/>
        </a:p>
      </dgm:t>
    </dgm:pt>
    <dgm:pt modelId="{7D573EBC-523A-48C5-81FE-7230629E4496}" type="sibTrans" cxnId="{BC477B01-C9DC-4A84-B32C-37646C5D71B7}">
      <dgm:prSet/>
      <dgm:spPr/>
      <dgm:t>
        <a:bodyPr/>
        <a:lstStyle/>
        <a:p>
          <a:endParaRPr lang="en-IN" sz="1800"/>
        </a:p>
      </dgm:t>
    </dgm:pt>
    <dgm:pt modelId="{58300302-8125-4723-BAB6-2899192DA0CB}">
      <dgm:prSet phldrT="[Text]" custT="1"/>
      <dgm:spPr/>
      <dgm:t>
        <a:bodyPr/>
        <a:lstStyle/>
        <a:p>
          <a:r>
            <a:rPr lang="en-IN" sz="2400" b="1"/>
            <a:t>2. O&amp;M</a:t>
          </a:r>
        </a:p>
      </dgm:t>
    </dgm:pt>
    <dgm:pt modelId="{C94987CC-79EF-47E3-BEE8-E76CC5EB8F13}" type="parTrans" cxnId="{8BF1547C-7B93-4DA6-B1A0-747C0906025C}">
      <dgm:prSet/>
      <dgm:spPr/>
      <dgm:t>
        <a:bodyPr/>
        <a:lstStyle/>
        <a:p>
          <a:endParaRPr lang="en-IN" sz="1800"/>
        </a:p>
      </dgm:t>
    </dgm:pt>
    <dgm:pt modelId="{67393997-F2D1-401B-A70C-DB47915023AD}" type="sibTrans" cxnId="{8BF1547C-7B93-4DA6-B1A0-747C0906025C}">
      <dgm:prSet/>
      <dgm:spPr/>
      <dgm:t>
        <a:bodyPr/>
        <a:lstStyle/>
        <a:p>
          <a:endParaRPr lang="en-IN" sz="1800"/>
        </a:p>
      </dgm:t>
    </dgm:pt>
    <dgm:pt modelId="{44065A1D-7E7A-4855-B557-4929DF8B9034}">
      <dgm:prSet phldrT="[Text]" custT="1"/>
      <dgm:spPr/>
      <dgm:t>
        <a:bodyPr/>
        <a:lstStyle/>
        <a:p>
          <a:r>
            <a:rPr lang="en-IN" sz="2000" kern="1200" dirty="0"/>
            <a:t>Dhara (</a:t>
          </a:r>
          <a:r>
            <a:rPr lang="en-IN" sz="1600" kern="1200" dirty="0"/>
            <a:t>Water Quantity</a:t>
          </a:r>
          <a:r>
            <a:rPr lang="en-IN" sz="2000" kern="1200" dirty="0"/>
            <a:t>)</a:t>
          </a:r>
        </a:p>
      </dgm:t>
    </dgm:pt>
    <dgm:pt modelId="{9F37F2AE-0B97-4548-9111-DC475B542030}" type="parTrans" cxnId="{A1B7520F-0F6A-4F75-9B61-4AD49240C60B}">
      <dgm:prSet/>
      <dgm:spPr/>
      <dgm:t>
        <a:bodyPr/>
        <a:lstStyle/>
        <a:p>
          <a:endParaRPr lang="en-IN" sz="1800"/>
        </a:p>
      </dgm:t>
    </dgm:pt>
    <dgm:pt modelId="{F610CEAE-8FDB-4411-B092-EC71237A9A46}" type="sibTrans" cxnId="{A1B7520F-0F6A-4F75-9B61-4AD49240C60B}">
      <dgm:prSet/>
      <dgm:spPr/>
      <dgm:t>
        <a:bodyPr/>
        <a:lstStyle/>
        <a:p>
          <a:endParaRPr lang="en-IN" sz="1800"/>
        </a:p>
      </dgm:t>
    </dgm:pt>
    <dgm:pt modelId="{6607AAAE-51CE-4BB3-9AFE-414B54E5B36A}">
      <dgm:prSet phldrT="[Text]" custT="1"/>
      <dgm:spPr/>
      <dgm:t>
        <a:bodyPr/>
        <a:lstStyle/>
        <a:p>
          <a:r>
            <a:rPr lang="en-IN" sz="2000" b="1" kern="1200"/>
            <a:t>Panchayat Darpan</a:t>
          </a:r>
        </a:p>
      </dgm:t>
    </dgm:pt>
    <dgm:pt modelId="{81A93D27-B573-4630-8A74-A3D35341DBC1}" type="parTrans" cxnId="{31C27B9F-985F-4D70-A53B-8E9B651ED292}">
      <dgm:prSet/>
      <dgm:spPr/>
      <dgm:t>
        <a:bodyPr/>
        <a:lstStyle/>
        <a:p>
          <a:endParaRPr lang="en-IN" sz="1800"/>
        </a:p>
      </dgm:t>
    </dgm:pt>
    <dgm:pt modelId="{37D616DF-1E62-47B9-A3F9-52F904A376E9}" type="sibTrans" cxnId="{31C27B9F-985F-4D70-A53B-8E9B651ED292}">
      <dgm:prSet/>
      <dgm:spPr/>
      <dgm:t>
        <a:bodyPr/>
        <a:lstStyle/>
        <a:p>
          <a:endParaRPr lang="en-IN" sz="1800"/>
        </a:p>
      </dgm:t>
    </dgm:pt>
    <dgm:pt modelId="{D9F7218F-108F-4780-97E8-02EB456634DE}">
      <dgm:prSet phldrT="[Text]" custT="1"/>
      <dgm:spPr/>
      <dgm:t>
        <a:bodyPr/>
        <a:lstStyle/>
        <a:p>
          <a:r>
            <a:rPr lang="en-IN" sz="2400" b="1"/>
            <a:t>3. Personnel </a:t>
          </a:r>
        </a:p>
        <a:p>
          <a:r>
            <a:rPr lang="en-IN" sz="2400" b="1"/>
            <a:t>(HR Mgmt.)</a:t>
          </a:r>
        </a:p>
      </dgm:t>
    </dgm:pt>
    <dgm:pt modelId="{CC0A5518-939B-4FD7-8E1E-35AF77B02349}" type="parTrans" cxnId="{56C76641-0AEF-4FDB-BA2B-AE59B6DD45AD}">
      <dgm:prSet/>
      <dgm:spPr/>
      <dgm:t>
        <a:bodyPr/>
        <a:lstStyle/>
        <a:p>
          <a:endParaRPr lang="en-IN" sz="1800"/>
        </a:p>
      </dgm:t>
    </dgm:pt>
    <dgm:pt modelId="{6844116F-3BE5-4D11-993A-1B02230D3AE9}" type="sibTrans" cxnId="{56C76641-0AEF-4FDB-BA2B-AE59B6DD45AD}">
      <dgm:prSet/>
      <dgm:spPr/>
      <dgm:t>
        <a:bodyPr/>
        <a:lstStyle/>
        <a:p>
          <a:endParaRPr lang="en-IN" sz="1800"/>
        </a:p>
      </dgm:t>
    </dgm:pt>
    <dgm:pt modelId="{AE0E3B59-5BF0-477C-B715-89D41BF15757}">
      <dgm:prSet phldrT="[Text]" custT="1"/>
      <dgm:spPr/>
      <dgm:t>
        <a:bodyPr/>
        <a:lstStyle/>
        <a:p>
          <a:r>
            <a:rPr lang="en-IN" sz="2000" b="1" dirty="0" err="1"/>
            <a:t>ePrabandhan</a:t>
          </a:r>
          <a:endParaRPr lang="en-IN" sz="2000" b="1" dirty="0"/>
        </a:p>
      </dgm:t>
    </dgm:pt>
    <dgm:pt modelId="{1C130998-1C03-4164-A92B-9403F18A5F46}" type="parTrans" cxnId="{C81414E8-4FA7-438C-BFC5-4172D65EC22F}">
      <dgm:prSet/>
      <dgm:spPr/>
      <dgm:t>
        <a:bodyPr/>
        <a:lstStyle/>
        <a:p>
          <a:endParaRPr lang="en-IN" sz="1800"/>
        </a:p>
      </dgm:t>
    </dgm:pt>
    <dgm:pt modelId="{E1790A91-6523-4387-AECF-2EC23B059C33}" type="sibTrans" cxnId="{C81414E8-4FA7-438C-BFC5-4172D65EC22F}">
      <dgm:prSet/>
      <dgm:spPr/>
      <dgm:t>
        <a:bodyPr/>
        <a:lstStyle/>
        <a:p>
          <a:endParaRPr lang="en-IN" sz="1800"/>
        </a:p>
      </dgm:t>
    </dgm:pt>
    <dgm:pt modelId="{E8B52B34-6DF9-4EDB-BAA4-C868CDFF7AF9}">
      <dgm:prSet phldrT="[Text]" custT="1"/>
      <dgm:spPr/>
      <dgm:t>
        <a:bodyPr/>
        <a:lstStyle/>
        <a:p>
          <a:r>
            <a:rPr lang="en-IN" sz="2000" dirty="0" err="1"/>
            <a:t>Anushravan</a:t>
          </a:r>
          <a:r>
            <a:rPr lang="en-IN" sz="2000" dirty="0"/>
            <a:t> (</a:t>
          </a:r>
          <a:r>
            <a:rPr lang="en-IN" sz="1600" dirty="0"/>
            <a:t>RFIs</a:t>
          </a:r>
          <a:r>
            <a:rPr lang="en-IN" sz="2000" dirty="0"/>
            <a:t>)</a:t>
          </a:r>
        </a:p>
      </dgm:t>
    </dgm:pt>
    <dgm:pt modelId="{7A06DE00-D324-4F5A-BF4C-075E0F4BE475}" type="parTrans" cxnId="{AD287D8A-EC6F-4825-9EFC-8371E1243C05}">
      <dgm:prSet/>
      <dgm:spPr/>
      <dgm:t>
        <a:bodyPr/>
        <a:lstStyle/>
        <a:p>
          <a:endParaRPr lang="en-IN" sz="1800"/>
        </a:p>
      </dgm:t>
    </dgm:pt>
    <dgm:pt modelId="{14608FF4-9EDD-41E3-A1DF-29E4D3464527}" type="sibTrans" cxnId="{AD287D8A-EC6F-4825-9EFC-8371E1243C05}">
      <dgm:prSet/>
      <dgm:spPr/>
      <dgm:t>
        <a:bodyPr/>
        <a:lstStyle/>
        <a:p>
          <a:endParaRPr lang="en-IN" sz="1800"/>
        </a:p>
      </dgm:t>
    </dgm:pt>
    <dgm:pt modelId="{CE690023-9039-4854-82A7-44FD2484E737}">
      <dgm:prSet phldrT="[Text]" custT="1"/>
      <dgm:spPr/>
      <dgm:t>
        <a:bodyPr/>
        <a:lstStyle/>
        <a:p>
          <a:r>
            <a:rPr lang="en-IN" sz="2000" b="1" dirty="0" err="1"/>
            <a:t>ePraman</a:t>
          </a:r>
          <a:r>
            <a:rPr lang="en-IN" sz="2000" b="1" dirty="0"/>
            <a:t> (</a:t>
          </a:r>
          <a:r>
            <a:rPr lang="en-IN" sz="2000" b="1" dirty="0" err="1"/>
            <a:t>eMB</a:t>
          </a:r>
          <a:r>
            <a:rPr lang="en-IN" sz="2000" b="1" dirty="0"/>
            <a:t>)</a:t>
          </a:r>
        </a:p>
      </dgm:t>
    </dgm:pt>
    <dgm:pt modelId="{32A4BDC1-946F-45F8-8B3D-785E3F82A9EA}" type="parTrans" cxnId="{207A1E9E-9492-41D5-B2D0-9421373D6DF9}">
      <dgm:prSet/>
      <dgm:spPr/>
      <dgm:t>
        <a:bodyPr/>
        <a:lstStyle/>
        <a:p>
          <a:endParaRPr lang="en-IN" sz="1800"/>
        </a:p>
      </dgm:t>
    </dgm:pt>
    <dgm:pt modelId="{F50F807F-BC1E-4E07-92A0-E6D9F1AB632D}" type="sibTrans" cxnId="{207A1E9E-9492-41D5-B2D0-9421373D6DF9}">
      <dgm:prSet/>
      <dgm:spPr/>
      <dgm:t>
        <a:bodyPr/>
        <a:lstStyle/>
        <a:p>
          <a:endParaRPr lang="en-IN" sz="1800"/>
        </a:p>
      </dgm:t>
    </dgm:pt>
    <dgm:pt modelId="{FA280508-5636-4228-9610-716ACB3CBE68}">
      <dgm:prSet phldrT="[Text]" custT="1"/>
      <dgm:spPr/>
      <dgm:t>
        <a:bodyPr/>
        <a:lstStyle/>
        <a:p>
          <a:r>
            <a:rPr lang="en-IN" sz="2400" b="1"/>
            <a:t>4. General</a:t>
          </a:r>
        </a:p>
      </dgm:t>
    </dgm:pt>
    <dgm:pt modelId="{F274E1DE-63F6-41B6-8978-823F894BBC68}" type="parTrans" cxnId="{ED52AD45-3FCC-4AB4-87CF-2ABB94085541}">
      <dgm:prSet/>
      <dgm:spPr/>
      <dgm:t>
        <a:bodyPr/>
        <a:lstStyle/>
        <a:p>
          <a:endParaRPr lang="en-IN" sz="1800"/>
        </a:p>
      </dgm:t>
    </dgm:pt>
    <dgm:pt modelId="{70030AAF-55A3-467F-AE86-34324DA6D344}" type="sibTrans" cxnId="{ED52AD45-3FCC-4AB4-87CF-2ABB94085541}">
      <dgm:prSet/>
      <dgm:spPr/>
      <dgm:t>
        <a:bodyPr/>
        <a:lstStyle/>
        <a:p>
          <a:endParaRPr lang="en-IN" sz="1800"/>
        </a:p>
      </dgm:t>
    </dgm:pt>
    <dgm:pt modelId="{DF6C4C96-38C8-4148-8A6F-F7F5D3FBF2B9}">
      <dgm:prSet phldrT="[Text]" custT="1"/>
      <dgm:spPr/>
      <dgm:t>
        <a:bodyPr/>
        <a:lstStyle/>
        <a:p>
          <a:r>
            <a:rPr lang="en-IN" sz="2000" b="1"/>
            <a:t>Jal </a:t>
          </a:r>
          <a:r>
            <a:rPr lang="en-IN" sz="2000" b="1" err="1"/>
            <a:t>Samagra</a:t>
          </a:r>
          <a:endParaRPr lang="en-IN" sz="2000" b="1"/>
        </a:p>
      </dgm:t>
    </dgm:pt>
    <dgm:pt modelId="{407AF1E1-DDB4-42E0-9894-CDDFC38F8396}" type="parTrans" cxnId="{AC9F7C4E-DA3B-4538-9AD8-8991A994527E}">
      <dgm:prSet/>
      <dgm:spPr/>
      <dgm:t>
        <a:bodyPr/>
        <a:lstStyle/>
        <a:p>
          <a:endParaRPr lang="en-IN" sz="1800"/>
        </a:p>
      </dgm:t>
    </dgm:pt>
    <dgm:pt modelId="{326969CC-C196-402D-BCBE-2646CC3C11B1}" type="sibTrans" cxnId="{AC9F7C4E-DA3B-4538-9AD8-8991A994527E}">
      <dgm:prSet/>
      <dgm:spPr/>
      <dgm:t>
        <a:bodyPr/>
        <a:lstStyle/>
        <a:p>
          <a:endParaRPr lang="en-IN" sz="1800"/>
        </a:p>
      </dgm:t>
    </dgm:pt>
    <dgm:pt modelId="{D6F14941-4478-46D7-8C72-0BCFB98B6DC4}">
      <dgm:prSet phldrT="[Text]" custT="1"/>
      <dgm:spPr/>
      <dgm:t>
        <a:bodyPr/>
        <a:lstStyle/>
        <a:p>
          <a:r>
            <a:rPr lang="en-IN" sz="2000" b="1" kern="1200"/>
            <a:t>Jal Rekha</a:t>
          </a:r>
        </a:p>
      </dgm:t>
    </dgm:pt>
    <dgm:pt modelId="{EEE19B9D-9D8E-4E59-B191-3155101E6899}" type="parTrans" cxnId="{B1D4B556-75E3-4197-83E5-B93032153A7A}">
      <dgm:prSet/>
      <dgm:spPr/>
      <dgm:t>
        <a:bodyPr/>
        <a:lstStyle/>
        <a:p>
          <a:endParaRPr lang="en-IN" sz="1800"/>
        </a:p>
      </dgm:t>
    </dgm:pt>
    <dgm:pt modelId="{E5DAA580-4D69-45F2-B104-DAFE506F8322}" type="sibTrans" cxnId="{B1D4B556-75E3-4197-83E5-B93032153A7A}">
      <dgm:prSet/>
      <dgm:spPr/>
      <dgm:t>
        <a:bodyPr/>
        <a:lstStyle/>
        <a:p>
          <a:endParaRPr lang="en-IN" sz="1800"/>
        </a:p>
      </dgm:t>
    </dgm:pt>
    <dgm:pt modelId="{93FFD36B-F548-4311-88C2-7AF7FE3A2C58}">
      <dgm:prSet phldrT="[Text]" custT="1"/>
      <dgm:spPr/>
      <dgm:t>
        <a:bodyPr/>
        <a:lstStyle/>
        <a:p>
          <a:r>
            <a:rPr lang="en-IN" sz="2000" kern="1200" dirty="0"/>
            <a:t>Nirmal (</a:t>
          </a:r>
          <a:r>
            <a:rPr lang="en-IN" sz="1600" kern="1200" dirty="0"/>
            <a:t>Water Quality</a:t>
          </a:r>
          <a:r>
            <a:rPr lang="en-IN" sz="2000" kern="1200" dirty="0"/>
            <a:t>)</a:t>
          </a:r>
        </a:p>
      </dgm:t>
    </dgm:pt>
    <dgm:pt modelId="{3ED366D1-8C6B-4A7E-920D-E9D6401CE48B}" type="parTrans" cxnId="{E96A9EB0-C8C9-4FDA-A064-850908B0F73C}">
      <dgm:prSet/>
      <dgm:spPr/>
      <dgm:t>
        <a:bodyPr/>
        <a:lstStyle/>
        <a:p>
          <a:endParaRPr lang="en-IN" sz="1800"/>
        </a:p>
      </dgm:t>
    </dgm:pt>
    <dgm:pt modelId="{7C64B117-AF80-48EF-89AA-928F503CD7C7}" type="sibTrans" cxnId="{E96A9EB0-C8C9-4FDA-A064-850908B0F73C}">
      <dgm:prSet/>
      <dgm:spPr/>
      <dgm:t>
        <a:bodyPr/>
        <a:lstStyle/>
        <a:p>
          <a:endParaRPr lang="en-IN" sz="1800"/>
        </a:p>
      </dgm:t>
    </dgm:pt>
    <dgm:pt modelId="{B2CCA933-602A-4915-AC19-530909AAB30B}">
      <dgm:prSet phldrT="[Text]" custT="1"/>
      <dgm:spPr/>
      <dgm:t>
        <a:bodyPr/>
        <a:lstStyle/>
        <a:p>
          <a:r>
            <a:rPr lang="en-IN" sz="2000" kern="1200"/>
            <a:t>Bulk Water Charges  from GPs</a:t>
          </a:r>
        </a:p>
      </dgm:t>
    </dgm:pt>
    <dgm:pt modelId="{B8BC4761-4A8F-48CE-854B-8959700AB7B6}" type="parTrans" cxnId="{93965E20-2D1A-4A38-BE91-86259D4D9BDB}">
      <dgm:prSet/>
      <dgm:spPr/>
      <dgm:t>
        <a:bodyPr/>
        <a:lstStyle/>
        <a:p>
          <a:endParaRPr lang="en-IN" sz="1800"/>
        </a:p>
      </dgm:t>
    </dgm:pt>
    <dgm:pt modelId="{A5FDB77E-1308-41B3-A6A5-74FF41889A0F}" type="sibTrans" cxnId="{93965E20-2D1A-4A38-BE91-86259D4D9BDB}">
      <dgm:prSet/>
      <dgm:spPr/>
      <dgm:t>
        <a:bodyPr/>
        <a:lstStyle/>
        <a:p>
          <a:endParaRPr lang="en-IN" sz="1800"/>
        </a:p>
      </dgm:t>
    </dgm:pt>
    <dgm:pt modelId="{BF7C7241-9757-42C3-9D53-22455DDA0AAE}">
      <dgm:prSet phldrT="[Text]" custT="1"/>
      <dgm:spPr/>
      <dgm:t>
        <a:bodyPr/>
        <a:lstStyle/>
        <a:p>
          <a:r>
            <a:rPr lang="en-IN" sz="2000" kern="1200"/>
            <a:t>Water User Charges from Citizens</a:t>
          </a:r>
        </a:p>
      </dgm:t>
    </dgm:pt>
    <dgm:pt modelId="{8C85E449-4F03-4EF2-A976-0AA37A5DB449}" type="parTrans" cxnId="{2FBCCB0A-52C5-4BC5-B11A-0CEA74C2782D}">
      <dgm:prSet/>
      <dgm:spPr/>
      <dgm:t>
        <a:bodyPr/>
        <a:lstStyle/>
        <a:p>
          <a:endParaRPr lang="en-IN" sz="1800"/>
        </a:p>
      </dgm:t>
    </dgm:pt>
    <dgm:pt modelId="{DC600166-4A7B-4AEC-A9E1-8C8C29A66426}" type="sibTrans" cxnId="{2FBCCB0A-52C5-4BC5-B11A-0CEA74C2782D}">
      <dgm:prSet/>
      <dgm:spPr/>
      <dgm:t>
        <a:bodyPr/>
        <a:lstStyle/>
        <a:p>
          <a:endParaRPr lang="en-IN" sz="1800"/>
        </a:p>
      </dgm:t>
    </dgm:pt>
    <dgm:pt modelId="{E8C1ED6A-5A35-4893-A76E-F5218933741C}">
      <dgm:prSet phldrT="[Text]" custT="1"/>
      <dgm:spPr/>
      <dgm:t>
        <a:bodyPr/>
        <a:lstStyle/>
        <a:p>
          <a:r>
            <a:rPr lang="en-IN" sz="2000" b="1" dirty="0"/>
            <a:t>SARTHAK</a:t>
          </a:r>
        </a:p>
      </dgm:t>
    </dgm:pt>
    <dgm:pt modelId="{5CD9098E-316F-4912-BD0A-F72EAB9612D1}" type="parTrans" cxnId="{6BF2C8CA-F85B-401F-9F73-049CD269B586}">
      <dgm:prSet/>
      <dgm:spPr/>
      <dgm:t>
        <a:bodyPr/>
        <a:lstStyle/>
        <a:p>
          <a:endParaRPr lang="en-IN" sz="1800"/>
        </a:p>
      </dgm:t>
    </dgm:pt>
    <dgm:pt modelId="{E60216FD-E156-4DC3-9AD6-FD9FC39B489D}" type="sibTrans" cxnId="{6BF2C8CA-F85B-401F-9F73-049CD269B586}">
      <dgm:prSet/>
      <dgm:spPr/>
      <dgm:t>
        <a:bodyPr/>
        <a:lstStyle/>
        <a:p>
          <a:endParaRPr lang="en-IN" sz="1800"/>
        </a:p>
      </dgm:t>
    </dgm:pt>
    <dgm:pt modelId="{6BF8E4BB-F058-4F10-AB30-86AAB8DDA255}">
      <dgm:prSet phldrT="[Text]" custT="1"/>
      <dgm:spPr/>
      <dgm:t>
        <a:bodyPr/>
        <a:lstStyle/>
        <a:p>
          <a:r>
            <a:rPr lang="en-IN" sz="2000" b="1" dirty="0"/>
            <a:t>E-Office</a:t>
          </a:r>
        </a:p>
      </dgm:t>
    </dgm:pt>
    <dgm:pt modelId="{C9030F1B-2A29-427A-BA07-29648D15095C}" type="parTrans" cxnId="{8E0FE33B-9F77-424D-BF57-998EDE83C34F}">
      <dgm:prSet/>
      <dgm:spPr/>
      <dgm:t>
        <a:bodyPr/>
        <a:lstStyle/>
        <a:p>
          <a:endParaRPr lang="en-IN"/>
        </a:p>
      </dgm:t>
    </dgm:pt>
    <dgm:pt modelId="{32A30694-4890-4BFC-9807-65E25731DDCE}" type="sibTrans" cxnId="{8E0FE33B-9F77-424D-BF57-998EDE83C34F}">
      <dgm:prSet/>
      <dgm:spPr/>
      <dgm:t>
        <a:bodyPr/>
        <a:lstStyle/>
        <a:p>
          <a:endParaRPr lang="en-IN"/>
        </a:p>
      </dgm:t>
    </dgm:pt>
    <dgm:pt modelId="{354BE263-1077-486E-9907-E9630E5E9AE1}">
      <dgm:prSet phldrT="[Text]" custT="1"/>
      <dgm:spPr/>
      <dgm:t>
        <a:bodyPr/>
        <a:lstStyle/>
        <a:p>
          <a:r>
            <a:rPr lang="en-IN" sz="2000" dirty="0" err="1"/>
            <a:t>Sahbhagita</a:t>
          </a:r>
          <a:r>
            <a:rPr lang="en-IN" sz="2000" dirty="0"/>
            <a:t> (</a:t>
          </a:r>
          <a:r>
            <a:rPr lang="en-IN" sz="1600" dirty="0"/>
            <a:t>ISAs</a:t>
          </a:r>
          <a:r>
            <a:rPr lang="en-IN" sz="2000" dirty="0"/>
            <a:t>)</a:t>
          </a:r>
        </a:p>
      </dgm:t>
    </dgm:pt>
    <dgm:pt modelId="{75C62500-0A7F-4A5F-8661-F96D82784552}" type="parTrans" cxnId="{CBE41654-3679-4739-8F21-1F4E64D06D30}">
      <dgm:prSet/>
      <dgm:spPr/>
      <dgm:t>
        <a:bodyPr/>
        <a:lstStyle/>
        <a:p>
          <a:endParaRPr lang="en-IN"/>
        </a:p>
      </dgm:t>
    </dgm:pt>
    <dgm:pt modelId="{0E8AEC10-5346-458F-824E-793A604B6C2F}" type="sibTrans" cxnId="{CBE41654-3679-4739-8F21-1F4E64D06D30}">
      <dgm:prSet/>
      <dgm:spPr/>
      <dgm:t>
        <a:bodyPr/>
        <a:lstStyle/>
        <a:p>
          <a:endParaRPr lang="en-IN"/>
        </a:p>
      </dgm:t>
    </dgm:pt>
    <dgm:pt modelId="{BBB61DCB-64D7-402D-A81C-CA42A2C14487}">
      <dgm:prSet phldrT="[Text]" custT="1"/>
      <dgm:spPr/>
      <dgm:t>
        <a:bodyPr/>
        <a:lstStyle/>
        <a:p>
          <a:r>
            <a:rPr lang="en-IN" sz="2000" dirty="0"/>
            <a:t>Sopan</a:t>
          </a:r>
        </a:p>
      </dgm:t>
    </dgm:pt>
    <dgm:pt modelId="{3A54FD0B-C094-49BB-A307-7DEF2906BF5B}" type="parTrans" cxnId="{4FF9A1AB-68C7-423E-96DD-B450AB1EB52E}">
      <dgm:prSet/>
      <dgm:spPr/>
      <dgm:t>
        <a:bodyPr/>
        <a:lstStyle/>
        <a:p>
          <a:endParaRPr lang="en-IN"/>
        </a:p>
      </dgm:t>
    </dgm:pt>
    <dgm:pt modelId="{B0FA6315-2673-4CB4-899F-86EC53504857}" type="sibTrans" cxnId="{4FF9A1AB-68C7-423E-96DD-B450AB1EB52E}">
      <dgm:prSet/>
      <dgm:spPr/>
      <dgm:t>
        <a:bodyPr/>
        <a:lstStyle/>
        <a:p>
          <a:endParaRPr lang="en-IN"/>
        </a:p>
      </dgm:t>
    </dgm:pt>
    <dgm:pt modelId="{7C6C2CE1-5ED2-43F4-B092-CB0970BE5AE6}">
      <dgm:prSet phldrT="[Text]" custT="1"/>
      <dgm:spPr/>
      <dgm:t>
        <a:bodyPr/>
        <a:lstStyle/>
        <a:p>
          <a:r>
            <a:rPr lang="en-IN" sz="2000" b="1" kern="1200"/>
            <a:t>Jal Samadhan</a:t>
          </a:r>
        </a:p>
      </dgm:t>
    </dgm:pt>
    <dgm:pt modelId="{4DA7BB6F-20AC-4C8F-A5E0-9A6FF49AD2B2}" type="parTrans" cxnId="{0E08E270-559A-4692-8746-23693BF6CF2F}">
      <dgm:prSet/>
      <dgm:spPr/>
      <dgm:t>
        <a:bodyPr/>
        <a:lstStyle/>
        <a:p>
          <a:endParaRPr lang="en-IN"/>
        </a:p>
      </dgm:t>
    </dgm:pt>
    <dgm:pt modelId="{C6AF775A-8690-4E03-A05C-931050B0ECD7}" type="sibTrans" cxnId="{0E08E270-559A-4692-8746-23693BF6CF2F}">
      <dgm:prSet/>
      <dgm:spPr/>
      <dgm:t>
        <a:bodyPr/>
        <a:lstStyle/>
        <a:p>
          <a:endParaRPr lang="en-IN"/>
        </a:p>
      </dgm:t>
    </dgm:pt>
    <dgm:pt modelId="{57070025-DABB-4EE4-A7DF-022B26C9EEC3}">
      <dgm:prSet phldrT="[Text]" custT="1"/>
      <dgm:spPr/>
      <dgm:t>
        <a:bodyPr/>
        <a:lstStyle/>
        <a:p>
          <a:r>
            <a:rPr lang="en-IN" sz="2000" b="1" kern="1200"/>
            <a:t>Bharosa</a:t>
          </a:r>
        </a:p>
      </dgm:t>
    </dgm:pt>
    <dgm:pt modelId="{9B31FF00-CDD1-4FC5-B945-E3E517493512}" type="parTrans" cxnId="{7243864C-960F-4188-B134-ACF3C20462B9}">
      <dgm:prSet/>
      <dgm:spPr/>
      <dgm:t>
        <a:bodyPr/>
        <a:lstStyle/>
        <a:p>
          <a:endParaRPr lang="en-IN"/>
        </a:p>
      </dgm:t>
    </dgm:pt>
    <dgm:pt modelId="{E27F6B44-2192-47A0-9442-24E63AB6EE85}" type="sibTrans" cxnId="{7243864C-960F-4188-B134-ACF3C20462B9}">
      <dgm:prSet/>
      <dgm:spPr/>
      <dgm:t>
        <a:bodyPr/>
        <a:lstStyle/>
        <a:p>
          <a:endParaRPr lang="en-IN"/>
        </a:p>
      </dgm:t>
    </dgm:pt>
    <dgm:pt modelId="{50E94BAE-30A9-4611-ABB9-9AC550526E69}" type="pres">
      <dgm:prSet presAssocID="{8BD0CCAF-7861-46C4-B507-7C99D27FD136}" presName="Name0" presStyleCnt="0">
        <dgm:presLayoutVars>
          <dgm:dir/>
          <dgm:animLvl val="lvl"/>
          <dgm:resizeHandles val="exact"/>
        </dgm:presLayoutVars>
      </dgm:prSet>
      <dgm:spPr/>
      <dgm:t>
        <a:bodyPr/>
        <a:lstStyle/>
        <a:p>
          <a:endParaRPr lang="en-US"/>
        </a:p>
      </dgm:t>
    </dgm:pt>
    <dgm:pt modelId="{CDFC36D3-6B0E-4D16-A7E0-22AABA7A4818}" type="pres">
      <dgm:prSet presAssocID="{22062808-8E4D-4006-8679-51EF0FFA3E9F}" presName="composite" presStyleCnt="0"/>
      <dgm:spPr/>
    </dgm:pt>
    <dgm:pt modelId="{6F37C80E-180C-4E67-8962-3D674F4215E3}" type="pres">
      <dgm:prSet presAssocID="{22062808-8E4D-4006-8679-51EF0FFA3E9F}" presName="parTx" presStyleLbl="alignNode1" presStyleIdx="0" presStyleCnt="4">
        <dgm:presLayoutVars>
          <dgm:chMax val="0"/>
          <dgm:chPref val="0"/>
          <dgm:bulletEnabled val="1"/>
        </dgm:presLayoutVars>
      </dgm:prSet>
      <dgm:spPr/>
      <dgm:t>
        <a:bodyPr/>
        <a:lstStyle/>
        <a:p>
          <a:endParaRPr lang="en-US"/>
        </a:p>
      </dgm:t>
    </dgm:pt>
    <dgm:pt modelId="{C7C72148-6B45-4285-9BCC-C211A5ABB7DC}" type="pres">
      <dgm:prSet presAssocID="{22062808-8E4D-4006-8679-51EF0FFA3E9F}" presName="desTx" presStyleLbl="alignAccFollowNode1" presStyleIdx="0" presStyleCnt="4">
        <dgm:presLayoutVars>
          <dgm:bulletEnabled val="1"/>
        </dgm:presLayoutVars>
      </dgm:prSet>
      <dgm:spPr/>
      <dgm:t>
        <a:bodyPr/>
        <a:lstStyle/>
        <a:p>
          <a:endParaRPr lang="en-US"/>
        </a:p>
      </dgm:t>
    </dgm:pt>
    <dgm:pt modelId="{5704611A-7CF9-47A2-8262-C091FF100B9E}" type="pres">
      <dgm:prSet presAssocID="{02D8E8F5-D8F6-4A7A-BB7B-9770E0CC63F4}" presName="space" presStyleCnt="0"/>
      <dgm:spPr/>
    </dgm:pt>
    <dgm:pt modelId="{802C74A9-5A1C-4784-B6BA-4D2025C680E3}" type="pres">
      <dgm:prSet presAssocID="{58300302-8125-4723-BAB6-2899192DA0CB}" presName="composite" presStyleCnt="0"/>
      <dgm:spPr/>
    </dgm:pt>
    <dgm:pt modelId="{ACA95356-BDE4-4E83-8E6E-744C9950A7C6}" type="pres">
      <dgm:prSet presAssocID="{58300302-8125-4723-BAB6-2899192DA0CB}" presName="parTx" presStyleLbl="alignNode1" presStyleIdx="1" presStyleCnt="4" custScaleX="112386">
        <dgm:presLayoutVars>
          <dgm:chMax val="0"/>
          <dgm:chPref val="0"/>
          <dgm:bulletEnabled val="1"/>
        </dgm:presLayoutVars>
      </dgm:prSet>
      <dgm:spPr/>
      <dgm:t>
        <a:bodyPr/>
        <a:lstStyle/>
        <a:p>
          <a:endParaRPr lang="en-US"/>
        </a:p>
      </dgm:t>
    </dgm:pt>
    <dgm:pt modelId="{7AB2139E-2D0F-4A36-BE1D-C94B367A2D8D}" type="pres">
      <dgm:prSet presAssocID="{58300302-8125-4723-BAB6-2899192DA0CB}" presName="desTx" presStyleLbl="alignAccFollowNode1" presStyleIdx="1" presStyleCnt="4" custScaleX="112386">
        <dgm:presLayoutVars>
          <dgm:bulletEnabled val="1"/>
        </dgm:presLayoutVars>
      </dgm:prSet>
      <dgm:spPr/>
      <dgm:t>
        <a:bodyPr/>
        <a:lstStyle/>
        <a:p>
          <a:endParaRPr lang="en-US"/>
        </a:p>
      </dgm:t>
    </dgm:pt>
    <dgm:pt modelId="{B29AEF9D-7CF9-44E0-846F-B32848DB32C9}" type="pres">
      <dgm:prSet presAssocID="{67393997-F2D1-401B-A70C-DB47915023AD}" presName="space" presStyleCnt="0"/>
      <dgm:spPr/>
    </dgm:pt>
    <dgm:pt modelId="{6DE19566-AB5A-4401-87A0-477E40554B0A}" type="pres">
      <dgm:prSet presAssocID="{D9F7218F-108F-4780-97E8-02EB456634DE}" presName="composite" presStyleCnt="0"/>
      <dgm:spPr/>
    </dgm:pt>
    <dgm:pt modelId="{ED713D96-BE65-4047-AA01-6BA94D32BA76}" type="pres">
      <dgm:prSet presAssocID="{D9F7218F-108F-4780-97E8-02EB456634DE}" presName="parTx" presStyleLbl="alignNode1" presStyleIdx="2" presStyleCnt="4">
        <dgm:presLayoutVars>
          <dgm:chMax val="0"/>
          <dgm:chPref val="0"/>
          <dgm:bulletEnabled val="1"/>
        </dgm:presLayoutVars>
      </dgm:prSet>
      <dgm:spPr/>
      <dgm:t>
        <a:bodyPr/>
        <a:lstStyle/>
        <a:p>
          <a:endParaRPr lang="en-US"/>
        </a:p>
      </dgm:t>
    </dgm:pt>
    <dgm:pt modelId="{53F3C498-EDCA-47E3-AA37-5FEA49D390F5}" type="pres">
      <dgm:prSet presAssocID="{D9F7218F-108F-4780-97E8-02EB456634DE}" presName="desTx" presStyleLbl="alignAccFollowNode1" presStyleIdx="2" presStyleCnt="4">
        <dgm:presLayoutVars>
          <dgm:bulletEnabled val="1"/>
        </dgm:presLayoutVars>
      </dgm:prSet>
      <dgm:spPr/>
      <dgm:t>
        <a:bodyPr/>
        <a:lstStyle/>
        <a:p>
          <a:endParaRPr lang="en-US"/>
        </a:p>
      </dgm:t>
    </dgm:pt>
    <dgm:pt modelId="{ADD50FB8-F981-40DA-8658-2C65AA21DA1D}" type="pres">
      <dgm:prSet presAssocID="{6844116F-3BE5-4D11-993A-1B02230D3AE9}" presName="space" presStyleCnt="0"/>
      <dgm:spPr/>
    </dgm:pt>
    <dgm:pt modelId="{42FFF6A1-FFE5-40B4-AE23-2004DFA8A04A}" type="pres">
      <dgm:prSet presAssocID="{FA280508-5636-4228-9610-716ACB3CBE68}" presName="composite" presStyleCnt="0"/>
      <dgm:spPr/>
    </dgm:pt>
    <dgm:pt modelId="{47CF5412-BD95-4ACA-8B5A-AB7E09195C3D}" type="pres">
      <dgm:prSet presAssocID="{FA280508-5636-4228-9610-716ACB3CBE68}" presName="parTx" presStyleLbl="alignNode1" presStyleIdx="3" presStyleCnt="4">
        <dgm:presLayoutVars>
          <dgm:chMax val="0"/>
          <dgm:chPref val="0"/>
          <dgm:bulletEnabled val="1"/>
        </dgm:presLayoutVars>
      </dgm:prSet>
      <dgm:spPr/>
      <dgm:t>
        <a:bodyPr/>
        <a:lstStyle/>
        <a:p>
          <a:endParaRPr lang="en-US"/>
        </a:p>
      </dgm:t>
    </dgm:pt>
    <dgm:pt modelId="{C06C13F0-E76A-40B6-B595-BFF8E9FAE674}" type="pres">
      <dgm:prSet presAssocID="{FA280508-5636-4228-9610-716ACB3CBE68}" presName="desTx" presStyleLbl="alignAccFollowNode1" presStyleIdx="3" presStyleCnt="4">
        <dgm:presLayoutVars>
          <dgm:bulletEnabled val="1"/>
        </dgm:presLayoutVars>
      </dgm:prSet>
      <dgm:spPr/>
      <dgm:t>
        <a:bodyPr/>
        <a:lstStyle/>
        <a:p>
          <a:endParaRPr lang="en-US"/>
        </a:p>
      </dgm:t>
    </dgm:pt>
  </dgm:ptLst>
  <dgm:cxnLst>
    <dgm:cxn modelId="{77872E11-602D-4DF3-8308-C91378BCB801}" type="presOf" srcId="{CE690023-9039-4854-82A7-44FD2484E737}" destId="{C7C72148-6B45-4285-9BCC-C211A5ABB7DC}" srcOrd="0" destOrd="5" presId="urn:microsoft.com/office/officeart/2005/8/layout/hList1"/>
    <dgm:cxn modelId="{87DE89F2-AF83-4E62-A7E9-F352FBEBD7D3}" type="presOf" srcId="{44065A1D-7E7A-4855-B557-4929DF8B9034}" destId="{7AB2139E-2D0F-4A36-BE1D-C94B367A2D8D}" srcOrd="0" destOrd="1" presId="urn:microsoft.com/office/officeart/2005/8/layout/hList1"/>
    <dgm:cxn modelId="{9F8E8956-1650-4BD8-B115-E613B2A4E4EF}" type="presOf" srcId="{6607AAAE-51CE-4BB3-9AFE-414B54E5B36A}" destId="{7AB2139E-2D0F-4A36-BE1D-C94B367A2D8D}" srcOrd="0" destOrd="5" presId="urn:microsoft.com/office/officeart/2005/8/layout/hList1"/>
    <dgm:cxn modelId="{9698C847-0A02-44D2-A5D7-7FA16BE98E64}" type="presOf" srcId="{48762013-172F-4BCF-9D29-A7FB498C7B7B}" destId="{C7C72148-6B45-4285-9BCC-C211A5ABB7DC}" srcOrd="0" destOrd="1" presId="urn:microsoft.com/office/officeart/2005/8/layout/hList1"/>
    <dgm:cxn modelId="{BC477B01-C9DC-4A84-B32C-37646C5D71B7}" srcId="{4887B29E-8F87-492F-8989-E02A3E3F1635}" destId="{48762013-172F-4BCF-9D29-A7FB498C7B7B}" srcOrd="0" destOrd="0" parTransId="{D59C2FF1-B377-4E88-AF5B-3FFFF1E9F7F2}" sibTransId="{7D573EBC-523A-48C5-81FE-7230629E4496}"/>
    <dgm:cxn modelId="{AF9388FC-2361-4340-B1D2-A58847BDC630}" type="presOf" srcId="{57070025-DABB-4EE4-A7DF-022B26C9EEC3}" destId="{7AB2139E-2D0F-4A36-BE1D-C94B367A2D8D}" srcOrd="0" destOrd="4" presId="urn:microsoft.com/office/officeart/2005/8/layout/hList1"/>
    <dgm:cxn modelId="{8DD59FBB-E629-42D6-ADCC-5D3B804F540C}" type="presOf" srcId="{FA280508-5636-4228-9610-716ACB3CBE68}" destId="{47CF5412-BD95-4ACA-8B5A-AB7E09195C3D}" srcOrd="0" destOrd="0" presId="urn:microsoft.com/office/officeart/2005/8/layout/hList1"/>
    <dgm:cxn modelId="{A1B7520F-0F6A-4F75-9B61-4AD49240C60B}" srcId="{D6F14941-4478-46D7-8C72-0BCFB98B6DC4}" destId="{44065A1D-7E7A-4855-B557-4929DF8B9034}" srcOrd="0" destOrd="0" parTransId="{9F37F2AE-0B97-4548-9111-DC475B542030}" sibTransId="{F610CEAE-8FDB-4411-B092-EC71237A9A46}"/>
    <dgm:cxn modelId="{0D22A81A-845D-4129-85F5-D34539575BA0}" type="presOf" srcId="{D9F7218F-108F-4780-97E8-02EB456634DE}" destId="{ED713D96-BE65-4047-AA01-6BA94D32BA76}" srcOrd="0" destOrd="0" presId="urn:microsoft.com/office/officeart/2005/8/layout/hList1"/>
    <dgm:cxn modelId="{7243864C-960F-4188-B134-ACF3C20462B9}" srcId="{58300302-8125-4723-BAB6-2899192DA0CB}" destId="{57070025-DABB-4EE4-A7DF-022B26C9EEC3}" srcOrd="2" destOrd="0" parTransId="{9B31FF00-CDD1-4FC5-B945-E3E517493512}" sibTransId="{E27F6B44-2192-47A0-9442-24E63AB6EE85}"/>
    <dgm:cxn modelId="{0AE41FBB-6E67-4E3D-9127-E0D47C567AF1}" type="presOf" srcId="{E8C1ED6A-5A35-4893-A76E-F5218933741C}" destId="{53F3C498-EDCA-47E3-AA37-5FEA49D390F5}" srcOrd="0" destOrd="1" presId="urn:microsoft.com/office/officeart/2005/8/layout/hList1"/>
    <dgm:cxn modelId="{0E08E270-559A-4692-8746-23693BF6CF2F}" srcId="{58300302-8125-4723-BAB6-2899192DA0CB}" destId="{7C6C2CE1-5ED2-43F4-B092-CB0970BE5AE6}" srcOrd="1" destOrd="0" parTransId="{4DA7BB6F-20AC-4C8F-A5E0-9A6FF49AD2B2}" sibTransId="{C6AF775A-8690-4E03-A05C-931050B0ECD7}"/>
    <dgm:cxn modelId="{D021B98B-4E9D-4232-B127-0313A1193070}" type="presOf" srcId="{4887B29E-8F87-492F-8989-E02A3E3F1635}" destId="{C7C72148-6B45-4285-9BCC-C211A5ABB7DC}" srcOrd="0" destOrd="0" presId="urn:microsoft.com/office/officeart/2005/8/layout/hList1"/>
    <dgm:cxn modelId="{9F8936D0-F945-4325-BD09-A8860ADEB254}" type="presOf" srcId="{22062808-8E4D-4006-8679-51EF0FFA3E9F}" destId="{6F37C80E-180C-4E67-8962-3D674F4215E3}" srcOrd="0" destOrd="0" presId="urn:microsoft.com/office/officeart/2005/8/layout/hList1"/>
    <dgm:cxn modelId="{56C76641-0AEF-4FDB-BA2B-AE59B6DD45AD}" srcId="{8BD0CCAF-7861-46C4-B507-7C99D27FD136}" destId="{D9F7218F-108F-4780-97E8-02EB456634DE}" srcOrd="2" destOrd="0" parTransId="{CC0A5518-939B-4FD7-8E1E-35AF77B02349}" sibTransId="{6844116F-3BE5-4D11-993A-1B02230D3AE9}"/>
    <dgm:cxn modelId="{8BF1547C-7B93-4DA6-B1A0-747C0906025C}" srcId="{8BD0CCAF-7861-46C4-B507-7C99D27FD136}" destId="{58300302-8125-4723-BAB6-2899192DA0CB}" srcOrd="1" destOrd="0" parTransId="{C94987CC-79EF-47E3-BEE8-E76CC5EB8F13}" sibTransId="{67393997-F2D1-401B-A70C-DB47915023AD}"/>
    <dgm:cxn modelId="{A1804412-6C37-4AC9-97C2-130D786750AB}" type="presOf" srcId="{D6F14941-4478-46D7-8C72-0BCFB98B6DC4}" destId="{7AB2139E-2D0F-4A36-BE1D-C94B367A2D8D}" srcOrd="0" destOrd="0" presId="urn:microsoft.com/office/officeart/2005/8/layout/hList1"/>
    <dgm:cxn modelId="{B1D4B556-75E3-4197-83E5-B93032153A7A}" srcId="{58300302-8125-4723-BAB6-2899192DA0CB}" destId="{D6F14941-4478-46D7-8C72-0BCFB98B6DC4}" srcOrd="0" destOrd="0" parTransId="{EEE19B9D-9D8E-4E59-B191-3155101E6899}" sibTransId="{E5DAA580-4D69-45F2-B104-DAFE506F8322}"/>
    <dgm:cxn modelId="{891942F6-BB49-49C8-96D8-004655565EC8}" type="presOf" srcId="{AE0E3B59-5BF0-477C-B715-89D41BF15757}" destId="{53F3C498-EDCA-47E3-AA37-5FEA49D390F5}" srcOrd="0" destOrd="0" presId="urn:microsoft.com/office/officeart/2005/8/layout/hList1"/>
    <dgm:cxn modelId="{BADA1336-DD6A-4C83-9DBA-28BEE7540E9C}" type="presOf" srcId="{BBB61DCB-64D7-402D-A81C-CA42A2C14487}" destId="{C7C72148-6B45-4285-9BCC-C211A5ABB7DC}" srcOrd="0" destOrd="4" presId="urn:microsoft.com/office/officeart/2005/8/layout/hList1"/>
    <dgm:cxn modelId="{AC9F7C4E-DA3B-4538-9AD8-8991A994527E}" srcId="{FA280508-5636-4228-9610-716ACB3CBE68}" destId="{DF6C4C96-38C8-4148-8A6F-F7F5D3FBF2B9}" srcOrd="0" destOrd="0" parTransId="{407AF1E1-DDB4-42E0-9894-CDDFC38F8396}" sibTransId="{326969CC-C196-402D-BCBE-2646CC3C11B1}"/>
    <dgm:cxn modelId="{2FBCCB0A-52C5-4BC5-B11A-0CEA74C2782D}" srcId="{6607AAAE-51CE-4BB3-9AFE-414B54E5B36A}" destId="{BF7C7241-9757-42C3-9D53-22455DDA0AAE}" srcOrd="1" destOrd="0" parTransId="{8C85E449-4F03-4EF2-A976-0AA37A5DB449}" sibTransId="{DC600166-4A7B-4AEC-A9E1-8C8C29A66426}"/>
    <dgm:cxn modelId="{21E60301-16E2-484B-B991-6A5CF295E766}" type="presOf" srcId="{BF7C7241-9757-42C3-9D53-22455DDA0AAE}" destId="{7AB2139E-2D0F-4A36-BE1D-C94B367A2D8D}" srcOrd="0" destOrd="7" presId="urn:microsoft.com/office/officeart/2005/8/layout/hList1"/>
    <dgm:cxn modelId="{032C2EF0-E3A3-444C-A93F-0AA3F9DA0F21}" type="presOf" srcId="{7C6C2CE1-5ED2-43F4-B092-CB0970BE5AE6}" destId="{7AB2139E-2D0F-4A36-BE1D-C94B367A2D8D}" srcOrd="0" destOrd="3" presId="urn:microsoft.com/office/officeart/2005/8/layout/hList1"/>
    <dgm:cxn modelId="{984C6BF0-4F63-4D56-A330-5CEDF3BEA260}" type="presOf" srcId="{8BD0CCAF-7861-46C4-B507-7C99D27FD136}" destId="{50E94BAE-30A9-4611-ABB9-9AC550526E69}" srcOrd="0" destOrd="0" presId="urn:microsoft.com/office/officeart/2005/8/layout/hList1"/>
    <dgm:cxn modelId="{02A8A924-EF96-42EF-918E-C2361B0B8A5C}" type="presOf" srcId="{B2CCA933-602A-4915-AC19-530909AAB30B}" destId="{7AB2139E-2D0F-4A36-BE1D-C94B367A2D8D}" srcOrd="0" destOrd="6" presId="urn:microsoft.com/office/officeart/2005/8/layout/hList1"/>
    <dgm:cxn modelId="{6BF2C8CA-F85B-401F-9F73-049CD269B586}" srcId="{D9F7218F-108F-4780-97E8-02EB456634DE}" destId="{E8C1ED6A-5A35-4893-A76E-F5218933741C}" srcOrd="1" destOrd="0" parTransId="{5CD9098E-316F-4912-BD0A-F72EAB9612D1}" sibTransId="{E60216FD-E156-4DC3-9AD6-FD9FC39B489D}"/>
    <dgm:cxn modelId="{C81414E8-4FA7-438C-BFC5-4172D65EC22F}" srcId="{D9F7218F-108F-4780-97E8-02EB456634DE}" destId="{AE0E3B59-5BF0-477C-B715-89D41BF15757}" srcOrd="0" destOrd="0" parTransId="{1C130998-1C03-4164-A92B-9403F18A5F46}" sibTransId="{E1790A91-6523-4387-AECF-2EC23B059C33}"/>
    <dgm:cxn modelId="{58DCED40-0F55-4743-8FFD-43E8BAD26608}" type="presOf" srcId="{58300302-8125-4723-BAB6-2899192DA0CB}" destId="{ACA95356-BDE4-4E83-8E6E-744C9950A7C6}" srcOrd="0" destOrd="0" presId="urn:microsoft.com/office/officeart/2005/8/layout/hList1"/>
    <dgm:cxn modelId="{AD287D8A-EC6F-4825-9EFC-8371E1243C05}" srcId="{4887B29E-8F87-492F-8989-E02A3E3F1635}" destId="{E8B52B34-6DF9-4EDB-BAA4-C868CDFF7AF9}" srcOrd="1" destOrd="0" parTransId="{7A06DE00-D324-4F5A-BF4C-075E0F4BE475}" sibTransId="{14608FF4-9EDD-41E3-A1DF-29E4D3464527}"/>
    <dgm:cxn modelId="{207A1E9E-9492-41D5-B2D0-9421373D6DF9}" srcId="{22062808-8E4D-4006-8679-51EF0FFA3E9F}" destId="{CE690023-9039-4854-82A7-44FD2484E737}" srcOrd="1" destOrd="0" parTransId="{32A4BDC1-946F-45F8-8B3D-785E3F82A9EA}" sibTransId="{F50F807F-BC1E-4E07-92A0-E6D9F1AB632D}"/>
    <dgm:cxn modelId="{93965E20-2D1A-4A38-BE91-86259D4D9BDB}" srcId="{6607AAAE-51CE-4BB3-9AFE-414B54E5B36A}" destId="{B2CCA933-602A-4915-AC19-530909AAB30B}" srcOrd="0" destOrd="0" parTransId="{B8BC4761-4A8F-48CE-854B-8959700AB7B6}" sibTransId="{A5FDB77E-1308-41B3-A6A5-74FF41889A0F}"/>
    <dgm:cxn modelId="{ED52AD45-3FCC-4AB4-87CF-2ABB94085541}" srcId="{8BD0CCAF-7861-46C4-B507-7C99D27FD136}" destId="{FA280508-5636-4228-9610-716ACB3CBE68}" srcOrd="3" destOrd="0" parTransId="{F274E1DE-63F6-41B6-8978-823F894BBC68}" sibTransId="{70030AAF-55A3-467F-AE86-34324DA6D344}"/>
    <dgm:cxn modelId="{FEFD62A2-5798-45FB-8EA9-D61E35684882}" type="presOf" srcId="{DF6C4C96-38C8-4148-8A6F-F7F5D3FBF2B9}" destId="{C06C13F0-E76A-40B6-B595-BFF8E9FAE674}" srcOrd="0" destOrd="0" presId="urn:microsoft.com/office/officeart/2005/8/layout/hList1"/>
    <dgm:cxn modelId="{2794411D-88F4-4202-B1BF-96CE2FC76871}" type="presOf" srcId="{354BE263-1077-486E-9907-E9630E5E9AE1}" destId="{C7C72148-6B45-4285-9BCC-C211A5ABB7DC}" srcOrd="0" destOrd="3" presId="urn:microsoft.com/office/officeart/2005/8/layout/hList1"/>
    <dgm:cxn modelId="{426A21B5-99A8-4495-BE0C-FBD74293815D}" type="presOf" srcId="{E8B52B34-6DF9-4EDB-BAA4-C868CDFF7AF9}" destId="{C7C72148-6B45-4285-9BCC-C211A5ABB7DC}" srcOrd="0" destOrd="2" presId="urn:microsoft.com/office/officeart/2005/8/layout/hList1"/>
    <dgm:cxn modelId="{4A95F273-FD80-4144-BD0A-81317F569FE0}" type="presOf" srcId="{6BF8E4BB-F058-4F10-AB30-86AAB8DDA255}" destId="{C06C13F0-E76A-40B6-B595-BFF8E9FAE674}" srcOrd="0" destOrd="1" presId="urn:microsoft.com/office/officeart/2005/8/layout/hList1"/>
    <dgm:cxn modelId="{8E0FE33B-9F77-424D-BF57-998EDE83C34F}" srcId="{FA280508-5636-4228-9610-716ACB3CBE68}" destId="{6BF8E4BB-F058-4F10-AB30-86AAB8DDA255}" srcOrd="1" destOrd="0" parTransId="{C9030F1B-2A29-427A-BA07-29648D15095C}" sibTransId="{32A30694-4890-4BFC-9807-65E25731DDCE}"/>
    <dgm:cxn modelId="{31C27B9F-985F-4D70-A53B-8E9B651ED292}" srcId="{58300302-8125-4723-BAB6-2899192DA0CB}" destId="{6607AAAE-51CE-4BB3-9AFE-414B54E5B36A}" srcOrd="3" destOrd="0" parTransId="{81A93D27-B573-4630-8A74-A3D35341DBC1}" sibTransId="{37D616DF-1E62-47B9-A3F9-52F904A376E9}"/>
    <dgm:cxn modelId="{AD8A1595-3A41-436B-BC6A-70C235C39ACB}" srcId="{8BD0CCAF-7861-46C4-B507-7C99D27FD136}" destId="{22062808-8E4D-4006-8679-51EF0FFA3E9F}" srcOrd="0" destOrd="0" parTransId="{D765265D-8F80-406C-B81D-2C4639FBE499}" sibTransId="{02D8E8F5-D8F6-4A7A-BB7B-9770E0CC63F4}"/>
    <dgm:cxn modelId="{4FF9A1AB-68C7-423E-96DD-B450AB1EB52E}" srcId="{4887B29E-8F87-492F-8989-E02A3E3F1635}" destId="{BBB61DCB-64D7-402D-A81C-CA42A2C14487}" srcOrd="3" destOrd="0" parTransId="{3A54FD0B-C094-49BB-A307-7DEF2906BF5B}" sibTransId="{B0FA6315-2673-4CB4-899F-86EC53504857}"/>
    <dgm:cxn modelId="{CBE41654-3679-4739-8F21-1F4E64D06D30}" srcId="{4887B29E-8F87-492F-8989-E02A3E3F1635}" destId="{354BE263-1077-486E-9907-E9630E5E9AE1}" srcOrd="2" destOrd="0" parTransId="{75C62500-0A7F-4A5F-8661-F96D82784552}" sibTransId="{0E8AEC10-5346-458F-824E-793A604B6C2F}"/>
    <dgm:cxn modelId="{B0A87981-80D1-452D-B0B7-AB6A0FBDC678}" srcId="{22062808-8E4D-4006-8679-51EF0FFA3E9F}" destId="{4887B29E-8F87-492F-8989-E02A3E3F1635}" srcOrd="0" destOrd="0" parTransId="{B5545F4E-FDC4-43E7-90A4-B91170B80F00}" sibTransId="{7F117703-B181-45C9-A00C-995D7D421F56}"/>
    <dgm:cxn modelId="{E96A9EB0-C8C9-4FDA-A064-850908B0F73C}" srcId="{D6F14941-4478-46D7-8C72-0BCFB98B6DC4}" destId="{93FFD36B-F548-4311-88C2-7AF7FE3A2C58}" srcOrd="1" destOrd="0" parTransId="{3ED366D1-8C6B-4A7E-920D-E9D6401CE48B}" sibTransId="{7C64B117-AF80-48EF-89AA-928F503CD7C7}"/>
    <dgm:cxn modelId="{5E651FE0-2CED-4E32-80A4-88F7C1838C0C}" type="presOf" srcId="{93FFD36B-F548-4311-88C2-7AF7FE3A2C58}" destId="{7AB2139E-2D0F-4A36-BE1D-C94B367A2D8D}" srcOrd="0" destOrd="2" presId="urn:microsoft.com/office/officeart/2005/8/layout/hList1"/>
    <dgm:cxn modelId="{BF23FE94-8F8D-4FF1-AD02-D932DE91CF0B}" type="presParOf" srcId="{50E94BAE-30A9-4611-ABB9-9AC550526E69}" destId="{CDFC36D3-6B0E-4D16-A7E0-22AABA7A4818}" srcOrd="0" destOrd="0" presId="urn:microsoft.com/office/officeart/2005/8/layout/hList1"/>
    <dgm:cxn modelId="{68135FCA-A5D4-41B5-B41D-F5C7CF4357A9}" type="presParOf" srcId="{CDFC36D3-6B0E-4D16-A7E0-22AABA7A4818}" destId="{6F37C80E-180C-4E67-8962-3D674F4215E3}" srcOrd="0" destOrd="0" presId="urn:microsoft.com/office/officeart/2005/8/layout/hList1"/>
    <dgm:cxn modelId="{693EBE67-A79F-46D5-BD72-B54154D0DA21}" type="presParOf" srcId="{CDFC36D3-6B0E-4D16-A7E0-22AABA7A4818}" destId="{C7C72148-6B45-4285-9BCC-C211A5ABB7DC}" srcOrd="1" destOrd="0" presId="urn:microsoft.com/office/officeart/2005/8/layout/hList1"/>
    <dgm:cxn modelId="{D502AB07-553E-44B9-9452-36B29B5ECB1B}" type="presParOf" srcId="{50E94BAE-30A9-4611-ABB9-9AC550526E69}" destId="{5704611A-7CF9-47A2-8262-C091FF100B9E}" srcOrd="1" destOrd="0" presId="urn:microsoft.com/office/officeart/2005/8/layout/hList1"/>
    <dgm:cxn modelId="{2F694B2C-0DD5-471C-9682-15BCD9C5144E}" type="presParOf" srcId="{50E94BAE-30A9-4611-ABB9-9AC550526E69}" destId="{802C74A9-5A1C-4784-B6BA-4D2025C680E3}" srcOrd="2" destOrd="0" presId="urn:microsoft.com/office/officeart/2005/8/layout/hList1"/>
    <dgm:cxn modelId="{53965341-F2A9-401E-B475-3724B0C53EF9}" type="presParOf" srcId="{802C74A9-5A1C-4784-B6BA-4D2025C680E3}" destId="{ACA95356-BDE4-4E83-8E6E-744C9950A7C6}" srcOrd="0" destOrd="0" presId="urn:microsoft.com/office/officeart/2005/8/layout/hList1"/>
    <dgm:cxn modelId="{4562E6B8-3333-4FF2-9AEF-BB10C34ADEF6}" type="presParOf" srcId="{802C74A9-5A1C-4784-B6BA-4D2025C680E3}" destId="{7AB2139E-2D0F-4A36-BE1D-C94B367A2D8D}" srcOrd="1" destOrd="0" presId="urn:microsoft.com/office/officeart/2005/8/layout/hList1"/>
    <dgm:cxn modelId="{0F0A5EE7-5CF4-4AA7-86BE-A7AE591F3E4E}" type="presParOf" srcId="{50E94BAE-30A9-4611-ABB9-9AC550526E69}" destId="{B29AEF9D-7CF9-44E0-846F-B32848DB32C9}" srcOrd="3" destOrd="0" presId="urn:microsoft.com/office/officeart/2005/8/layout/hList1"/>
    <dgm:cxn modelId="{6AE2CBB9-7BAF-4D0D-BEC9-65AD61C2BBFF}" type="presParOf" srcId="{50E94BAE-30A9-4611-ABB9-9AC550526E69}" destId="{6DE19566-AB5A-4401-87A0-477E40554B0A}" srcOrd="4" destOrd="0" presId="urn:microsoft.com/office/officeart/2005/8/layout/hList1"/>
    <dgm:cxn modelId="{5C25AD03-CA47-4FAA-A74B-F90FF8C9536B}" type="presParOf" srcId="{6DE19566-AB5A-4401-87A0-477E40554B0A}" destId="{ED713D96-BE65-4047-AA01-6BA94D32BA76}" srcOrd="0" destOrd="0" presId="urn:microsoft.com/office/officeart/2005/8/layout/hList1"/>
    <dgm:cxn modelId="{313D741D-24A3-4A40-9266-09ED5EE8FA07}" type="presParOf" srcId="{6DE19566-AB5A-4401-87A0-477E40554B0A}" destId="{53F3C498-EDCA-47E3-AA37-5FEA49D390F5}" srcOrd="1" destOrd="0" presId="urn:microsoft.com/office/officeart/2005/8/layout/hList1"/>
    <dgm:cxn modelId="{966BC262-E154-43FF-B29C-5684AD62CC04}" type="presParOf" srcId="{50E94BAE-30A9-4611-ABB9-9AC550526E69}" destId="{ADD50FB8-F981-40DA-8658-2C65AA21DA1D}" srcOrd="5" destOrd="0" presId="urn:microsoft.com/office/officeart/2005/8/layout/hList1"/>
    <dgm:cxn modelId="{A96F38BF-1838-4DC2-939B-1D8BFBB57E86}" type="presParOf" srcId="{50E94BAE-30A9-4611-ABB9-9AC550526E69}" destId="{42FFF6A1-FFE5-40B4-AE23-2004DFA8A04A}" srcOrd="6" destOrd="0" presId="urn:microsoft.com/office/officeart/2005/8/layout/hList1"/>
    <dgm:cxn modelId="{2ACF1089-A0E4-4274-987C-672516780D5A}" type="presParOf" srcId="{42FFF6A1-FFE5-40B4-AE23-2004DFA8A04A}" destId="{47CF5412-BD95-4ACA-8B5A-AB7E09195C3D}" srcOrd="0" destOrd="0" presId="urn:microsoft.com/office/officeart/2005/8/layout/hList1"/>
    <dgm:cxn modelId="{098774E5-07C4-4F97-A720-12FCFE7294BD}" type="presParOf" srcId="{42FFF6A1-FFE5-40B4-AE23-2004DFA8A04A}" destId="{C06C13F0-E76A-40B6-B595-BFF8E9FAE67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37C80E-180C-4E67-8962-3D674F4215E3}">
      <dsp:nvSpPr>
        <dsp:cNvPr id="0" name=""/>
        <dsp:cNvSpPr/>
      </dsp:nvSpPr>
      <dsp:spPr>
        <a:xfrm>
          <a:off x="2778" y="613066"/>
          <a:ext cx="2526237" cy="101049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en-IN" sz="2400" b="1" kern="1200"/>
            <a:t>1. Execution</a:t>
          </a:r>
        </a:p>
      </dsp:txBody>
      <dsp:txXfrm>
        <a:off x="2778" y="613066"/>
        <a:ext cx="2526237" cy="1010495"/>
      </dsp:txXfrm>
    </dsp:sp>
    <dsp:sp modelId="{C7C72148-6B45-4285-9BCC-C211A5ABB7DC}">
      <dsp:nvSpPr>
        <dsp:cNvPr id="0" name=""/>
        <dsp:cNvSpPr/>
      </dsp:nvSpPr>
      <dsp:spPr>
        <a:xfrm>
          <a:off x="2778" y="1623562"/>
          <a:ext cx="2526237" cy="3390074"/>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IN" sz="2000" b="1" kern="1200"/>
            <a:t>Jal Rekha</a:t>
          </a:r>
        </a:p>
        <a:p>
          <a:pPr marL="457200" lvl="2" indent="-228600" algn="l" defTabSz="889000">
            <a:lnSpc>
              <a:spcPct val="90000"/>
            </a:lnSpc>
            <a:spcBef>
              <a:spcPct val="0"/>
            </a:spcBef>
            <a:spcAft>
              <a:spcPct val="15000"/>
            </a:spcAft>
            <a:buChar char="••"/>
          </a:pPr>
          <a:r>
            <a:rPr lang="en-IN" sz="2000" kern="1200" dirty="0"/>
            <a:t>Asset Mapping (</a:t>
          </a:r>
          <a:r>
            <a:rPr lang="en-IN" sz="1600" kern="1200" dirty="0"/>
            <a:t>OHTs, Intake etc</a:t>
          </a:r>
          <a:r>
            <a:rPr lang="en-IN" sz="2000" kern="1200" dirty="0"/>
            <a:t>)</a:t>
          </a:r>
        </a:p>
        <a:p>
          <a:pPr marL="457200" lvl="2" indent="-228600" algn="l" defTabSz="889000">
            <a:lnSpc>
              <a:spcPct val="90000"/>
            </a:lnSpc>
            <a:spcBef>
              <a:spcPct val="0"/>
            </a:spcBef>
            <a:spcAft>
              <a:spcPct val="15000"/>
            </a:spcAft>
            <a:buChar char="••"/>
          </a:pPr>
          <a:r>
            <a:rPr lang="en-IN" sz="2000" kern="1200" dirty="0" err="1"/>
            <a:t>Anushravan</a:t>
          </a:r>
          <a:r>
            <a:rPr lang="en-IN" sz="2000" kern="1200" dirty="0"/>
            <a:t> (</a:t>
          </a:r>
          <a:r>
            <a:rPr lang="en-IN" sz="1600" kern="1200" dirty="0"/>
            <a:t>RFIs</a:t>
          </a:r>
          <a:r>
            <a:rPr lang="en-IN" sz="2000" kern="1200" dirty="0"/>
            <a:t>)</a:t>
          </a:r>
        </a:p>
        <a:p>
          <a:pPr marL="457200" lvl="2" indent="-228600" algn="l" defTabSz="889000">
            <a:lnSpc>
              <a:spcPct val="90000"/>
            </a:lnSpc>
            <a:spcBef>
              <a:spcPct val="0"/>
            </a:spcBef>
            <a:spcAft>
              <a:spcPct val="15000"/>
            </a:spcAft>
            <a:buChar char="••"/>
          </a:pPr>
          <a:r>
            <a:rPr lang="en-IN" sz="2000" kern="1200" dirty="0" err="1"/>
            <a:t>Sahbhagita</a:t>
          </a:r>
          <a:r>
            <a:rPr lang="en-IN" sz="2000" kern="1200" dirty="0"/>
            <a:t> (</a:t>
          </a:r>
          <a:r>
            <a:rPr lang="en-IN" sz="1600" kern="1200" dirty="0"/>
            <a:t>ISAs</a:t>
          </a:r>
          <a:r>
            <a:rPr lang="en-IN" sz="2000" kern="1200" dirty="0"/>
            <a:t>)</a:t>
          </a:r>
        </a:p>
        <a:p>
          <a:pPr marL="457200" lvl="2" indent="-228600" algn="l" defTabSz="889000">
            <a:lnSpc>
              <a:spcPct val="90000"/>
            </a:lnSpc>
            <a:spcBef>
              <a:spcPct val="0"/>
            </a:spcBef>
            <a:spcAft>
              <a:spcPct val="15000"/>
            </a:spcAft>
            <a:buChar char="••"/>
          </a:pPr>
          <a:r>
            <a:rPr lang="en-IN" sz="2000" kern="1200" dirty="0"/>
            <a:t>Sopan</a:t>
          </a:r>
        </a:p>
        <a:p>
          <a:pPr marL="228600" lvl="1" indent="-228600" algn="l" defTabSz="889000">
            <a:lnSpc>
              <a:spcPct val="90000"/>
            </a:lnSpc>
            <a:spcBef>
              <a:spcPct val="0"/>
            </a:spcBef>
            <a:spcAft>
              <a:spcPct val="15000"/>
            </a:spcAft>
            <a:buChar char="••"/>
          </a:pPr>
          <a:r>
            <a:rPr lang="en-IN" sz="2000" b="1" kern="1200" dirty="0" err="1"/>
            <a:t>ePraman</a:t>
          </a:r>
          <a:r>
            <a:rPr lang="en-IN" sz="2000" b="1" kern="1200" dirty="0"/>
            <a:t> (</a:t>
          </a:r>
          <a:r>
            <a:rPr lang="en-IN" sz="2000" b="1" kern="1200" dirty="0" err="1"/>
            <a:t>eMB</a:t>
          </a:r>
          <a:r>
            <a:rPr lang="en-IN" sz="2000" b="1" kern="1200" dirty="0"/>
            <a:t>)</a:t>
          </a:r>
        </a:p>
      </dsp:txBody>
      <dsp:txXfrm>
        <a:off x="2778" y="1623562"/>
        <a:ext cx="2526237" cy="3390074"/>
      </dsp:txXfrm>
    </dsp:sp>
    <dsp:sp modelId="{ACA95356-BDE4-4E83-8E6E-744C9950A7C6}">
      <dsp:nvSpPr>
        <dsp:cNvPr id="0" name=""/>
        <dsp:cNvSpPr/>
      </dsp:nvSpPr>
      <dsp:spPr>
        <a:xfrm>
          <a:off x="2882690" y="613066"/>
          <a:ext cx="2839137" cy="101049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en-IN" sz="2400" b="1" kern="1200"/>
            <a:t>2. O&amp;M</a:t>
          </a:r>
        </a:p>
      </dsp:txBody>
      <dsp:txXfrm>
        <a:off x="2882690" y="613066"/>
        <a:ext cx="2839137" cy="1010495"/>
      </dsp:txXfrm>
    </dsp:sp>
    <dsp:sp modelId="{7AB2139E-2D0F-4A36-BE1D-C94B367A2D8D}">
      <dsp:nvSpPr>
        <dsp:cNvPr id="0" name=""/>
        <dsp:cNvSpPr/>
      </dsp:nvSpPr>
      <dsp:spPr>
        <a:xfrm>
          <a:off x="2882690" y="1623562"/>
          <a:ext cx="2839137" cy="3390074"/>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IN" sz="2000" b="1" kern="1200"/>
            <a:t>Jal Rekha</a:t>
          </a:r>
        </a:p>
        <a:p>
          <a:pPr marL="457200" lvl="2" indent="-228600" algn="l" defTabSz="889000">
            <a:lnSpc>
              <a:spcPct val="90000"/>
            </a:lnSpc>
            <a:spcBef>
              <a:spcPct val="0"/>
            </a:spcBef>
            <a:spcAft>
              <a:spcPct val="15000"/>
            </a:spcAft>
            <a:buChar char="••"/>
          </a:pPr>
          <a:r>
            <a:rPr lang="en-IN" sz="2000" kern="1200" dirty="0"/>
            <a:t>Dhara (</a:t>
          </a:r>
          <a:r>
            <a:rPr lang="en-IN" sz="1600" kern="1200" dirty="0"/>
            <a:t>Water Quantity</a:t>
          </a:r>
          <a:r>
            <a:rPr lang="en-IN" sz="2000" kern="1200" dirty="0"/>
            <a:t>)</a:t>
          </a:r>
        </a:p>
        <a:p>
          <a:pPr marL="457200" lvl="2" indent="-228600" algn="l" defTabSz="889000">
            <a:lnSpc>
              <a:spcPct val="90000"/>
            </a:lnSpc>
            <a:spcBef>
              <a:spcPct val="0"/>
            </a:spcBef>
            <a:spcAft>
              <a:spcPct val="15000"/>
            </a:spcAft>
            <a:buChar char="••"/>
          </a:pPr>
          <a:r>
            <a:rPr lang="en-IN" sz="2000" kern="1200" dirty="0"/>
            <a:t>Nirmal (</a:t>
          </a:r>
          <a:r>
            <a:rPr lang="en-IN" sz="1600" kern="1200" dirty="0"/>
            <a:t>Water Quality</a:t>
          </a:r>
          <a:r>
            <a:rPr lang="en-IN" sz="2000" kern="1200" dirty="0"/>
            <a:t>)</a:t>
          </a:r>
        </a:p>
        <a:p>
          <a:pPr marL="228600" lvl="1" indent="-228600" algn="l" defTabSz="889000">
            <a:lnSpc>
              <a:spcPct val="90000"/>
            </a:lnSpc>
            <a:spcBef>
              <a:spcPct val="0"/>
            </a:spcBef>
            <a:spcAft>
              <a:spcPct val="15000"/>
            </a:spcAft>
            <a:buChar char="••"/>
          </a:pPr>
          <a:r>
            <a:rPr lang="en-IN" sz="2000" b="1" kern="1200"/>
            <a:t>Jal Samadhan</a:t>
          </a:r>
        </a:p>
        <a:p>
          <a:pPr marL="228600" lvl="1" indent="-228600" algn="l" defTabSz="889000">
            <a:lnSpc>
              <a:spcPct val="90000"/>
            </a:lnSpc>
            <a:spcBef>
              <a:spcPct val="0"/>
            </a:spcBef>
            <a:spcAft>
              <a:spcPct val="15000"/>
            </a:spcAft>
            <a:buChar char="••"/>
          </a:pPr>
          <a:r>
            <a:rPr lang="en-IN" sz="2000" b="1" kern="1200"/>
            <a:t>Bharosa</a:t>
          </a:r>
        </a:p>
        <a:p>
          <a:pPr marL="228600" lvl="1" indent="-228600" algn="l" defTabSz="889000">
            <a:lnSpc>
              <a:spcPct val="90000"/>
            </a:lnSpc>
            <a:spcBef>
              <a:spcPct val="0"/>
            </a:spcBef>
            <a:spcAft>
              <a:spcPct val="15000"/>
            </a:spcAft>
            <a:buChar char="••"/>
          </a:pPr>
          <a:r>
            <a:rPr lang="en-IN" sz="2000" b="1" kern="1200"/>
            <a:t>Panchayat Darpan</a:t>
          </a:r>
        </a:p>
        <a:p>
          <a:pPr marL="457200" lvl="2" indent="-228600" algn="l" defTabSz="889000">
            <a:lnSpc>
              <a:spcPct val="90000"/>
            </a:lnSpc>
            <a:spcBef>
              <a:spcPct val="0"/>
            </a:spcBef>
            <a:spcAft>
              <a:spcPct val="15000"/>
            </a:spcAft>
            <a:buChar char="••"/>
          </a:pPr>
          <a:r>
            <a:rPr lang="en-IN" sz="2000" kern="1200"/>
            <a:t>Bulk Water Charges  from GPs</a:t>
          </a:r>
        </a:p>
        <a:p>
          <a:pPr marL="457200" lvl="2" indent="-228600" algn="l" defTabSz="889000">
            <a:lnSpc>
              <a:spcPct val="90000"/>
            </a:lnSpc>
            <a:spcBef>
              <a:spcPct val="0"/>
            </a:spcBef>
            <a:spcAft>
              <a:spcPct val="15000"/>
            </a:spcAft>
            <a:buChar char="••"/>
          </a:pPr>
          <a:r>
            <a:rPr lang="en-IN" sz="2000" kern="1200"/>
            <a:t>Water User Charges from Citizens</a:t>
          </a:r>
        </a:p>
      </dsp:txBody>
      <dsp:txXfrm>
        <a:off x="2882690" y="1623562"/>
        <a:ext cx="2839137" cy="3390074"/>
      </dsp:txXfrm>
    </dsp:sp>
    <dsp:sp modelId="{ED713D96-BE65-4047-AA01-6BA94D32BA76}">
      <dsp:nvSpPr>
        <dsp:cNvPr id="0" name=""/>
        <dsp:cNvSpPr/>
      </dsp:nvSpPr>
      <dsp:spPr>
        <a:xfrm>
          <a:off x="6075501" y="613066"/>
          <a:ext cx="2526237" cy="101049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en-IN" sz="2400" b="1" kern="1200"/>
            <a:t>3. Personnel </a:t>
          </a:r>
        </a:p>
        <a:p>
          <a:pPr lvl="0" algn="ctr" defTabSz="1066800">
            <a:lnSpc>
              <a:spcPct val="90000"/>
            </a:lnSpc>
            <a:spcBef>
              <a:spcPct val="0"/>
            </a:spcBef>
            <a:spcAft>
              <a:spcPct val="35000"/>
            </a:spcAft>
          </a:pPr>
          <a:r>
            <a:rPr lang="en-IN" sz="2400" b="1" kern="1200"/>
            <a:t>(HR Mgmt.)</a:t>
          </a:r>
        </a:p>
      </dsp:txBody>
      <dsp:txXfrm>
        <a:off x="6075501" y="613066"/>
        <a:ext cx="2526237" cy="1010495"/>
      </dsp:txXfrm>
    </dsp:sp>
    <dsp:sp modelId="{53F3C498-EDCA-47E3-AA37-5FEA49D390F5}">
      <dsp:nvSpPr>
        <dsp:cNvPr id="0" name=""/>
        <dsp:cNvSpPr/>
      </dsp:nvSpPr>
      <dsp:spPr>
        <a:xfrm>
          <a:off x="6075501" y="1623562"/>
          <a:ext cx="2526237" cy="3390074"/>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IN" sz="2000" b="1" kern="1200" dirty="0" err="1"/>
            <a:t>ePrabandhan</a:t>
          </a:r>
          <a:endParaRPr lang="en-IN" sz="2000" b="1" kern="1200" dirty="0"/>
        </a:p>
        <a:p>
          <a:pPr marL="228600" lvl="1" indent="-228600" algn="l" defTabSz="889000">
            <a:lnSpc>
              <a:spcPct val="90000"/>
            </a:lnSpc>
            <a:spcBef>
              <a:spcPct val="0"/>
            </a:spcBef>
            <a:spcAft>
              <a:spcPct val="15000"/>
            </a:spcAft>
            <a:buChar char="••"/>
          </a:pPr>
          <a:r>
            <a:rPr lang="en-IN" sz="2000" b="1" kern="1200" dirty="0"/>
            <a:t>SARTHAK</a:t>
          </a:r>
        </a:p>
      </dsp:txBody>
      <dsp:txXfrm>
        <a:off x="6075501" y="1623562"/>
        <a:ext cx="2526237" cy="3390074"/>
      </dsp:txXfrm>
    </dsp:sp>
    <dsp:sp modelId="{47CF5412-BD95-4ACA-8B5A-AB7E09195C3D}">
      <dsp:nvSpPr>
        <dsp:cNvPr id="0" name=""/>
        <dsp:cNvSpPr/>
      </dsp:nvSpPr>
      <dsp:spPr>
        <a:xfrm>
          <a:off x="8955412" y="613066"/>
          <a:ext cx="2526237" cy="101049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en-IN" sz="2400" b="1" kern="1200"/>
            <a:t>4. General</a:t>
          </a:r>
        </a:p>
      </dsp:txBody>
      <dsp:txXfrm>
        <a:off x="8955412" y="613066"/>
        <a:ext cx="2526237" cy="1010495"/>
      </dsp:txXfrm>
    </dsp:sp>
    <dsp:sp modelId="{C06C13F0-E76A-40B6-B595-BFF8E9FAE674}">
      <dsp:nvSpPr>
        <dsp:cNvPr id="0" name=""/>
        <dsp:cNvSpPr/>
      </dsp:nvSpPr>
      <dsp:spPr>
        <a:xfrm>
          <a:off x="8955412" y="1623562"/>
          <a:ext cx="2526237" cy="3390074"/>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IN" sz="2000" b="1" kern="1200"/>
            <a:t>Jal </a:t>
          </a:r>
          <a:r>
            <a:rPr lang="en-IN" sz="2000" b="1" kern="1200" err="1"/>
            <a:t>Samagra</a:t>
          </a:r>
          <a:endParaRPr lang="en-IN" sz="2000" b="1" kern="1200"/>
        </a:p>
        <a:p>
          <a:pPr marL="228600" lvl="1" indent="-228600" algn="l" defTabSz="889000">
            <a:lnSpc>
              <a:spcPct val="90000"/>
            </a:lnSpc>
            <a:spcBef>
              <a:spcPct val="0"/>
            </a:spcBef>
            <a:spcAft>
              <a:spcPct val="15000"/>
            </a:spcAft>
            <a:buChar char="••"/>
          </a:pPr>
          <a:r>
            <a:rPr lang="en-IN" sz="2000" b="1" kern="1200" dirty="0"/>
            <a:t>E-Office</a:t>
          </a:r>
        </a:p>
      </dsp:txBody>
      <dsp:txXfrm>
        <a:off x="8955412" y="1623562"/>
        <a:ext cx="2526237" cy="3390074"/>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8"/>
            <a:ext cx="3077739" cy="513508"/>
          </a:xfrm>
          <a:prstGeom prst="rect">
            <a:avLst/>
          </a:prstGeom>
        </p:spPr>
        <p:txBody>
          <a:bodyPr vert="horz" lIns="94699" tIns="47350" rIns="94699" bIns="47350" rtlCol="0"/>
          <a:lstStyle>
            <a:lvl1pPr algn="l">
              <a:defRPr sz="1200"/>
            </a:lvl1pPr>
          </a:lstStyle>
          <a:p>
            <a:endParaRPr lang="en-IN"/>
          </a:p>
        </p:txBody>
      </p:sp>
      <p:sp>
        <p:nvSpPr>
          <p:cNvPr id="3" name="Date Placeholder 2"/>
          <p:cNvSpPr>
            <a:spLocks noGrp="1"/>
          </p:cNvSpPr>
          <p:nvPr>
            <p:ph type="dt" idx="1"/>
          </p:nvPr>
        </p:nvSpPr>
        <p:spPr>
          <a:xfrm>
            <a:off x="4023094" y="8"/>
            <a:ext cx="3077739" cy="513508"/>
          </a:xfrm>
          <a:prstGeom prst="rect">
            <a:avLst/>
          </a:prstGeom>
        </p:spPr>
        <p:txBody>
          <a:bodyPr vert="horz" lIns="94699" tIns="47350" rIns="94699" bIns="47350" rtlCol="0"/>
          <a:lstStyle>
            <a:lvl1pPr algn="r">
              <a:defRPr sz="1200"/>
            </a:lvl1pPr>
          </a:lstStyle>
          <a:p>
            <a:fld id="{E73B7EAE-A438-4338-B26C-6D1B3734B133}" type="datetimeFigureOut">
              <a:rPr lang="en-IN" smtClean="0"/>
              <a:t>14-02-2026</a:t>
            </a:fld>
            <a:endParaRPr lang="en-IN"/>
          </a:p>
        </p:txBody>
      </p:sp>
      <p:sp>
        <p:nvSpPr>
          <p:cNvPr id="4" name="Slide Image Placeholder 3"/>
          <p:cNvSpPr>
            <a:spLocks noGrp="1" noRot="1" noChangeAspect="1"/>
          </p:cNvSpPr>
          <p:nvPr>
            <p:ph type="sldImg" idx="2"/>
          </p:nvPr>
        </p:nvSpPr>
        <p:spPr>
          <a:xfrm>
            <a:off x="479425" y="1279525"/>
            <a:ext cx="6143625" cy="3455988"/>
          </a:xfrm>
          <a:prstGeom prst="rect">
            <a:avLst/>
          </a:prstGeom>
          <a:noFill/>
          <a:ln w="12700">
            <a:solidFill>
              <a:prstClr val="black"/>
            </a:solidFill>
          </a:ln>
        </p:spPr>
        <p:txBody>
          <a:bodyPr vert="horz" lIns="94699" tIns="47350" rIns="94699" bIns="47350" rtlCol="0" anchor="ctr"/>
          <a:lstStyle/>
          <a:p>
            <a:endParaRPr lang="en-IN"/>
          </a:p>
        </p:txBody>
      </p:sp>
      <p:sp>
        <p:nvSpPr>
          <p:cNvPr id="5" name="Notes Placeholder 4"/>
          <p:cNvSpPr>
            <a:spLocks noGrp="1"/>
          </p:cNvSpPr>
          <p:nvPr>
            <p:ph type="body" sz="quarter" idx="3"/>
          </p:nvPr>
        </p:nvSpPr>
        <p:spPr>
          <a:xfrm>
            <a:off x="710248" y="4925411"/>
            <a:ext cx="5681980" cy="4029879"/>
          </a:xfrm>
          <a:prstGeom prst="rect">
            <a:avLst/>
          </a:prstGeom>
        </p:spPr>
        <p:txBody>
          <a:bodyPr vert="horz" lIns="94699" tIns="47350" rIns="94699" bIns="4735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3" y="9721108"/>
            <a:ext cx="3077739" cy="513507"/>
          </a:xfrm>
          <a:prstGeom prst="rect">
            <a:avLst/>
          </a:prstGeom>
        </p:spPr>
        <p:txBody>
          <a:bodyPr vert="horz" lIns="94699" tIns="47350" rIns="94699" bIns="47350" rtlCol="0" anchor="b"/>
          <a:lstStyle>
            <a:lvl1pPr algn="l">
              <a:defRPr sz="1200"/>
            </a:lvl1pPr>
          </a:lstStyle>
          <a:p>
            <a:endParaRPr lang="en-IN"/>
          </a:p>
        </p:txBody>
      </p:sp>
      <p:sp>
        <p:nvSpPr>
          <p:cNvPr id="7" name="Slide Number Placeholder 6"/>
          <p:cNvSpPr>
            <a:spLocks noGrp="1"/>
          </p:cNvSpPr>
          <p:nvPr>
            <p:ph type="sldNum" sz="quarter" idx="5"/>
          </p:nvPr>
        </p:nvSpPr>
        <p:spPr>
          <a:xfrm>
            <a:off x="4023094" y="9721108"/>
            <a:ext cx="3077739" cy="513507"/>
          </a:xfrm>
          <a:prstGeom prst="rect">
            <a:avLst/>
          </a:prstGeom>
        </p:spPr>
        <p:txBody>
          <a:bodyPr vert="horz" lIns="94699" tIns="47350" rIns="94699" bIns="47350" rtlCol="0" anchor="b"/>
          <a:lstStyle>
            <a:lvl1pPr algn="r">
              <a:defRPr sz="1200"/>
            </a:lvl1pPr>
          </a:lstStyle>
          <a:p>
            <a:fld id="{98760BA9-200D-4D85-B7FE-48D300FCD901}" type="slidenum">
              <a:rPr lang="en-IN" smtClean="0"/>
              <a:t>‹#›</a:t>
            </a:fld>
            <a:endParaRPr lang="en-IN"/>
          </a:p>
        </p:txBody>
      </p:sp>
    </p:spTree>
    <p:extLst>
      <p:ext uri="{BB962C8B-B14F-4D97-AF65-F5344CB8AC3E}">
        <p14:creationId xmlns:p14="http://schemas.microsoft.com/office/powerpoint/2010/main" val="3684979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101600" y="750888"/>
            <a:ext cx="6683375" cy="3759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688658" y="4758894"/>
            <a:ext cx="5509260" cy="4508421"/>
          </a:xfrm>
          <a:prstGeom prst="rect">
            <a:avLst/>
          </a:prstGeom>
          <a:noFill/>
          <a:ln>
            <a:noFill/>
          </a:ln>
        </p:spPr>
        <p:txBody>
          <a:bodyPr spcFirstLastPara="1" wrap="square" lIns="93036" tIns="93036" rIns="93036" bIns="93036" anchor="t" anchorCtr="0">
            <a:noAutofit/>
          </a:bodyPr>
          <a:lstStyle/>
          <a:p>
            <a:pPr marL="465261" indent="-232631">
              <a:buSzPts val="1100"/>
            </a:pPr>
            <a:endParaRPr/>
          </a:p>
        </p:txBody>
      </p:sp>
    </p:spTree>
    <p:extLst>
      <p:ext uri="{BB962C8B-B14F-4D97-AF65-F5344CB8AC3E}">
        <p14:creationId xmlns:p14="http://schemas.microsoft.com/office/powerpoint/2010/main" val="3492593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138113" y="766763"/>
            <a:ext cx="6826250" cy="384016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710248" y="4861443"/>
            <a:ext cx="5681980" cy="4605576"/>
          </a:xfrm>
          <a:prstGeom prst="rect">
            <a:avLst/>
          </a:prstGeom>
          <a:noFill/>
          <a:ln>
            <a:noFill/>
          </a:ln>
        </p:spPr>
        <p:txBody>
          <a:bodyPr spcFirstLastPara="1" wrap="square" lIns="95460" tIns="95460" rIns="95460" bIns="95460" anchor="t" anchorCtr="0">
            <a:noAutofit/>
          </a:bodyPr>
          <a:lstStyle/>
          <a:p>
            <a:pPr marL="477380" indent="-238690">
              <a:buSzPts val="1100"/>
            </a:pPr>
            <a:endParaRPr/>
          </a:p>
        </p:txBody>
      </p:sp>
    </p:spTree>
    <p:extLst>
      <p:ext uri="{BB962C8B-B14F-4D97-AF65-F5344CB8AC3E}">
        <p14:creationId xmlns:p14="http://schemas.microsoft.com/office/powerpoint/2010/main" val="27771275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101600" y="750888"/>
            <a:ext cx="6683375" cy="3759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688658" y="4758894"/>
            <a:ext cx="5509260" cy="4508421"/>
          </a:xfrm>
          <a:prstGeom prst="rect">
            <a:avLst/>
          </a:prstGeom>
          <a:noFill/>
          <a:ln>
            <a:noFill/>
          </a:ln>
        </p:spPr>
        <p:txBody>
          <a:bodyPr spcFirstLastPara="1" wrap="square" lIns="93036" tIns="93036" rIns="93036" bIns="93036" anchor="t" anchorCtr="0">
            <a:noAutofit/>
          </a:bodyPr>
          <a:lstStyle/>
          <a:p>
            <a:pPr marL="465261" indent="-232631">
              <a:buSzPts val="1100"/>
            </a:pPr>
            <a:endParaRPr/>
          </a:p>
        </p:txBody>
      </p:sp>
    </p:spTree>
    <p:extLst>
      <p:ext uri="{BB962C8B-B14F-4D97-AF65-F5344CB8AC3E}">
        <p14:creationId xmlns:p14="http://schemas.microsoft.com/office/powerpoint/2010/main" val="3788042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C3FF893-9F75-4377-8E77-B4B9D354E4D4}" type="slidenum">
              <a:rPr lang="en-IN" smtClean="0"/>
              <a:pPr/>
              <a:t>6</a:t>
            </a:fld>
            <a:endParaRPr lang="en-IN"/>
          </a:p>
        </p:txBody>
      </p:sp>
    </p:spTree>
    <p:extLst>
      <p:ext uri="{BB962C8B-B14F-4D97-AF65-F5344CB8AC3E}">
        <p14:creationId xmlns:p14="http://schemas.microsoft.com/office/powerpoint/2010/main" val="41476301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C3FF893-9F75-4377-8E77-B4B9D354E4D4}" type="slidenum">
              <a:rPr lang="en-IN" smtClean="0"/>
              <a:pPr/>
              <a:t>9</a:t>
            </a:fld>
            <a:endParaRPr lang="en-IN"/>
          </a:p>
        </p:txBody>
      </p:sp>
    </p:spTree>
    <p:extLst>
      <p:ext uri="{BB962C8B-B14F-4D97-AF65-F5344CB8AC3E}">
        <p14:creationId xmlns:p14="http://schemas.microsoft.com/office/powerpoint/2010/main" val="41932167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C3FF893-9F75-4377-8E77-B4B9D354E4D4}" type="slidenum">
              <a:rPr lang="en-IN" smtClean="0"/>
              <a:pPr/>
              <a:t>16</a:t>
            </a:fld>
            <a:endParaRPr lang="en-IN"/>
          </a:p>
        </p:txBody>
      </p:sp>
    </p:spTree>
    <p:extLst>
      <p:ext uri="{BB962C8B-B14F-4D97-AF65-F5344CB8AC3E}">
        <p14:creationId xmlns:p14="http://schemas.microsoft.com/office/powerpoint/2010/main" val="14647891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17</a:t>
            </a:fld>
            <a:endParaRPr lang="en-US"/>
          </a:p>
        </p:txBody>
      </p:sp>
    </p:spTree>
    <p:extLst>
      <p:ext uri="{BB962C8B-B14F-4D97-AF65-F5344CB8AC3E}">
        <p14:creationId xmlns:p14="http://schemas.microsoft.com/office/powerpoint/2010/main" val="31734949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3297B40-D132-7649-E47F-B0AA9434FCD2}"/>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09A49B23-2E83-0202-2D50-2D63818B1379}"/>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5A83131A-2F83-E5F4-A516-A0BF0B237E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 xmlns:a16="http://schemas.microsoft.com/office/drawing/2014/main" id="{10E01186-A4E8-55F4-7168-EB13F2920A36}"/>
              </a:ext>
            </a:extLst>
          </p:cNvPr>
          <p:cNvSpPr>
            <a:spLocks noGrp="1"/>
          </p:cNvSpPr>
          <p:nvPr>
            <p:ph type="sldNum" sz="quarter" idx="5"/>
          </p:nvPr>
        </p:nvSpPr>
        <p:spPr/>
        <p:txBody>
          <a:bodyPr/>
          <a:lstStyle/>
          <a:p>
            <a:fld id="{9957E4E8-25E5-457C-8945-F1861A7AD405}" type="slidenum">
              <a:rPr lang="en-US" smtClean="0"/>
              <a:t>18</a:t>
            </a:fld>
            <a:endParaRPr lang="en-US"/>
          </a:p>
        </p:txBody>
      </p:sp>
    </p:spTree>
    <p:extLst>
      <p:ext uri="{BB962C8B-B14F-4D97-AF65-F5344CB8AC3E}">
        <p14:creationId xmlns:p14="http://schemas.microsoft.com/office/powerpoint/2010/main" val="21890447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79006CC-47DF-7FB5-53BD-DEE4F6F7484D}"/>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8541FBB9-79EE-0824-9E01-473271A01A3E}"/>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7DBD0D15-BC08-ADE2-95D5-DB1F0FAFE00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 xmlns:a16="http://schemas.microsoft.com/office/drawing/2014/main" id="{1A6AC6B0-D533-0201-735B-68F724F25B2A}"/>
              </a:ext>
            </a:extLst>
          </p:cNvPr>
          <p:cNvSpPr>
            <a:spLocks noGrp="1"/>
          </p:cNvSpPr>
          <p:nvPr>
            <p:ph type="sldNum" sz="quarter" idx="5"/>
          </p:nvPr>
        </p:nvSpPr>
        <p:spPr/>
        <p:txBody>
          <a:bodyPr/>
          <a:lstStyle/>
          <a:p>
            <a:fld id="{9957E4E8-25E5-457C-8945-F1861A7AD405}" type="slidenum">
              <a:rPr lang="en-US" smtClean="0"/>
              <a:t>19</a:t>
            </a:fld>
            <a:endParaRPr lang="en-US"/>
          </a:p>
        </p:txBody>
      </p:sp>
    </p:spTree>
    <p:extLst>
      <p:ext uri="{BB962C8B-B14F-4D97-AF65-F5344CB8AC3E}">
        <p14:creationId xmlns:p14="http://schemas.microsoft.com/office/powerpoint/2010/main" val="35798512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DC19035-B454-8D32-7CE3-5107EDCF7B1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51C75983-0C78-867E-CE0A-9CAF0DC22B5C}"/>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8DC7C1AC-7A6A-526A-7B66-A091629C31E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 xmlns:a16="http://schemas.microsoft.com/office/drawing/2014/main" id="{42B024BF-A5DB-129B-4096-5AD4EAEABEF9}"/>
              </a:ext>
            </a:extLst>
          </p:cNvPr>
          <p:cNvSpPr>
            <a:spLocks noGrp="1"/>
          </p:cNvSpPr>
          <p:nvPr>
            <p:ph type="sldNum" sz="quarter" idx="5"/>
          </p:nvPr>
        </p:nvSpPr>
        <p:spPr/>
        <p:txBody>
          <a:bodyPr/>
          <a:lstStyle/>
          <a:p>
            <a:fld id="{DC3FF893-9F75-4377-8E77-B4B9D354E4D4}" type="slidenum">
              <a:rPr lang="en-IN" smtClean="0"/>
              <a:pPr/>
              <a:t>20</a:t>
            </a:fld>
            <a:endParaRPr lang="en-IN"/>
          </a:p>
        </p:txBody>
      </p:sp>
    </p:spTree>
    <p:extLst>
      <p:ext uri="{BB962C8B-B14F-4D97-AF65-F5344CB8AC3E}">
        <p14:creationId xmlns:p14="http://schemas.microsoft.com/office/powerpoint/2010/main" val="6143305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DE860D4-28A2-B915-5994-BC7055462279}"/>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1024A902-FF66-D227-588D-C5CEBF8AE0D5}"/>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14FDA7DE-18C1-1784-87C1-FFBD70B7AB5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 xmlns:a16="http://schemas.microsoft.com/office/drawing/2014/main" id="{DE77DB34-8E5D-9FDD-0E21-30EFF2350899}"/>
              </a:ext>
            </a:extLst>
          </p:cNvPr>
          <p:cNvSpPr>
            <a:spLocks noGrp="1"/>
          </p:cNvSpPr>
          <p:nvPr>
            <p:ph type="sldNum" sz="quarter" idx="5"/>
          </p:nvPr>
        </p:nvSpPr>
        <p:spPr/>
        <p:txBody>
          <a:bodyPr/>
          <a:lstStyle/>
          <a:p>
            <a:fld id="{9957E4E8-25E5-457C-8945-F1861A7AD405}" type="slidenum">
              <a:rPr lang="en-US" smtClean="0"/>
              <a:t>21</a:t>
            </a:fld>
            <a:endParaRPr lang="en-US"/>
          </a:p>
        </p:txBody>
      </p:sp>
    </p:spTree>
    <p:extLst>
      <p:ext uri="{BB962C8B-B14F-4D97-AF65-F5344CB8AC3E}">
        <p14:creationId xmlns:p14="http://schemas.microsoft.com/office/powerpoint/2010/main" val="13539797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DE860D4-28A2-B915-5994-BC7055462279}"/>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1024A902-FF66-D227-588D-C5CEBF8AE0D5}"/>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14FDA7DE-18C1-1784-87C1-FFBD70B7AB5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 xmlns:a16="http://schemas.microsoft.com/office/drawing/2014/main" id="{DE77DB34-8E5D-9FDD-0E21-30EFF2350899}"/>
              </a:ext>
            </a:extLst>
          </p:cNvPr>
          <p:cNvSpPr>
            <a:spLocks noGrp="1"/>
          </p:cNvSpPr>
          <p:nvPr>
            <p:ph type="sldNum" sz="quarter" idx="5"/>
          </p:nvPr>
        </p:nvSpPr>
        <p:spPr/>
        <p:txBody>
          <a:bodyPr/>
          <a:lstStyle/>
          <a:p>
            <a:fld id="{9957E4E8-25E5-457C-8945-F1861A7AD405}" type="slidenum">
              <a:rPr lang="en-US" smtClean="0"/>
              <a:t>24</a:t>
            </a:fld>
            <a:endParaRPr lang="en-US"/>
          </a:p>
        </p:txBody>
      </p:sp>
    </p:spTree>
    <p:extLst>
      <p:ext uri="{BB962C8B-B14F-4D97-AF65-F5344CB8AC3E}">
        <p14:creationId xmlns:p14="http://schemas.microsoft.com/office/powerpoint/2010/main" val="3537275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DE860D4-28A2-B915-5994-BC7055462279}"/>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1024A902-FF66-D227-588D-C5CEBF8AE0D5}"/>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14FDA7DE-18C1-1784-87C1-FFBD70B7AB5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 xmlns:a16="http://schemas.microsoft.com/office/drawing/2014/main" id="{DE77DB34-8E5D-9FDD-0E21-30EFF2350899}"/>
              </a:ext>
            </a:extLst>
          </p:cNvPr>
          <p:cNvSpPr>
            <a:spLocks noGrp="1"/>
          </p:cNvSpPr>
          <p:nvPr>
            <p:ph type="sldNum" sz="quarter" idx="5"/>
          </p:nvPr>
        </p:nvSpPr>
        <p:spPr/>
        <p:txBody>
          <a:bodyPr/>
          <a:lstStyle/>
          <a:p>
            <a:fld id="{9957E4E8-25E5-457C-8945-F1861A7AD405}" type="slidenum">
              <a:rPr lang="en-US" smtClean="0"/>
              <a:t>25</a:t>
            </a:fld>
            <a:endParaRPr lang="en-US"/>
          </a:p>
        </p:txBody>
      </p:sp>
    </p:spTree>
    <p:extLst>
      <p:ext uri="{BB962C8B-B14F-4D97-AF65-F5344CB8AC3E}">
        <p14:creationId xmlns:p14="http://schemas.microsoft.com/office/powerpoint/2010/main" val="29167787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F079193-F6D5-3B7B-10C1-FEFF3E5CA476}"/>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0F5D10F7-C942-A50E-8331-49D6E05AC16E}"/>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17F7D227-EF2F-D5E1-6DE8-E6E794B2741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 xmlns:a16="http://schemas.microsoft.com/office/drawing/2014/main" id="{2437E57A-4C2A-9DCF-EB3B-CCDDFF33AC1B}"/>
              </a:ext>
            </a:extLst>
          </p:cNvPr>
          <p:cNvSpPr>
            <a:spLocks noGrp="1"/>
          </p:cNvSpPr>
          <p:nvPr>
            <p:ph type="sldNum" sz="quarter" idx="5"/>
          </p:nvPr>
        </p:nvSpPr>
        <p:spPr/>
        <p:txBody>
          <a:bodyPr/>
          <a:lstStyle/>
          <a:p>
            <a:pPr defTabSz="900990">
              <a:defRPr/>
            </a:pPr>
            <a:fld id="{36A20A92-1CD3-4E5D-A389-D5985C4B318D}" type="slidenum">
              <a:rPr lang="en-IN">
                <a:solidFill>
                  <a:prstClr val="black"/>
                </a:solidFill>
                <a:latin typeface="Calibri" panose="020F0502020204030204"/>
              </a:rPr>
              <a:pPr defTabSz="900990">
                <a:defRPr/>
              </a:pPr>
              <a:t>28</a:t>
            </a:fld>
            <a:endParaRPr lang="en-IN">
              <a:solidFill>
                <a:prstClr val="black"/>
              </a:solidFill>
              <a:latin typeface="Calibri" panose="020F0502020204030204"/>
            </a:endParaRPr>
          </a:p>
        </p:txBody>
      </p:sp>
    </p:spTree>
    <p:extLst>
      <p:ext uri="{BB962C8B-B14F-4D97-AF65-F5344CB8AC3E}">
        <p14:creationId xmlns:p14="http://schemas.microsoft.com/office/powerpoint/2010/main" val="851367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76552F-3F81-FAD2-D3B4-6AB87CAF65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D7E2EC28-81E1-6B55-B715-05B0F82C3E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362A025B-8865-0911-10BC-FBADF9D7A6F6}"/>
              </a:ext>
            </a:extLst>
          </p:cNvPr>
          <p:cNvSpPr>
            <a:spLocks noGrp="1"/>
          </p:cNvSpPr>
          <p:nvPr>
            <p:ph type="dt" sz="half" idx="10"/>
          </p:nvPr>
        </p:nvSpPr>
        <p:spPr/>
        <p:txBody>
          <a:bodyPr/>
          <a:lstStyle/>
          <a:p>
            <a:fld id="{3D1D91EE-2DFF-41AD-A170-572CC2ED5E04}" type="datetime1">
              <a:rPr lang="en-IN" smtClean="0"/>
              <a:t>14-02-2026</a:t>
            </a:fld>
            <a:endParaRPr lang="en-IN"/>
          </a:p>
        </p:txBody>
      </p:sp>
      <p:sp>
        <p:nvSpPr>
          <p:cNvPr id="5" name="Footer Placeholder 4">
            <a:extLst>
              <a:ext uri="{FF2B5EF4-FFF2-40B4-BE49-F238E27FC236}">
                <a16:creationId xmlns="" xmlns:a16="http://schemas.microsoft.com/office/drawing/2014/main" id="{BB720225-7567-5734-637D-F03C4D041D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331EF559-8BFE-CD47-85E7-7FBE2ACABAC7}"/>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310493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9364D9A-01C6-91AA-447A-756FEEB2EA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A218685A-7252-C7C3-50A8-4697BBF082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5991FF24-E9EF-CAF1-1985-79D6C7C636A0}"/>
              </a:ext>
            </a:extLst>
          </p:cNvPr>
          <p:cNvSpPr>
            <a:spLocks noGrp="1"/>
          </p:cNvSpPr>
          <p:nvPr>
            <p:ph type="dt" sz="half" idx="10"/>
          </p:nvPr>
        </p:nvSpPr>
        <p:spPr/>
        <p:txBody>
          <a:bodyPr/>
          <a:lstStyle/>
          <a:p>
            <a:fld id="{AB7FCA1B-60D4-457E-B157-6327685ED13F}" type="datetime1">
              <a:rPr lang="en-IN" smtClean="0"/>
              <a:t>14-02-2026</a:t>
            </a:fld>
            <a:endParaRPr lang="en-IN"/>
          </a:p>
        </p:txBody>
      </p:sp>
      <p:sp>
        <p:nvSpPr>
          <p:cNvPr id="5" name="Footer Placeholder 4">
            <a:extLst>
              <a:ext uri="{FF2B5EF4-FFF2-40B4-BE49-F238E27FC236}">
                <a16:creationId xmlns="" xmlns:a16="http://schemas.microsoft.com/office/drawing/2014/main" id="{BD7BD54A-AC63-86F0-13DF-D864119778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5DEFA53B-05BC-FD6D-91DB-20251C31915D}"/>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2082225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16C644F-A2D8-F47E-11A8-9D42202986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17B8AA9C-7447-90D4-A0EE-386CC8EA30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DE19876D-0D18-AEB0-AEA1-2400087FF250}"/>
              </a:ext>
            </a:extLst>
          </p:cNvPr>
          <p:cNvSpPr>
            <a:spLocks noGrp="1"/>
          </p:cNvSpPr>
          <p:nvPr>
            <p:ph type="dt" sz="half" idx="10"/>
          </p:nvPr>
        </p:nvSpPr>
        <p:spPr/>
        <p:txBody>
          <a:bodyPr/>
          <a:lstStyle/>
          <a:p>
            <a:fld id="{211A45BC-1E7F-4A61-8C84-B14AEB99D9AE}" type="datetime1">
              <a:rPr lang="en-IN" smtClean="0"/>
              <a:t>14-02-2026</a:t>
            </a:fld>
            <a:endParaRPr lang="en-IN"/>
          </a:p>
        </p:txBody>
      </p:sp>
      <p:sp>
        <p:nvSpPr>
          <p:cNvPr id="5" name="Footer Placeholder 4">
            <a:extLst>
              <a:ext uri="{FF2B5EF4-FFF2-40B4-BE49-F238E27FC236}">
                <a16:creationId xmlns="" xmlns:a16="http://schemas.microsoft.com/office/drawing/2014/main" id="{B35091B6-07C0-6DC8-7DBD-635D87274A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29ED409C-1048-2FD9-736E-20D19EB7B031}"/>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3927476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004DD5E-1EF6-179A-7B1A-A39FB008043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30E2786C-D182-C8B3-40EA-DE9BD6E803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AE05C5B6-6AE9-ED82-6C0D-365BA06309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F301B9CD-9EF7-42AD-4B19-933A39CA39AF}"/>
              </a:ext>
            </a:extLst>
          </p:cNvPr>
          <p:cNvSpPr>
            <a:spLocks noGrp="1"/>
          </p:cNvSpPr>
          <p:nvPr>
            <p:ph type="dt" sz="half" idx="10"/>
          </p:nvPr>
        </p:nvSpPr>
        <p:spPr/>
        <p:txBody>
          <a:bodyPr/>
          <a:lstStyle/>
          <a:p>
            <a:fld id="{61C0EBAB-669F-463F-AF2C-5D1879956535}" type="datetime1">
              <a:rPr lang="en-IN" smtClean="0"/>
              <a:t>14-02-2026</a:t>
            </a:fld>
            <a:endParaRPr lang="en-IN"/>
          </a:p>
        </p:txBody>
      </p:sp>
      <p:sp>
        <p:nvSpPr>
          <p:cNvPr id="6" name="Footer Placeholder 5">
            <a:extLst>
              <a:ext uri="{FF2B5EF4-FFF2-40B4-BE49-F238E27FC236}">
                <a16:creationId xmlns="" xmlns:a16="http://schemas.microsoft.com/office/drawing/2014/main" id="{0801C26E-D4DD-E007-340C-B2C782C292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CCF98575-1332-6E38-B708-01C47033A6BE}"/>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1885555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0338BD9-C4D9-0D9C-64C2-6411907EE58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0F88BE1C-148B-9301-E7D1-308A49302E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193DC229-F39E-FF3D-8097-D61A374B1E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E68CF183-9010-1A80-7097-9E7DED6357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99F96119-1AF7-0817-F1AD-6111DAC7AA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2A92E2F5-F11F-CF1B-C025-883EDA7B4299}"/>
              </a:ext>
            </a:extLst>
          </p:cNvPr>
          <p:cNvSpPr>
            <a:spLocks noGrp="1"/>
          </p:cNvSpPr>
          <p:nvPr>
            <p:ph type="dt" sz="half" idx="10"/>
          </p:nvPr>
        </p:nvSpPr>
        <p:spPr/>
        <p:txBody>
          <a:bodyPr/>
          <a:lstStyle/>
          <a:p>
            <a:fld id="{CE220804-BE94-4936-BC21-33DDDC3D310E}" type="datetime1">
              <a:rPr lang="en-IN" smtClean="0"/>
              <a:t>14-02-2026</a:t>
            </a:fld>
            <a:endParaRPr lang="en-IN"/>
          </a:p>
        </p:txBody>
      </p:sp>
      <p:sp>
        <p:nvSpPr>
          <p:cNvPr id="8" name="Footer Placeholder 7">
            <a:extLst>
              <a:ext uri="{FF2B5EF4-FFF2-40B4-BE49-F238E27FC236}">
                <a16:creationId xmlns="" xmlns:a16="http://schemas.microsoft.com/office/drawing/2014/main" id="{9CAF57BB-ACD7-22C2-1222-3F1A66D58EA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3D07B6FF-C92A-3014-4363-22FD06CDB713}"/>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3749903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4803782-E7BA-F582-AF2A-8C68C611C5E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DB4E94A1-A415-13F0-B406-C06EEDE68060}"/>
              </a:ext>
            </a:extLst>
          </p:cNvPr>
          <p:cNvSpPr>
            <a:spLocks noGrp="1"/>
          </p:cNvSpPr>
          <p:nvPr>
            <p:ph type="dt" sz="half" idx="10"/>
          </p:nvPr>
        </p:nvSpPr>
        <p:spPr/>
        <p:txBody>
          <a:bodyPr/>
          <a:lstStyle/>
          <a:p>
            <a:fld id="{B6096349-4A11-4A70-8F20-94D56C6EA44F}" type="datetime1">
              <a:rPr lang="en-IN" smtClean="0"/>
              <a:t>14-02-2026</a:t>
            </a:fld>
            <a:endParaRPr lang="en-IN"/>
          </a:p>
        </p:txBody>
      </p:sp>
      <p:sp>
        <p:nvSpPr>
          <p:cNvPr id="4" name="Footer Placeholder 3">
            <a:extLst>
              <a:ext uri="{FF2B5EF4-FFF2-40B4-BE49-F238E27FC236}">
                <a16:creationId xmlns="" xmlns:a16="http://schemas.microsoft.com/office/drawing/2014/main" id="{B1DA8299-D51C-B5F5-2959-A897560D0E7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08B638DC-D111-B50F-C4E7-73058EBF1A32}"/>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4212613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C376421D-E8DD-F6EF-3F73-2D35C8B16E9A}"/>
              </a:ext>
            </a:extLst>
          </p:cNvPr>
          <p:cNvSpPr>
            <a:spLocks noGrp="1"/>
          </p:cNvSpPr>
          <p:nvPr>
            <p:ph type="dt" sz="half" idx="10"/>
          </p:nvPr>
        </p:nvSpPr>
        <p:spPr/>
        <p:txBody>
          <a:bodyPr/>
          <a:lstStyle/>
          <a:p>
            <a:fld id="{2C69C85B-0D03-462A-9E10-CF41565F0649}" type="datetime1">
              <a:rPr lang="en-IN" smtClean="0"/>
              <a:t>14-02-2026</a:t>
            </a:fld>
            <a:endParaRPr lang="en-IN"/>
          </a:p>
        </p:txBody>
      </p:sp>
      <p:sp>
        <p:nvSpPr>
          <p:cNvPr id="3" name="Footer Placeholder 2">
            <a:extLst>
              <a:ext uri="{FF2B5EF4-FFF2-40B4-BE49-F238E27FC236}">
                <a16:creationId xmlns="" xmlns:a16="http://schemas.microsoft.com/office/drawing/2014/main" id="{68701BCA-5937-B60A-67FD-5CD1C9DCD39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1E8DC1BC-A1DC-3B93-1C6F-4A22CBE05A02}"/>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991187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5B38EF2-5941-D187-A1B2-E991078F50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A4EEBD36-145A-FF84-1D23-4DAD2E283E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4EED50C1-BDE8-8A37-4C6D-63BB717893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5A39B5F7-9AC9-3A2F-7691-C9D1CB6237D7}"/>
              </a:ext>
            </a:extLst>
          </p:cNvPr>
          <p:cNvSpPr>
            <a:spLocks noGrp="1"/>
          </p:cNvSpPr>
          <p:nvPr>
            <p:ph type="dt" sz="half" idx="10"/>
          </p:nvPr>
        </p:nvSpPr>
        <p:spPr/>
        <p:txBody>
          <a:bodyPr/>
          <a:lstStyle/>
          <a:p>
            <a:fld id="{E920F0F9-8A73-4E11-8051-A416DCE0A54D}" type="datetime1">
              <a:rPr lang="en-IN" smtClean="0"/>
              <a:t>14-02-2026</a:t>
            </a:fld>
            <a:endParaRPr lang="en-IN"/>
          </a:p>
        </p:txBody>
      </p:sp>
      <p:sp>
        <p:nvSpPr>
          <p:cNvPr id="6" name="Footer Placeholder 5">
            <a:extLst>
              <a:ext uri="{FF2B5EF4-FFF2-40B4-BE49-F238E27FC236}">
                <a16:creationId xmlns="" xmlns:a16="http://schemas.microsoft.com/office/drawing/2014/main" id="{0602BC2B-A29E-FBB0-A156-BD79615C71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ED80B97F-5B5C-F9F8-9654-39785EAD73A2}"/>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3501515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0C748D2-B515-87E8-8AA9-5117C70B5D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9B2EC3B4-0E40-6791-B35D-040A3086AF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8D770751-E512-3E9E-FC2B-2D6DA4F9A5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57C696A0-6B24-AF7C-3642-BD5734CA8D18}"/>
              </a:ext>
            </a:extLst>
          </p:cNvPr>
          <p:cNvSpPr>
            <a:spLocks noGrp="1"/>
          </p:cNvSpPr>
          <p:nvPr>
            <p:ph type="dt" sz="half" idx="10"/>
          </p:nvPr>
        </p:nvSpPr>
        <p:spPr/>
        <p:txBody>
          <a:bodyPr/>
          <a:lstStyle/>
          <a:p>
            <a:fld id="{69A5E788-FED1-4197-9708-90DC1AB61ED5}" type="datetime1">
              <a:rPr lang="en-IN" smtClean="0"/>
              <a:t>14-02-2026</a:t>
            </a:fld>
            <a:endParaRPr lang="en-IN"/>
          </a:p>
        </p:txBody>
      </p:sp>
      <p:sp>
        <p:nvSpPr>
          <p:cNvPr id="6" name="Footer Placeholder 5">
            <a:extLst>
              <a:ext uri="{FF2B5EF4-FFF2-40B4-BE49-F238E27FC236}">
                <a16:creationId xmlns="" xmlns:a16="http://schemas.microsoft.com/office/drawing/2014/main" id="{76087DE9-B307-6713-9DFF-B270C33A8E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E1571FDD-E6F0-8235-EB75-11246A9B0FDC}"/>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2123545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79381AD-2339-FFEE-CC2D-671D4104BCE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9CDCCA56-D6BD-8591-C507-23830E0872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621457AF-F4D6-AE65-4863-E5F35D698636}"/>
              </a:ext>
            </a:extLst>
          </p:cNvPr>
          <p:cNvSpPr>
            <a:spLocks noGrp="1"/>
          </p:cNvSpPr>
          <p:nvPr>
            <p:ph type="dt" sz="half" idx="10"/>
          </p:nvPr>
        </p:nvSpPr>
        <p:spPr/>
        <p:txBody>
          <a:bodyPr/>
          <a:lstStyle/>
          <a:p>
            <a:fld id="{1F4D1EBC-D99D-4D05-BB0A-A0D1E7858616}" type="datetime1">
              <a:rPr lang="en-IN" smtClean="0"/>
              <a:t>14-02-2026</a:t>
            </a:fld>
            <a:endParaRPr lang="en-IN"/>
          </a:p>
        </p:txBody>
      </p:sp>
      <p:sp>
        <p:nvSpPr>
          <p:cNvPr id="5" name="Footer Placeholder 4">
            <a:extLst>
              <a:ext uri="{FF2B5EF4-FFF2-40B4-BE49-F238E27FC236}">
                <a16:creationId xmlns="" xmlns:a16="http://schemas.microsoft.com/office/drawing/2014/main" id="{2FF69647-3193-EE5F-F6A5-9F6A90B4C3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4C58E2B3-2284-C071-91FA-B6D20A735267}"/>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2514630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8845CA23-716B-214E-D0B8-CB311F9DC80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2008FDAB-ED4D-E766-2333-5A6D75CF00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3699681C-6EC2-D2AC-1A43-0D839DA897F3}"/>
              </a:ext>
            </a:extLst>
          </p:cNvPr>
          <p:cNvSpPr>
            <a:spLocks noGrp="1"/>
          </p:cNvSpPr>
          <p:nvPr>
            <p:ph type="dt" sz="half" idx="10"/>
          </p:nvPr>
        </p:nvSpPr>
        <p:spPr/>
        <p:txBody>
          <a:bodyPr/>
          <a:lstStyle/>
          <a:p>
            <a:fld id="{6B15F072-ECB4-4AD5-8316-A6C4CD1C046D}" type="datetime1">
              <a:rPr lang="en-IN" smtClean="0"/>
              <a:t>14-02-2026</a:t>
            </a:fld>
            <a:endParaRPr lang="en-IN"/>
          </a:p>
        </p:txBody>
      </p:sp>
      <p:sp>
        <p:nvSpPr>
          <p:cNvPr id="5" name="Footer Placeholder 4">
            <a:extLst>
              <a:ext uri="{FF2B5EF4-FFF2-40B4-BE49-F238E27FC236}">
                <a16:creationId xmlns="" xmlns:a16="http://schemas.microsoft.com/office/drawing/2014/main" id="{7D406218-AA3D-FE5C-E07E-B2996D63B2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BE05BA22-536F-A6F9-6CC5-8A527375D343}"/>
              </a:ext>
            </a:extLst>
          </p:cNvPr>
          <p:cNvSpPr>
            <a:spLocks noGrp="1"/>
          </p:cNvSpPr>
          <p:nvPr>
            <p:ph type="sldNum" sz="quarter" idx="12"/>
          </p:nvPr>
        </p:nvSpPr>
        <p:spPr/>
        <p:txBody>
          <a:bodyPr/>
          <a:lstStyle/>
          <a:p>
            <a:fld id="{5071F1FE-085D-4934-9B29-4A0B9B603379}" type="slidenum">
              <a:rPr lang="en-IN" smtClean="0"/>
              <a:t>‹#›</a:t>
            </a:fld>
            <a:endParaRPr lang="en-IN"/>
          </a:p>
        </p:txBody>
      </p:sp>
    </p:spTree>
    <p:extLst>
      <p:ext uri="{BB962C8B-B14F-4D97-AF65-F5344CB8AC3E}">
        <p14:creationId xmlns:p14="http://schemas.microsoft.com/office/powerpoint/2010/main" val="9148137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4_Contents slide layout">
  <p:cSld name="4_Contents slide layout">
    <p:spTree>
      <p:nvGrpSpPr>
        <p:cNvPr id="1" name="Shape 6"/>
        <p:cNvGrpSpPr/>
        <p:nvPr/>
      </p:nvGrpSpPr>
      <p:grpSpPr>
        <a:xfrm>
          <a:off x="0" y="0"/>
          <a:ext cx="0" cy="0"/>
          <a:chOff x="0" y="0"/>
          <a:chExt cx="0" cy="0"/>
        </a:xfrm>
      </p:grpSpPr>
    </p:spTree>
    <p:extLst>
      <p:ext uri="{BB962C8B-B14F-4D97-AF65-F5344CB8AC3E}">
        <p14:creationId xmlns:p14="http://schemas.microsoft.com/office/powerpoint/2010/main" val="22150502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2_Cover alternate">
    <p:spTree>
      <p:nvGrpSpPr>
        <p:cNvPr id="1" name=""/>
        <p:cNvGrpSpPr/>
        <p:nvPr/>
      </p:nvGrpSpPr>
      <p:grpSpPr>
        <a:xfrm>
          <a:off x="0" y="0"/>
          <a:ext cx="0" cy="0"/>
          <a:chOff x="0" y="0"/>
          <a:chExt cx="0" cy="0"/>
        </a:xfrm>
      </p:grpSpPr>
      <p:pic>
        <p:nvPicPr>
          <p:cNvPr id="8" name="Picture 7">
            <a:extLst>
              <a:ext uri="{FF2B5EF4-FFF2-40B4-BE49-F238E27FC236}">
                <a16:creationId xmlns="" xmlns:a16="http://schemas.microsoft.com/office/drawing/2014/main" id="{23E9B9F1-7DCF-4CFE-AAFB-49F5C53767D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1"/>
            <a:ext cx="12192000" cy="6857999"/>
          </a:xfrm>
          <a:prstGeom prst="rect">
            <a:avLst/>
          </a:prstGeom>
        </p:spPr>
      </p:pic>
      <p:sp>
        <p:nvSpPr>
          <p:cNvPr id="16" name="Freeform 56">
            <a:extLst>
              <a:ext uri="{FF2B5EF4-FFF2-40B4-BE49-F238E27FC236}">
                <a16:creationId xmlns="" xmlns:a16="http://schemas.microsoft.com/office/drawing/2014/main" id="{13A7AC18-CF42-4EC5-8D40-441EAE30A06C}"/>
              </a:ext>
            </a:extLst>
          </p:cNvPr>
          <p:cNvSpPr/>
          <p:nvPr userDrawn="1"/>
        </p:nvSpPr>
        <p:spPr>
          <a:xfrm>
            <a:off x="497856" y="795662"/>
            <a:ext cx="4927845" cy="3581484"/>
          </a:xfrm>
          <a:custGeom>
            <a:avLst/>
            <a:gdLst>
              <a:gd name="connsiteX0" fmla="*/ 4238387 w 4257675"/>
              <a:gd name="connsiteY0" fmla="*/ 0 h 3092804"/>
              <a:gd name="connsiteX1" fmla="*/ 4257675 w 4257675"/>
              <a:gd name="connsiteY1" fmla="*/ 0 h 3092804"/>
              <a:gd name="connsiteX2" fmla="*/ 4257675 w 4257675"/>
              <a:gd name="connsiteY2" fmla="*/ 3092804 h 3092804"/>
              <a:gd name="connsiteX3" fmla="*/ 0 w 4257675"/>
              <a:gd name="connsiteY3" fmla="*/ 3092804 h 3092804"/>
              <a:gd name="connsiteX4" fmla="*/ 0 w 4257675"/>
              <a:gd name="connsiteY4" fmla="*/ 747342 h 309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7675" h="3092804">
                <a:moveTo>
                  <a:pt x="4238387" y="0"/>
                </a:moveTo>
                <a:lnTo>
                  <a:pt x="4257675" y="0"/>
                </a:lnTo>
                <a:lnTo>
                  <a:pt x="4257675" y="3092804"/>
                </a:lnTo>
                <a:lnTo>
                  <a:pt x="0" y="3092804"/>
                </a:lnTo>
                <a:lnTo>
                  <a:pt x="0" y="747342"/>
                </a:lnTo>
                <a:close/>
              </a:path>
            </a:pathLst>
          </a:cu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1" name="Title 1"/>
          <p:cNvSpPr>
            <a:spLocks noGrp="1"/>
          </p:cNvSpPr>
          <p:nvPr>
            <p:ph type="ctrTitle"/>
          </p:nvPr>
        </p:nvSpPr>
        <p:spPr>
          <a:xfrm>
            <a:off x="775100" y="1954221"/>
            <a:ext cx="4326679" cy="979702"/>
          </a:xfrm>
        </p:spPr>
        <p:txBody>
          <a:bodyPr/>
          <a:lstStyle>
            <a:lvl1pPr>
              <a:defRPr sz="2999" b="0">
                <a:solidFill>
                  <a:schemeClr val="bg1"/>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2" name="Subtitle 2"/>
          <p:cNvSpPr>
            <a:spLocks noGrp="1"/>
          </p:cNvSpPr>
          <p:nvPr>
            <p:ph type="subTitle" idx="1"/>
          </p:nvPr>
        </p:nvSpPr>
        <p:spPr>
          <a:xfrm>
            <a:off x="775100" y="3046159"/>
            <a:ext cx="4326679" cy="1046323"/>
          </a:xfrm>
          <a:prstGeom prst="rect">
            <a:avLst/>
          </a:prstGeom>
        </p:spPr>
        <p:txBody>
          <a:bodyPr/>
          <a:lstStyle>
            <a:lvl1pPr marL="0" indent="0" algn="l">
              <a:spcAft>
                <a:spcPts val="1199"/>
              </a:spcAft>
              <a:buNone/>
              <a:defRPr sz="1999">
                <a:solidFill>
                  <a:schemeClr val="bg1"/>
                </a:solidFill>
                <a:latin typeface="EYInterstate" panose="02000503020000020004" pitchFamily="2" charset="0"/>
                <a:cs typeface="Arial" pitchFamily="34" charset="0"/>
              </a:defRPr>
            </a:lvl1pPr>
            <a:lvl2pPr marL="0" indent="0" algn="l">
              <a:buNone/>
              <a:defRPr sz="1599" b="1">
                <a:solidFill>
                  <a:srgbClr val="404040"/>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grpSp>
        <p:nvGrpSpPr>
          <p:cNvPr id="14" name="Group 4">
            <a:extLst>
              <a:ext uri="{FF2B5EF4-FFF2-40B4-BE49-F238E27FC236}">
                <a16:creationId xmlns="" xmlns:a16="http://schemas.microsoft.com/office/drawing/2014/main" id="{C8422AE9-8257-41A9-AB41-1F10585C886F}"/>
              </a:ext>
            </a:extLst>
          </p:cNvPr>
          <p:cNvGrpSpPr>
            <a:grpSpLocks noChangeAspect="1"/>
          </p:cNvGrpSpPr>
          <p:nvPr userDrawn="1"/>
        </p:nvGrpSpPr>
        <p:grpSpPr bwMode="auto">
          <a:xfrm>
            <a:off x="10359392" y="4960938"/>
            <a:ext cx="1224912" cy="1435100"/>
            <a:chOff x="6529" y="3125"/>
            <a:chExt cx="772" cy="904"/>
          </a:xfrm>
        </p:grpSpPr>
        <p:sp>
          <p:nvSpPr>
            <p:cNvPr id="15" name="Freeform 5">
              <a:extLst>
                <a:ext uri="{FF2B5EF4-FFF2-40B4-BE49-F238E27FC236}">
                  <a16:creationId xmlns="" xmlns:a16="http://schemas.microsoft.com/office/drawing/2014/main" id="{D19659BD-653C-4300-9060-420AFAE39587}"/>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 name="Freeform 6">
              <a:extLst>
                <a:ext uri="{FF2B5EF4-FFF2-40B4-BE49-F238E27FC236}">
                  <a16:creationId xmlns="" xmlns:a16="http://schemas.microsoft.com/office/drawing/2014/main" id="{A4669336-72A1-4233-827A-C41AB4C1CC04}"/>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270669046"/>
      </p:ext>
    </p:extLst>
  </p:cSld>
  <p:clrMapOvr>
    <a:masterClrMapping/>
  </p:clrMapOvr>
  <p:extLst>
    <p:ext uri="{DCECCB84-F9BA-43D5-87BE-67443E8EF086}">
      <p15:sldGuideLst xmlns:p15="http://schemas.microsoft.com/office/powerpoint/2012/main">
        <p15:guide id="2" pos="384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sz="2399">
                <a:solidFill>
                  <a:schemeClr val="bg1"/>
                </a:solidFill>
              </a:defRPr>
            </a:lvl1pPr>
          </a:lstStyle>
          <a:p>
            <a:r>
              <a:rPr lang="en-US"/>
              <a:t>Click to edit Master title style</a:t>
            </a:r>
            <a:endParaRPr lang="en-GB"/>
          </a:p>
        </p:txBody>
      </p:sp>
      <p:sp>
        <p:nvSpPr>
          <p:cNvPr id="12" name="Line 10">
            <a:extLst>
              <a:ext uri="{FF2B5EF4-FFF2-40B4-BE49-F238E27FC236}">
                <a16:creationId xmlns="" xmlns:a16="http://schemas.microsoft.com/office/drawing/2014/main" id="{DA9741B6-D337-4A18-8ECB-FB21A6953E44}"/>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8" name="Text Placeholder 2">
            <a:extLst>
              <a:ext uri="{FF2B5EF4-FFF2-40B4-BE49-F238E27FC236}">
                <a16:creationId xmlns="" xmlns:a16="http://schemas.microsoft.com/office/drawing/2014/main" id="{90356C28-34FC-48BD-943E-82B485EB0C49}"/>
              </a:ext>
            </a:extLst>
          </p:cNvPr>
          <p:cNvSpPr>
            <a:spLocks noGrp="1"/>
          </p:cNvSpPr>
          <p:nvPr>
            <p:ph idx="1"/>
          </p:nvPr>
        </p:nvSpPr>
        <p:spPr>
          <a:xfrm>
            <a:off x="609601" y="1137920"/>
            <a:ext cx="10972800"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273206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ndard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294200"/>
            <a:ext cx="10972800" cy="590400"/>
          </a:xfrm>
        </p:spPr>
        <p:txBody>
          <a:bodyPr/>
          <a:lstStyle>
            <a:lvl1pPr>
              <a:defRPr sz="2399">
                <a:solidFill>
                  <a:schemeClr val="bg1"/>
                </a:solidFill>
              </a:defRPr>
            </a:lvl1pPr>
          </a:lstStyle>
          <a:p>
            <a:r>
              <a:rPr lang="en-US"/>
              <a:t>Standard slide</a:t>
            </a:r>
            <a:endParaRPr lang="en-GB"/>
          </a:p>
        </p:txBody>
      </p:sp>
      <p:sp>
        <p:nvSpPr>
          <p:cNvPr id="80" name="Line 10">
            <a:extLst>
              <a:ext uri="{FF2B5EF4-FFF2-40B4-BE49-F238E27FC236}">
                <a16:creationId xmlns="" xmlns:a16="http://schemas.microsoft.com/office/drawing/2014/main" id="{EF8E9275-C0E0-4ABA-8699-73E5E292EC85}"/>
              </a:ext>
            </a:extLst>
          </p:cNvPr>
          <p:cNvSpPr>
            <a:spLocks noChangeShapeType="1"/>
          </p:cNvSpPr>
          <p:nvPr userDrawn="1"/>
        </p:nvSpPr>
        <p:spPr bwMode="auto">
          <a:xfrm>
            <a:off x="608116" y="104237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37266203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Standard slide">
    <p:spTree>
      <p:nvGrpSpPr>
        <p:cNvPr id="1" name=""/>
        <p:cNvGrpSpPr/>
        <p:nvPr/>
      </p:nvGrpSpPr>
      <p:grpSpPr>
        <a:xfrm>
          <a:off x="0" y="0"/>
          <a:ext cx="0" cy="0"/>
          <a:chOff x="0" y="0"/>
          <a:chExt cx="0" cy="0"/>
        </a:xfrm>
      </p:grpSpPr>
      <p:sp>
        <p:nvSpPr>
          <p:cNvPr id="5" name="Picture Placeholder 4">
            <a:extLst>
              <a:ext uri="{FF2B5EF4-FFF2-40B4-BE49-F238E27FC236}">
                <a16:creationId xmlns="" xmlns:a16="http://schemas.microsoft.com/office/drawing/2014/main" id="{380593A0-4211-460E-B6CF-FE2D9CE6D9CB}"/>
              </a:ext>
            </a:extLst>
          </p:cNvPr>
          <p:cNvSpPr>
            <a:spLocks noGrp="1"/>
          </p:cNvSpPr>
          <p:nvPr>
            <p:ph type="pic" sz="quarter" idx="10"/>
          </p:nvPr>
        </p:nvSpPr>
        <p:spPr>
          <a:xfrm>
            <a:off x="8194852" y="1"/>
            <a:ext cx="3997149" cy="6156104"/>
          </a:xfrm>
          <a:prstGeom prst="rect">
            <a:avLst/>
          </a:prstGeom>
        </p:spPr>
        <p:txBody>
          <a:bodyPr/>
          <a:lstStyle/>
          <a:p>
            <a:endParaRPr lang="en-IN"/>
          </a:p>
        </p:txBody>
      </p:sp>
      <p:sp>
        <p:nvSpPr>
          <p:cNvPr id="2" name="Title 1"/>
          <p:cNvSpPr>
            <a:spLocks noGrp="1"/>
          </p:cNvSpPr>
          <p:nvPr>
            <p:ph type="title"/>
          </p:nvPr>
        </p:nvSpPr>
        <p:spPr>
          <a:xfrm>
            <a:off x="609601" y="294200"/>
            <a:ext cx="7440547" cy="590400"/>
          </a:xfrm>
        </p:spPr>
        <p:txBody>
          <a:bodyPr/>
          <a:lstStyle>
            <a:lvl1pPr>
              <a:defRPr sz="2399">
                <a:solidFill>
                  <a:schemeClr val="bg1"/>
                </a:solidFill>
              </a:defRPr>
            </a:lvl1pPr>
          </a:lstStyle>
          <a:p>
            <a:r>
              <a:rPr lang="en-US"/>
              <a:t>Click to edit Master title style</a:t>
            </a:r>
            <a:endParaRPr lang="en-GB"/>
          </a:p>
        </p:txBody>
      </p:sp>
      <p:sp>
        <p:nvSpPr>
          <p:cNvPr id="3" name="Content Placeholder 2"/>
          <p:cNvSpPr>
            <a:spLocks noGrp="1"/>
          </p:cNvSpPr>
          <p:nvPr>
            <p:ph idx="1" hasCustomPrompt="1"/>
          </p:nvPr>
        </p:nvSpPr>
        <p:spPr>
          <a:xfrm>
            <a:off x="609601" y="1137921"/>
            <a:ext cx="7295842" cy="873760"/>
          </a:xfrm>
          <a:prstGeom prst="rect">
            <a:avLst/>
          </a:prstGeom>
        </p:spPr>
        <p:txBody>
          <a:bodyPr/>
          <a:lstStyle>
            <a:lvl1pPr marL="0" indent="0">
              <a:buNone/>
              <a:defRPr sz="17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1" name="Content Placeholder 2">
            <a:extLst>
              <a:ext uri="{FF2B5EF4-FFF2-40B4-BE49-F238E27FC236}">
                <a16:creationId xmlns="" xmlns:a16="http://schemas.microsoft.com/office/drawing/2014/main" id="{578D3272-120F-430D-AFB5-E93227EEEAAF}"/>
              </a:ext>
            </a:extLst>
          </p:cNvPr>
          <p:cNvSpPr>
            <a:spLocks noGrp="1"/>
          </p:cNvSpPr>
          <p:nvPr>
            <p:ph idx="11" hasCustomPrompt="1"/>
          </p:nvPr>
        </p:nvSpPr>
        <p:spPr>
          <a:xfrm>
            <a:off x="609601" y="2311401"/>
            <a:ext cx="3578253" cy="3844704"/>
          </a:xfrm>
          <a:prstGeom prst="rect">
            <a:avLst/>
          </a:prstGeo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2" name="Content Placeholder 2">
            <a:extLst>
              <a:ext uri="{FF2B5EF4-FFF2-40B4-BE49-F238E27FC236}">
                <a16:creationId xmlns="" xmlns:a16="http://schemas.microsoft.com/office/drawing/2014/main" id="{0C7BD71A-882B-40FB-A05F-48ECC69FF73D}"/>
              </a:ext>
            </a:extLst>
          </p:cNvPr>
          <p:cNvSpPr>
            <a:spLocks noGrp="1"/>
          </p:cNvSpPr>
          <p:nvPr>
            <p:ph idx="12" hasCustomPrompt="1"/>
          </p:nvPr>
        </p:nvSpPr>
        <p:spPr>
          <a:xfrm>
            <a:off x="4327190" y="2311402"/>
            <a:ext cx="3578253" cy="1254759"/>
          </a:xfrm>
          <a:prstGeom prst="rect">
            <a:avLst/>
          </a:prstGeo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4" name="Content Placeholder 2">
            <a:extLst>
              <a:ext uri="{FF2B5EF4-FFF2-40B4-BE49-F238E27FC236}">
                <a16:creationId xmlns="" xmlns:a16="http://schemas.microsoft.com/office/drawing/2014/main" id="{D87D58C8-1517-42AA-8B2A-E449A3F6F028}"/>
              </a:ext>
            </a:extLst>
          </p:cNvPr>
          <p:cNvSpPr>
            <a:spLocks noGrp="1"/>
          </p:cNvSpPr>
          <p:nvPr>
            <p:ph idx="13" hasCustomPrompt="1"/>
          </p:nvPr>
        </p:nvSpPr>
        <p:spPr>
          <a:xfrm>
            <a:off x="4327190" y="4236721"/>
            <a:ext cx="3578253" cy="1944160"/>
          </a:xfrm>
          <a:prstGeom prst="rect">
            <a:avLst/>
          </a:prstGeom>
        </p:spPr>
        <p:txBody>
          <a:bodyPr numCol="1"/>
          <a:lstStyle>
            <a:lvl1pPr marL="0" indent="0">
              <a:buNone/>
              <a:defRPr sz="1799">
                <a:solidFill>
                  <a:schemeClr val="bg1"/>
                </a:solidFill>
                <a:latin typeface="Georgia" panose="02040502050405020303" pitchFamily="18" charset="0"/>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Quote</a:t>
            </a:r>
          </a:p>
        </p:txBody>
      </p:sp>
      <p:sp>
        <p:nvSpPr>
          <p:cNvPr id="23" name="Line 10">
            <a:extLst>
              <a:ext uri="{FF2B5EF4-FFF2-40B4-BE49-F238E27FC236}">
                <a16:creationId xmlns="" xmlns:a16="http://schemas.microsoft.com/office/drawing/2014/main" id="{E820DC59-E206-4DC0-9012-584F8EBAF730}"/>
              </a:ext>
            </a:extLst>
          </p:cNvPr>
          <p:cNvSpPr>
            <a:spLocks noChangeShapeType="1"/>
          </p:cNvSpPr>
          <p:nvPr userDrawn="1"/>
        </p:nvSpPr>
        <p:spPr bwMode="auto">
          <a:xfrm>
            <a:off x="609601" y="907750"/>
            <a:ext cx="7719833"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6314385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Standard slide">
    <p:spTree>
      <p:nvGrpSpPr>
        <p:cNvPr id="1" name=""/>
        <p:cNvGrpSpPr/>
        <p:nvPr/>
      </p:nvGrpSpPr>
      <p:grpSpPr>
        <a:xfrm>
          <a:off x="0" y="0"/>
          <a:ext cx="0" cy="0"/>
          <a:chOff x="0" y="0"/>
          <a:chExt cx="0" cy="0"/>
        </a:xfrm>
      </p:grpSpPr>
      <p:sp>
        <p:nvSpPr>
          <p:cNvPr id="5" name="Picture Placeholder 4">
            <a:extLst>
              <a:ext uri="{FF2B5EF4-FFF2-40B4-BE49-F238E27FC236}">
                <a16:creationId xmlns="" xmlns:a16="http://schemas.microsoft.com/office/drawing/2014/main" id="{380593A0-4211-460E-B6CF-FE2D9CE6D9CB}"/>
              </a:ext>
            </a:extLst>
          </p:cNvPr>
          <p:cNvSpPr>
            <a:spLocks noGrp="1"/>
          </p:cNvSpPr>
          <p:nvPr>
            <p:ph type="pic" sz="quarter" idx="10"/>
          </p:nvPr>
        </p:nvSpPr>
        <p:spPr>
          <a:xfrm>
            <a:off x="0" y="1"/>
            <a:ext cx="2383219" cy="6857999"/>
          </a:xfrm>
          <a:prstGeom prst="rect">
            <a:avLst/>
          </a:prstGeom>
        </p:spPr>
        <p:txBody>
          <a:bodyPr/>
          <a:lstStyle/>
          <a:p>
            <a:endParaRPr lang="en-IN"/>
          </a:p>
        </p:txBody>
      </p:sp>
      <p:sp>
        <p:nvSpPr>
          <p:cNvPr id="2" name="Title 1"/>
          <p:cNvSpPr>
            <a:spLocks noGrp="1"/>
          </p:cNvSpPr>
          <p:nvPr>
            <p:ph type="title"/>
          </p:nvPr>
        </p:nvSpPr>
        <p:spPr>
          <a:xfrm>
            <a:off x="2693891" y="294200"/>
            <a:ext cx="8887371" cy="590400"/>
          </a:xfrm>
        </p:spPr>
        <p:txBody>
          <a:bodyPr/>
          <a:lstStyle>
            <a:lvl1pPr>
              <a:defRPr sz="2399">
                <a:solidFill>
                  <a:schemeClr val="bg1"/>
                </a:solidFill>
              </a:defRPr>
            </a:lvl1pPr>
          </a:lstStyle>
          <a:p>
            <a:r>
              <a:rPr lang="en-US"/>
              <a:t>Click to edit Master title style</a:t>
            </a:r>
            <a:endParaRPr lang="en-GB"/>
          </a:p>
        </p:txBody>
      </p:sp>
      <p:sp>
        <p:nvSpPr>
          <p:cNvPr id="3" name="Content Placeholder 2"/>
          <p:cNvSpPr>
            <a:spLocks noGrp="1"/>
          </p:cNvSpPr>
          <p:nvPr>
            <p:ph idx="1" hasCustomPrompt="1"/>
          </p:nvPr>
        </p:nvSpPr>
        <p:spPr>
          <a:xfrm>
            <a:off x="2693890" y="1137921"/>
            <a:ext cx="2741454" cy="5018184"/>
          </a:xfrm>
          <a:prstGeom prst="rect">
            <a:avLst/>
          </a:prstGeom>
        </p:spPr>
        <p:txBody>
          <a:bodyPr/>
          <a:lstStyle>
            <a:lvl1pPr marL="0" indent="0">
              <a:buNone/>
              <a:defRPr sz="17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1" name="Content Placeholder 2">
            <a:extLst>
              <a:ext uri="{FF2B5EF4-FFF2-40B4-BE49-F238E27FC236}">
                <a16:creationId xmlns="" xmlns:a16="http://schemas.microsoft.com/office/drawing/2014/main" id="{578D3272-120F-430D-AFB5-E93227EEEAAF}"/>
              </a:ext>
            </a:extLst>
          </p:cNvPr>
          <p:cNvSpPr>
            <a:spLocks noGrp="1"/>
          </p:cNvSpPr>
          <p:nvPr>
            <p:ph idx="11" hasCustomPrompt="1"/>
          </p:nvPr>
        </p:nvSpPr>
        <p:spPr>
          <a:xfrm>
            <a:off x="5724102" y="1137921"/>
            <a:ext cx="2802382" cy="5018184"/>
          </a:xfrm>
          <a:prstGeom prst="rect">
            <a:avLst/>
          </a:prstGeo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23" name="Content Placeholder 2">
            <a:extLst>
              <a:ext uri="{FF2B5EF4-FFF2-40B4-BE49-F238E27FC236}">
                <a16:creationId xmlns="" xmlns:a16="http://schemas.microsoft.com/office/drawing/2014/main" id="{6FF4A6F8-D9C6-4FEE-9324-5200D308BB1F}"/>
              </a:ext>
            </a:extLst>
          </p:cNvPr>
          <p:cNvSpPr>
            <a:spLocks noGrp="1"/>
          </p:cNvSpPr>
          <p:nvPr userDrawn="1">
            <p:ph idx="12" hasCustomPrompt="1"/>
          </p:nvPr>
        </p:nvSpPr>
        <p:spPr>
          <a:xfrm>
            <a:off x="8815241" y="1137922"/>
            <a:ext cx="2767159" cy="2796151"/>
          </a:xfrm>
          <a:prstGeom prst="rect">
            <a:avLst/>
          </a:prstGeo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9" name="Line 10">
            <a:extLst>
              <a:ext uri="{FF2B5EF4-FFF2-40B4-BE49-F238E27FC236}">
                <a16:creationId xmlns="" xmlns:a16="http://schemas.microsoft.com/office/drawing/2014/main" id="{B63A7CBA-3151-452E-BD2F-D3E65CE1595F}"/>
              </a:ext>
            </a:extLst>
          </p:cNvPr>
          <p:cNvSpPr>
            <a:spLocks noChangeShapeType="1"/>
          </p:cNvSpPr>
          <p:nvPr userDrawn="1"/>
        </p:nvSpPr>
        <p:spPr bwMode="auto">
          <a:xfrm>
            <a:off x="2693891" y="907750"/>
            <a:ext cx="8887371"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6897079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idx="1"/>
          </p:nvPr>
        </p:nvSpPr>
        <p:spPr>
          <a:xfrm>
            <a:off x="609601" y="1137920"/>
            <a:ext cx="8234455" cy="4834800"/>
          </a:xfrm>
          <a:prstGeom prst="rect">
            <a:avLst/>
          </a:prstGeom>
        </p:spPr>
        <p:txBody>
          <a:bodyPr/>
          <a:lstStyle>
            <a:lvl1pPr marL="0" indent="0">
              <a:spcBef>
                <a:spcPts val="0"/>
              </a:spcBef>
              <a:buNone/>
              <a:defRPr>
                <a:solidFill>
                  <a:schemeClr val="bg1"/>
                </a:solidFill>
              </a:defRPr>
            </a:lvl1pPr>
            <a:lvl2pPr marL="0" indent="0">
              <a:spcBef>
                <a:spcPts val="0"/>
              </a:spcBef>
              <a:buNone/>
              <a:defRPr sz="1799">
                <a:solidFill>
                  <a:schemeClr val="bg1"/>
                </a:solidFill>
              </a:defRPr>
            </a:lvl2pPr>
            <a:lvl3pPr marL="0" indent="0">
              <a:spcBef>
                <a:spcPts val="0"/>
              </a:spcBef>
              <a:buNone/>
              <a:defRPr sz="1599">
                <a:solidFill>
                  <a:schemeClr val="bg1"/>
                </a:solidFill>
              </a:defRPr>
            </a:lvl3pPr>
            <a:lvl4pPr marL="0" indent="0">
              <a:spcBef>
                <a:spcPts val="0"/>
              </a:spcBef>
              <a:buNone/>
              <a:defRPr sz="1399">
                <a:solidFill>
                  <a:schemeClr val="bg1"/>
                </a:solidFill>
              </a:defRPr>
            </a:lvl4pPr>
            <a:lvl5pPr marL="0" indent="0">
              <a:spcBef>
                <a:spcPts val="0"/>
              </a:spcBef>
              <a:buNone/>
              <a:defRPr sz="1199">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Line 10">
            <a:extLst>
              <a:ext uri="{FF2B5EF4-FFF2-40B4-BE49-F238E27FC236}">
                <a16:creationId xmlns="" xmlns:a16="http://schemas.microsoft.com/office/drawing/2014/main" id="{CF130104-FAF2-4309-9701-573F37743137}"/>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3506765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Standard slide_no bullets">
    <p:spTree>
      <p:nvGrpSpPr>
        <p:cNvPr id="1" name=""/>
        <p:cNvGrpSpPr/>
        <p:nvPr/>
      </p:nvGrpSpPr>
      <p:grpSpPr>
        <a:xfrm>
          <a:off x="0" y="0"/>
          <a:ext cx="0" cy="0"/>
          <a:chOff x="0" y="0"/>
          <a:chExt cx="0" cy="0"/>
        </a:xfrm>
      </p:grpSpPr>
      <p:sp>
        <p:nvSpPr>
          <p:cNvPr id="3" name="Picture Placeholder 2">
            <a:extLst>
              <a:ext uri="{FF2B5EF4-FFF2-40B4-BE49-F238E27FC236}">
                <a16:creationId xmlns="" xmlns:a16="http://schemas.microsoft.com/office/drawing/2014/main" id="{0CBA94B7-7BDE-4510-A417-A765301D1371}"/>
              </a:ext>
            </a:extLst>
          </p:cNvPr>
          <p:cNvSpPr>
            <a:spLocks noGrp="1"/>
          </p:cNvSpPr>
          <p:nvPr>
            <p:ph type="pic" sz="quarter" idx="11"/>
          </p:nvPr>
        </p:nvSpPr>
        <p:spPr>
          <a:xfrm>
            <a:off x="0" y="0"/>
            <a:ext cx="12192000" cy="6858000"/>
          </a:xfrm>
          <a:prstGeom prst="rect">
            <a:avLst/>
          </a:prstGeom>
          <a:ln>
            <a:noFill/>
          </a:ln>
        </p:spPr>
        <p:txBody>
          <a:bodyPr/>
          <a:lstStyle>
            <a:lvl1pPr marL="0" indent="0" algn="ctr">
              <a:buNone/>
              <a:defRPr/>
            </a:lvl1pPr>
          </a:lstStyle>
          <a:p>
            <a:endParaRPr lang="en-IN"/>
          </a:p>
        </p:txBody>
      </p:sp>
      <p:sp>
        <p:nvSpPr>
          <p:cNvPr id="5" name="Text Placeholder 4">
            <a:extLst>
              <a:ext uri="{FF2B5EF4-FFF2-40B4-BE49-F238E27FC236}">
                <a16:creationId xmlns="" xmlns:a16="http://schemas.microsoft.com/office/drawing/2014/main" id="{B697C43D-4F1B-43DA-A0C6-DA6B6708E161}"/>
              </a:ext>
            </a:extLst>
          </p:cNvPr>
          <p:cNvSpPr>
            <a:spLocks noGrp="1"/>
          </p:cNvSpPr>
          <p:nvPr>
            <p:ph type="body" sz="quarter" idx="10" hasCustomPrompt="1"/>
          </p:nvPr>
        </p:nvSpPr>
        <p:spPr>
          <a:xfrm>
            <a:off x="352616" y="2851522"/>
            <a:ext cx="4445485" cy="1202318"/>
          </a:xfrm>
          <a:prstGeom prst="rect">
            <a:avLst/>
          </a:prstGeom>
        </p:spPr>
        <p:txBody>
          <a:bodyPr vert="horz" lIns="0" tIns="0" rIns="0" bIns="0" rtlCol="0" anchor="ctr" anchorCtr="0">
            <a:noAutofit/>
          </a:bodyPr>
          <a:lstStyle>
            <a:lvl1pPr marL="0" indent="0">
              <a:buNone/>
              <a:defRPr kumimoji="0" lang="en-IN" sz="3598" b="0" i="0" u="none" strike="noStrike" cap="none" spc="0" normalizeH="0" baseline="0" dirty="0">
                <a:ln>
                  <a:noFill/>
                </a:ln>
                <a:solidFill>
                  <a:schemeClr val="tx1"/>
                </a:solidFill>
                <a:effectLst/>
                <a:uLnTx/>
                <a:uFillTx/>
                <a:latin typeface="EYInterstate Light" panose="02000506000000020004" pitchFamily="2" charset="0"/>
                <a:ea typeface="+mj-ea"/>
                <a:cs typeface="+mj-cs"/>
              </a:defRPr>
            </a:lvl1pPr>
          </a:lstStyle>
          <a:p>
            <a:pPr marL="356438" marR="0" lvl="0" indent="-356438" defTabSz="1007383" fontAlgn="auto">
              <a:lnSpc>
                <a:spcPct val="100000"/>
              </a:lnSpc>
              <a:spcBef>
                <a:spcPct val="0"/>
              </a:spcBef>
              <a:spcAft>
                <a:spcPts val="0"/>
              </a:spcAft>
              <a:buClrTx/>
              <a:buSzTx/>
              <a:tabLst/>
            </a:pPr>
            <a:r>
              <a:rPr lang="en-US"/>
              <a:t>Chapter Title</a:t>
            </a:r>
            <a:endParaRPr lang="en-IN"/>
          </a:p>
        </p:txBody>
      </p:sp>
    </p:spTree>
    <p:extLst>
      <p:ext uri="{BB962C8B-B14F-4D97-AF65-F5344CB8AC3E}">
        <p14:creationId xmlns:p14="http://schemas.microsoft.com/office/powerpoint/2010/main" val="9897346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Standard slide_no bullets">
    <p:spTree>
      <p:nvGrpSpPr>
        <p:cNvPr id="1" name=""/>
        <p:cNvGrpSpPr/>
        <p:nvPr/>
      </p:nvGrpSpPr>
      <p:grpSpPr>
        <a:xfrm>
          <a:off x="0" y="0"/>
          <a:ext cx="0" cy="0"/>
          <a:chOff x="0" y="0"/>
          <a:chExt cx="0" cy="0"/>
        </a:xfrm>
      </p:grpSpPr>
      <p:sp>
        <p:nvSpPr>
          <p:cNvPr id="5" name="Text Placeholder 4">
            <a:extLst>
              <a:ext uri="{FF2B5EF4-FFF2-40B4-BE49-F238E27FC236}">
                <a16:creationId xmlns="" xmlns:a16="http://schemas.microsoft.com/office/drawing/2014/main" id="{B697C43D-4F1B-43DA-A0C6-DA6B6708E161}"/>
              </a:ext>
            </a:extLst>
          </p:cNvPr>
          <p:cNvSpPr>
            <a:spLocks noGrp="1"/>
          </p:cNvSpPr>
          <p:nvPr>
            <p:ph type="body" sz="quarter" idx="10" hasCustomPrompt="1"/>
          </p:nvPr>
        </p:nvSpPr>
        <p:spPr>
          <a:xfrm>
            <a:off x="352616" y="2851522"/>
            <a:ext cx="4445485" cy="1202318"/>
          </a:xfrm>
          <a:prstGeom prst="rect">
            <a:avLst/>
          </a:prstGeom>
        </p:spPr>
        <p:txBody>
          <a:bodyPr vert="horz" lIns="0" tIns="0" rIns="0" bIns="0" rtlCol="0" anchor="ctr" anchorCtr="0">
            <a:noAutofit/>
          </a:bodyPr>
          <a:lstStyle>
            <a:lvl1pPr marL="0" indent="0">
              <a:buNone/>
              <a:defRPr kumimoji="0" lang="en-IN" sz="3598" b="0" i="0" u="none" strike="noStrike" cap="none" spc="0" normalizeH="0" baseline="0" dirty="0">
                <a:ln>
                  <a:noFill/>
                </a:ln>
                <a:solidFill>
                  <a:schemeClr val="bg2"/>
                </a:solidFill>
                <a:effectLst/>
                <a:uLnTx/>
                <a:uFillTx/>
                <a:latin typeface="EYInterstate Light" panose="02000506000000020004" pitchFamily="2" charset="0"/>
                <a:ea typeface="+mj-ea"/>
                <a:cs typeface="+mj-cs"/>
              </a:defRPr>
            </a:lvl1pPr>
          </a:lstStyle>
          <a:p>
            <a:pPr marL="356438" marR="0" lvl="0" indent="-356438" defTabSz="1007383" fontAlgn="auto">
              <a:lnSpc>
                <a:spcPct val="100000"/>
              </a:lnSpc>
              <a:spcBef>
                <a:spcPct val="0"/>
              </a:spcBef>
              <a:spcAft>
                <a:spcPts val="0"/>
              </a:spcAft>
              <a:buClrTx/>
              <a:buSzTx/>
              <a:tabLst/>
            </a:pPr>
            <a:r>
              <a:rPr lang="en-US"/>
              <a:t>Chapter Title</a:t>
            </a:r>
            <a:endParaRPr lang="en-IN"/>
          </a:p>
        </p:txBody>
      </p:sp>
    </p:spTree>
    <p:extLst>
      <p:ext uri="{BB962C8B-B14F-4D97-AF65-F5344CB8AC3E}">
        <p14:creationId xmlns:p14="http://schemas.microsoft.com/office/powerpoint/2010/main" val="5330723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tandard slide_Quotes">
    <p:spTree>
      <p:nvGrpSpPr>
        <p:cNvPr id="1" name=""/>
        <p:cNvGrpSpPr/>
        <p:nvPr/>
      </p:nvGrpSpPr>
      <p:grpSpPr>
        <a:xfrm>
          <a:off x="0" y="0"/>
          <a:ext cx="0" cy="0"/>
          <a:chOff x="0" y="0"/>
          <a:chExt cx="0" cy="0"/>
        </a:xfrm>
      </p:grpSpPr>
      <p:sp>
        <p:nvSpPr>
          <p:cNvPr id="5" name="Text Placeholder 11">
            <a:extLst>
              <a:ext uri="{FF2B5EF4-FFF2-40B4-BE49-F238E27FC236}">
                <a16:creationId xmlns="" xmlns:a16="http://schemas.microsoft.com/office/drawing/2014/main" id="{8F291EB0-15F5-4E9A-A38B-CE3AC1452E21}"/>
              </a:ext>
            </a:extLst>
          </p:cNvPr>
          <p:cNvSpPr txBox="1">
            <a:spLocks/>
          </p:cNvSpPr>
          <p:nvPr userDrawn="1"/>
        </p:nvSpPr>
        <p:spPr>
          <a:xfrm>
            <a:off x="477102" y="1488927"/>
            <a:ext cx="2337171" cy="858838"/>
          </a:xfrm>
          <a:prstGeom prst="rect">
            <a:avLst/>
          </a:prstGeom>
        </p:spPr>
        <p:txBody>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11194">
                <a:solidFill>
                  <a:schemeClr val="tx2"/>
                </a:solidFill>
                <a:latin typeface="Georgia" panose="02040502050405020303" pitchFamily="18" charset="0"/>
              </a:rPr>
              <a:t>“</a:t>
            </a:r>
          </a:p>
        </p:txBody>
      </p:sp>
      <p:sp>
        <p:nvSpPr>
          <p:cNvPr id="7" name="Text Placeholder 6">
            <a:extLst>
              <a:ext uri="{FF2B5EF4-FFF2-40B4-BE49-F238E27FC236}">
                <a16:creationId xmlns="" xmlns:a16="http://schemas.microsoft.com/office/drawing/2014/main" id="{FB5D2AC0-B4F7-4455-9AE0-201966050A6D}"/>
              </a:ext>
            </a:extLst>
          </p:cNvPr>
          <p:cNvSpPr>
            <a:spLocks noGrp="1"/>
          </p:cNvSpPr>
          <p:nvPr>
            <p:ph type="body" sz="quarter" idx="10"/>
          </p:nvPr>
        </p:nvSpPr>
        <p:spPr>
          <a:xfrm>
            <a:off x="513083" y="2526765"/>
            <a:ext cx="5289245" cy="1800000"/>
          </a:xfrm>
          <a:prstGeom prst="rect">
            <a:avLst/>
          </a:prstGeom>
        </p:spPr>
        <p:txBody>
          <a:bodyPr lIns="90000" tIns="46800" rIns="90000" bIns="46800"/>
          <a:lstStyle>
            <a:lvl1pPr marL="0" indent="0">
              <a:buNone/>
              <a:defRPr lang="en-US" sz="2799" dirty="0" smtClean="0">
                <a:latin typeface="Georgia" panose="02040502050405020303" pitchFamily="18" charset="0"/>
              </a:defRPr>
            </a:lvl1pPr>
          </a:lstStyle>
          <a:p>
            <a:pPr marL="356438" lvl="0" indent="-356438">
              <a:spcBef>
                <a:spcPts val="0"/>
              </a:spcBef>
            </a:pPr>
            <a:r>
              <a:rPr lang="en-US"/>
              <a:t>Edit Master text styles</a:t>
            </a:r>
          </a:p>
        </p:txBody>
      </p:sp>
      <p:sp>
        <p:nvSpPr>
          <p:cNvPr id="8" name="Text Placeholder 6">
            <a:extLst>
              <a:ext uri="{FF2B5EF4-FFF2-40B4-BE49-F238E27FC236}">
                <a16:creationId xmlns="" xmlns:a16="http://schemas.microsoft.com/office/drawing/2014/main" id="{F1BA83A2-78F0-4F7E-836B-9B4B87820F96}"/>
              </a:ext>
            </a:extLst>
          </p:cNvPr>
          <p:cNvSpPr>
            <a:spLocks noGrp="1"/>
          </p:cNvSpPr>
          <p:nvPr>
            <p:ph type="body" sz="quarter" idx="11" hasCustomPrompt="1"/>
          </p:nvPr>
        </p:nvSpPr>
        <p:spPr>
          <a:xfrm>
            <a:off x="513083" y="4632765"/>
            <a:ext cx="5289245" cy="316838"/>
          </a:xfrm>
          <a:prstGeom prst="rect">
            <a:avLst/>
          </a:prstGeom>
        </p:spPr>
        <p:txBody>
          <a:bodyPr lIns="90000" tIns="46800" rIns="90000" bIns="46800"/>
          <a:lstStyle>
            <a:lvl1pPr marL="0" indent="0" algn="l" defTabSz="913943" rtl="0" eaLnBrk="1" latinLnBrk="0" hangingPunct="1">
              <a:spcBef>
                <a:spcPts val="0"/>
              </a:spcBef>
              <a:spcAft>
                <a:spcPts val="600"/>
              </a:spcAft>
              <a:buClr>
                <a:schemeClr val="tx2"/>
              </a:buClr>
              <a:buSzPct val="70000"/>
              <a:buFont typeface="Arial" pitchFamily="34" charset="0"/>
              <a:buNone/>
              <a:defRPr lang="en-US" sz="1599" kern="1200" dirty="0" smtClean="0">
                <a:solidFill>
                  <a:srgbClr val="2E2E38"/>
                </a:solidFill>
                <a:latin typeface="+mn-lt"/>
                <a:ea typeface="+mn-ea"/>
                <a:cs typeface="+mn-cs"/>
              </a:defRPr>
            </a:lvl1pPr>
            <a:lvl2pPr marL="356438" indent="0">
              <a:buNone/>
              <a:defRPr lang="en-US" sz="1999" smtClean="0">
                <a:latin typeface="+mn-lt"/>
              </a:defRPr>
            </a:lvl2pPr>
            <a:lvl3pPr>
              <a:defRPr lang="en-US" sz="1799" smtClean="0">
                <a:latin typeface="+mn-lt"/>
              </a:defRPr>
            </a:lvl3pPr>
            <a:lvl4pPr>
              <a:defRPr lang="en-US" sz="1599" smtClean="0">
                <a:latin typeface="+mn-lt"/>
              </a:defRPr>
            </a:lvl4pPr>
            <a:lvl5pPr>
              <a:defRPr lang="en-IN" sz="1599">
                <a:latin typeface="+mn-lt"/>
              </a:defRPr>
            </a:lvl5pPr>
          </a:lstStyle>
          <a:p>
            <a:pPr marL="0" lvl="0" indent="0">
              <a:spcBef>
                <a:spcPts val="0"/>
              </a:spcBef>
              <a:buNone/>
            </a:pPr>
            <a:r>
              <a:rPr lang="en-US"/>
              <a:t>Name Surname</a:t>
            </a:r>
          </a:p>
        </p:txBody>
      </p:sp>
      <p:sp>
        <p:nvSpPr>
          <p:cNvPr id="9" name="Text Placeholder 6">
            <a:extLst>
              <a:ext uri="{FF2B5EF4-FFF2-40B4-BE49-F238E27FC236}">
                <a16:creationId xmlns="" xmlns:a16="http://schemas.microsoft.com/office/drawing/2014/main" id="{034CE9DD-CE12-4D9F-8FD6-A2522F36C807}"/>
              </a:ext>
            </a:extLst>
          </p:cNvPr>
          <p:cNvSpPr>
            <a:spLocks noGrp="1"/>
          </p:cNvSpPr>
          <p:nvPr>
            <p:ph type="body" sz="quarter" idx="12" hasCustomPrompt="1"/>
          </p:nvPr>
        </p:nvSpPr>
        <p:spPr>
          <a:xfrm>
            <a:off x="513083" y="4971442"/>
            <a:ext cx="5289245" cy="316838"/>
          </a:xfrm>
          <a:prstGeom prst="rect">
            <a:avLst/>
          </a:prstGeom>
        </p:spPr>
        <p:txBody>
          <a:bodyPr lIns="90000" tIns="46800" rIns="90000" bIns="46800"/>
          <a:lstStyle>
            <a:lvl1pPr marL="0" indent="0" algn="l" defTabSz="913943" rtl="0" eaLnBrk="1" latinLnBrk="0" hangingPunct="1">
              <a:spcBef>
                <a:spcPts val="0"/>
              </a:spcBef>
              <a:spcAft>
                <a:spcPts val="600"/>
              </a:spcAft>
              <a:buClr>
                <a:schemeClr val="tx2"/>
              </a:buClr>
              <a:buSzPct val="70000"/>
              <a:buFont typeface="Arial" pitchFamily="34" charset="0"/>
              <a:buNone/>
              <a:defRPr lang="en-US" sz="1599" kern="1200" dirty="0" smtClean="0">
                <a:solidFill>
                  <a:srgbClr val="2E2E38"/>
                </a:solidFill>
                <a:latin typeface="+mn-lt"/>
                <a:ea typeface="+mn-ea"/>
                <a:cs typeface="+mn-cs"/>
              </a:defRPr>
            </a:lvl1pPr>
            <a:lvl2pPr marL="356438" indent="0">
              <a:buNone/>
              <a:defRPr lang="en-US" sz="1999" smtClean="0">
                <a:latin typeface="+mn-lt"/>
              </a:defRPr>
            </a:lvl2pPr>
            <a:lvl3pPr>
              <a:defRPr lang="en-US" sz="1799" smtClean="0">
                <a:latin typeface="+mn-lt"/>
              </a:defRPr>
            </a:lvl3pPr>
            <a:lvl4pPr>
              <a:defRPr lang="en-US" sz="1599" smtClean="0">
                <a:latin typeface="+mn-lt"/>
              </a:defRPr>
            </a:lvl4pPr>
            <a:lvl5pPr>
              <a:defRPr lang="en-IN" sz="1599">
                <a:latin typeface="+mn-lt"/>
              </a:defRPr>
            </a:lvl5pPr>
          </a:lstStyle>
          <a:p>
            <a:pPr marL="0" lvl="0" indent="0">
              <a:spcBef>
                <a:spcPts val="0"/>
              </a:spcBef>
              <a:buNone/>
            </a:pPr>
            <a:r>
              <a:rPr lang="en-US"/>
              <a:t>Job Title</a:t>
            </a:r>
          </a:p>
        </p:txBody>
      </p:sp>
    </p:spTree>
    <p:extLst>
      <p:ext uri="{BB962C8B-B14F-4D97-AF65-F5344CB8AC3E}">
        <p14:creationId xmlns:p14="http://schemas.microsoft.com/office/powerpoint/2010/main" val="39310312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Standard slide_Quotes">
    <p:spTree>
      <p:nvGrpSpPr>
        <p:cNvPr id="1" name=""/>
        <p:cNvGrpSpPr/>
        <p:nvPr/>
      </p:nvGrpSpPr>
      <p:grpSpPr>
        <a:xfrm>
          <a:off x="0" y="0"/>
          <a:ext cx="0" cy="0"/>
          <a:chOff x="0" y="0"/>
          <a:chExt cx="0" cy="0"/>
        </a:xfrm>
      </p:grpSpPr>
      <p:sp>
        <p:nvSpPr>
          <p:cNvPr id="4" name="Text Placeholder 6">
            <a:extLst>
              <a:ext uri="{FF2B5EF4-FFF2-40B4-BE49-F238E27FC236}">
                <a16:creationId xmlns="" xmlns:a16="http://schemas.microsoft.com/office/drawing/2014/main" id="{E28D7EA5-A532-4D8B-9984-8F3D1FEA98DB}"/>
              </a:ext>
            </a:extLst>
          </p:cNvPr>
          <p:cNvSpPr>
            <a:spLocks noGrp="1"/>
          </p:cNvSpPr>
          <p:nvPr>
            <p:ph type="body" sz="quarter" idx="10"/>
          </p:nvPr>
        </p:nvSpPr>
        <p:spPr>
          <a:xfrm>
            <a:off x="3451378" y="2060235"/>
            <a:ext cx="5289245" cy="3025522"/>
          </a:xfrm>
          <a:prstGeom prst="rect">
            <a:avLst/>
          </a:prstGeom>
        </p:spPr>
        <p:txBody>
          <a:bodyPr lIns="0" tIns="0" rIns="0" bIns="0">
            <a:noAutofit/>
          </a:bodyPr>
          <a:lstStyle>
            <a:lvl1pPr marL="0" indent="0" algn="ctr">
              <a:buNone/>
              <a:defRPr lang="en-US" sz="2799" dirty="0" smtClean="0">
                <a:latin typeface="Georgia" panose="02040502050405020303" pitchFamily="18" charset="0"/>
              </a:defRPr>
            </a:lvl1pPr>
          </a:lstStyle>
          <a:p>
            <a:pPr marL="356438" lvl="0" indent="-356438" algn="ctr">
              <a:spcBef>
                <a:spcPts val="0"/>
              </a:spcBef>
            </a:pPr>
            <a:r>
              <a:rPr lang="en-US"/>
              <a:t>Edit Master text styles</a:t>
            </a:r>
          </a:p>
        </p:txBody>
      </p:sp>
      <p:sp>
        <p:nvSpPr>
          <p:cNvPr id="5" name="Text Placeholder 6">
            <a:extLst>
              <a:ext uri="{FF2B5EF4-FFF2-40B4-BE49-F238E27FC236}">
                <a16:creationId xmlns="" xmlns:a16="http://schemas.microsoft.com/office/drawing/2014/main" id="{9F9B9C3C-16F2-40B2-A460-0480520ECF89}"/>
              </a:ext>
            </a:extLst>
          </p:cNvPr>
          <p:cNvSpPr>
            <a:spLocks noGrp="1"/>
          </p:cNvSpPr>
          <p:nvPr>
            <p:ph type="body" sz="quarter" idx="11" hasCustomPrompt="1"/>
          </p:nvPr>
        </p:nvSpPr>
        <p:spPr>
          <a:xfrm>
            <a:off x="3451378" y="5506678"/>
            <a:ext cx="5289245" cy="316838"/>
          </a:xfrm>
          <a:prstGeom prst="rect">
            <a:avLst/>
          </a:prstGeom>
        </p:spPr>
        <p:txBody>
          <a:bodyPr lIns="0" tIns="0" rIns="0" bIns="0">
            <a:noAutofit/>
          </a:bodyPr>
          <a:lstStyle>
            <a:lvl1pPr marL="0" indent="0" algn="ctr">
              <a:buNone/>
              <a:defRPr lang="en-US" sz="1599" dirty="0" smtClean="0">
                <a:solidFill>
                  <a:srgbClr val="2E2E38"/>
                </a:solidFill>
                <a:latin typeface="+mn-lt"/>
              </a:defRPr>
            </a:lvl1pPr>
          </a:lstStyle>
          <a:p>
            <a:pPr marL="356438" lvl="0" indent="-356438" algn="ctr">
              <a:spcBef>
                <a:spcPts val="0"/>
              </a:spcBef>
              <a:spcAft>
                <a:spcPts val="600"/>
              </a:spcAft>
            </a:pPr>
            <a:r>
              <a:rPr lang="en-US"/>
              <a:t>Name Surname</a:t>
            </a:r>
          </a:p>
        </p:txBody>
      </p:sp>
      <p:sp>
        <p:nvSpPr>
          <p:cNvPr id="6" name="Text Placeholder 6">
            <a:extLst>
              <a:ext uri="{FF2B5EF4-FFF2-40B4-BE49-F238E27FC236}">
                <a16:creationId xmlns="" xmlns:a16="http://schemas.microsoft.com/office/drawing/2014/main" id="{8E04541C-CC5D-4455-8271-73223AE0A881}"/>
              </a:ext>
            </a:extLst>
          </p:cNvPr>
          <p:cNvSpPr>
            <a:spLocks noGrp="1"/>
          </p:cNvSpPr>
          <p:nvPr>
            <p:ph type="body" sz="quarter" idx="12" hasCustomPrompt="1"/>
          </p:nvPr>
        </p:nvSpPr>
        <p:spPr>
          <a:xfrm>
            <a:off x="3451378" y="5818717"/>
            <a:ext cx="5289245" cy="316838"/>
          </a:xfrm>
          <a:prstGeom prst="rect">
            <a:avLst/>
          </a:prstGeom>
        </p:spPr>
        <p:txBody>
          <a:bodyPr vert="horz" lIns="0" tIns="0" rIns="0" bIns="0" rtlCol="0" anchor="t" anchorCtr="0">
            <a:noAutofit/>
          </a:bodyPr>
          <a:lstStyle>
            <a:lvl1pPr marL="0" indent="0" algn="ctr">
              <a:buNone/>
              <a:defRPr lang="en-US" sz="1599" dirty="0" smtClean="0">
                <a:solidFill>
                  <a:srgbClr val="2E2E38"/>
                </a:solidFill>
                <a:latin typeface="+mn-lt"/>
              </a:defRPr>
            </a:lvl1pPr>
          </a:lstStyle>
          <a:p>
            <a:pPr marL="356438" lvl="0" indent="-356438" algn="ctr">
              <a:spcBef>
                <a:spcPts val="0"/>
              </a:spcBef>
              <a:spcAft>
                <a:spcPts val="600"/>
              </a:spcAft>
            </a:pPr>
            <a:r>
              <a:rPr lang="en-US"/>
              <a:t>Job Title</a:t>
            </a:r>
          </a:p>
        </p:txBody>
      </p:sp>
      <p:sp>
        <p:nvSpPr>
          <p:cNvPr id="9" name="Text Placeholder 11">
            <a:extLst>
              <a:ext uri="{FF2B5EF4-FFF2-40B4-BE49-F238E27FC236}">
                <a16:creationId xmlns="" xmlns:a16="http://schemas.microsoft.com/office/drawing/2014/main" id="{FBD672D3-B116-471A-8511-D80D5D920D93}"/>
              </a:ext>
            </a:extLst>
          </p:cNvPr>
          <p:cNvSpPr txBox="1">
            <a:spLocks/>
          </p:cNvSpPr>
          <p:nvPr userDrawn="1"/>
        </p:nvSpPr>
        <p:spPr>
          <a:xfrm>
            <a:off x="4927415" y="979788"/>
            <a:ext cx="2337171" cy="882687"/>
          </a:xfrm>
          <a:prstGeom prst="rect">
            <a:avLst/>
          </a:prstGeom>
        </p:spPr>
        <p:txBody>
          <a:bodyPr lIns="0" tIns="0" rIns="0" bIns="0">
            <a:noAutofit/>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1194">
                <a:solidFill>
                  <a:schemeClr val="tx2"/>
                </a:solidFill>
                <a:latin typeface="Georgia" panose="02040502050405020303" pitchFamily="18" charset="0"/>
              </a:rPr>
              <a:t>“ </a:t>
            </a:r>
          </a:p>
        </p:txBody>
      </p:sp>
    </p:spTree>
    <p:extLst>
      <p:ext uri="{BB962C8B-B14F-4D97-AF65-F5344CB8AC3E}">
        <p14:creationId xmlns:p14="http://schemas.microsoft.com/office/powerpoint/2010/main" val="28502130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Standard slide_no bullets">
    <p:spTree>
      <p:nvGrpSpPr>
        <p:cNvPr id="1" name=""/>
        <p:cNvGrpSpPr/>
        <p:nvPr/>
      </p:nvGrpSpPr>
      <p:grpSpPr>
        <a:xfrm>
          <a:off x="0" y="0"/>
          <a:ext cx="0" cy="0"/>
          <a:chOff x="0" y="0"/>
          <a:chExt cx="0" cy="0"/>
        </a:xfrm>
      </p:grpSpPr>
      <p:sp>
        <p:nvSpPr>
          <p:cNvPr id="15" name="Picture Placeholder 14">
            <a:extLst>
              <a:ext uri="{FF2B5EF4-FFF2-40B4-BE49-F238E27FC236}">
                <a16:creationId xmlns="" xmlns:a16="http://schemas.microsoft.com/office/drawing/2014/main" id="{628F8CDB-776D-4811-AE2C-217236ECDECA}"/>
              </a:ext>
            </a:extLst>
          </p:cNvPr>
          <p:cNvSpPr>
            <a:spLocks noGrp="1"/>
          </p:cNvSpPr>
          <p:nvPr>
            <p:ph type="pic" sz="quarter" idx="12"/>
          </p:nvPr>
        </p:nvSpPr>
        <p:spPr>
          <a:xfrm>
            <a:off x="6223938" y="0"/>
            <a:ext cx="5968062" cy="6858000"/>
          </a:xfrm>
          <a:prstGeom prst="rect">
            <a:avLst/>
          </a:prstGeom>
        </p:spPr>
        <p:txBody>
          <a:bodyPr/>
          <a:lstStyle/>
          <a:p>
            <a:endParaRPr lang="en-IN"/>
          </a:p>
        </p:txBody>
      </p:sp>
      <p:sp>
        <p:nvSpPr>
          <p:cNvPr id="5" name="Text Placeholder 4">
            <a:extLst>
              <a:ext uri="{FF2B5EF4-FFF2-40B4-BE49-F238E27FC236}">
                <a16:creationId xmlns="" xmlns:a16="http://schemas.microsoft.com/office/drawing/2014/main" id="{626E96BA-E9E4-496B-8CA5-6DA27B8AD7E4}"/>
              </a:ext>
            </a:extLst>
          </p:cNvPr>
          <p:cNvSpPr>
            <a:spLocks noGrp="1"/>
          </p:cNvSpPr>
          <p:nvPr>
            <p:ph type="body" sz="quarter" idx="10" hasCustomPrompt="1"/>
          </p:nvPr>
        </p:nvSpPr>
        <p:spPr>
          <a:xfrm>
            <a:off x="616900" y="2578743"/>
            <a:ext cx="4535597" cy="1055708"/>
          </a:xfrm>
          <a:prstGeom prst="rect">
            <a:avLst/>
          </a:prstGeom>
        </p:spPr>
        <p:txBody>
          <a:bodyPr/>
          <a:lstStyle>
            <a:lvl1pPr marL="0" indent="0">
              <a:buNone/>
              <a:defRPr sz="2999"/>
            </a:lvl1pPr>
          </a:lstStyle>
          <a:p>
            <a:pPr lvl="0"/>
            <a:r>
              <a:rPr lang="en-IN"/>
              <a:t>Chapter Title</a:t>
            </a:r>
          </a:p>
          <a:p>
            <a:pPr lvl="0"/>
            <a:r>
              <a:rPr lang="en-IN"/>
              <a:t>EY Interstate Light</a:t>
            </a:r>
          </a:p>
        </p:txBody>
      </p:sp>
      <p:sp>
        <p:nvSpPr>
          <p:cNvPr id="14" name="Text Placeholder 4">
            <a:extLst>
              <a:ext uri="{FF2B5EF4-FFF2-40B4-BE49-F238E27FC236}">
                <a16:creationId xmlns="" xmlns:a16="http://schemas.microsoft.com/office/drawing/2014/main" id="{1173C8A3-BA2F-497B-A214-45B02D73AF20}"/>
              </a:ext>
            </a:extLst>
          </p:cNvPr>
          <p:cNvSpPr>
            <a:spLocks noGrp="1"/>
          </p:cNvSpPr>
          <p:nvPr>
            <p:ph type="body" sz="quarter" idx="11" hasCustomPrompt="1"/>
          </p:nvPr>
        </p:nvSpPr>
        <p:spPr>
          <a:xfrm>
            <a:off x="616900" y="3840384"/>
            <a:ext cx="4535597" cy="1055708"/>
          </a:xfrm>
          <a:prstGeom prst="rect">
            <a:avLst/>
          </a:prstGeom>
        </p:spPr>
        <p:txBody>
          <a:bodyPr/>
          <a:lstStyle>
            <a:lvl1pPr marL="0" indent="0">
              <a:buNone/>
              <a:defRPr sz="1599"/>
            </a:lvl1pPr>
          </a:lstStyle>
          <a:p>
            <a:pPr lvl="0"/>
            <a:r>
              <a:rPr lang="en-IN"/>
              <a:t>text</a:t>
            </a:r>
          </a:p>
        </p:txBody>
      </p:sp>
    </p:spTree>
    <p:extLst>
      <p:ext uri="{BB962C8B-B14F-4D97-AF65-F5344CB8AC3E}">
        <p14:creationId xmlns:p14="http://schemas.microsoft.com/office/powerpoint/2010/main" val="9781851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a:solidFill>
                  <a:schemeClr val="bg1"/>
                </a:solidFill>
              </a:defRPr>
            </a:lvl1pPr>
          </a:lstStyle>
          <a:p>
            <a:r>
              <a:rPr lang="en-US"/>
              <a:t>Click to edit Master title style</a:t>
            </a:r>
            <a:endParaRPr lang="en-GB"/>
          </a:p>
        </p:txBody>
      </p:sp>
      <p:sp>
        <p:nvSpPr>
          <p:cNvPr id="5" name="Table Placeholder 4">
            <a:extLst>
              <a:ext uri="{FF2B5EF4-FFF2-40B4-BE49-F238E27FC236}">
                <a16:creationId xmlns="" xmlns:a16="http://schemas.microsoft.com/office/drawing/2014/main" id="{95A2BE92-ABF7-4A82-BC35-00F28F500FED}"/>
              </a:ext>
            </a:extLst>
          </p:cNvPr>
          <p:cNvSpPr>
            <a:spLocks noGrp="1"/>
          </p:cNvSpPr>
          <p:nvPr>
            <p:ph type="tbl" sz="quarter" idx="10"/>
          </p:nvPr>
        </p:nvSpPr>
        <p:spPr>
          <a:xfrm>
            <a:off x="609600" y="1137921"/>
            <a:ext cx="4954924" cy="4267457"/>
          </a:xfrm>
          <a:prstGeom prst="rect">
            <a:avLst/>
          </a:prstGeom>
        </p:spPr>
        <p:txBody>
          <a:bodyPr/>
          <a:lstStyle/>
          <a:p>
            <a:endParaRPr lang="en-IN"/>
          </a:p>
        </p:txBody>
      </p:sp>
      <p:sp>
        <p:nvSpPr>
          <p:cNvPr id="10" name="Text Placeholder 16">
            <a:extLst>
              <a:ext uri="{FF2B5EF4-FFF2-40B4-BE49-F238E27FC236}">
                <a16:creationId xmlns="" xmlns:a16="http://schemas.microsoft.com/office/drawing/2014/main" id="{DA81FCAA-64D2-4A9C-B16E-9C4E3BB431BB}"/>
              </a:ext>
            </a:extLst>
          </p:cNvPr>
          <p:cNvSpPr>
            <a:spLocks noGrp="1"/>
          </p:cNvSpPr>
          <p:nvPr>
            <p:ph type="body" sz="quarter" idx="14" hasCustomPrompt="1"/>
          </p:nvPr>
        </p:nvSpPr>
        <p:spPr>
          <a:xfrm>
            <a:off x="7129748" y="3813288"/>
            <a:ext cx="3087667" cy="180000"/>
          </a:xfrm>
          <a:prstGeom prst="rect">
            <a:avLst/>
          </a:prstGeom>
        </p:spPr>
        <p:txBody>
          <a:bodyPr/>
          <a:lstStyle>
            <a:lvl1pPr marL="0" indent="0">
              <a:buNone/>
              <a:defRPr sz="1199">
                <a:solidFill>
                  <a:schemeClr val="bg1"/>
                </a:solidFill>
              </a:defRPr>
            </a:lvl1pPr>
          </a:lstStyle>
          <a:p>
            <a:pPr lvl="0"/>
            <a:r>
              <a:rPr lang="en-US"/>
              <a:t>Name Surname</a:t>
            </a:r>
            <a:endParaRPr lang="en-GB"/>
          </a:p>
        </p:txBody>
      </p:sp>
      <p:sp>
        <p:nvSpPr>
          <p:cNvPr id="11" name="Text Placeholder 16">
            <a:extLst>
              <a:ext uri="{FF2B5EF4-FFF2-40B4-BE49-F238E27FC236}">
                <a16:creationId xmlns="" xmlns:a16="http://schemas.microsoft.com/office/drawing/2014/main" id="{03CDC117-35F2-47B2-85B2-29CB8EE7E096}"/>
              </a:ext>
            </a:extLst>
          </p:cNvPr>
          <p:cNvSpPr>
            <a:spLocks noGrp="1"/>
          </p:cNvSpPr>
          <p:nvPr>
            <p:ph type="body" sz="quarter" idx="15" hasCustomPrompt="1"/>
          </p:nvPr>
        </p:nvSpPr>
        <p:spPr>
          <a:xfrm>
            <a:off x="7129748" y="4055931"/>
            <a:ext cx="3087667" cy="180000"/>
          </a:xfrm>
          <a:prstGeom prst="rect">
            <a:avLst/>
          </a:prstGeom>
        </p:spPr>
        <p:txBody>
          <a:bodyPr/>
          <a:lstStyle>
            <a:lvl1pPr marL="0" indent="0">
              <a:buNone/>
              <a:defRPr sz="1199">
                <a:solidFill>
                  <a:schemeClr val="bg1"/>
                </a:solidFill>
              </a:defRPr>
            </a:lvl1pPr>
          </a:lstStyle>
          <a:p>
            <a:pPr lvl="0"/>
            <a:r>
              <a:rPr lang="en-US"/>
              <a:t>Job Title to go here</a:t>
            </a:r>
            <a:endParaRPr lang="en-GB"/>
          </a:p>
        </p:txBody>
      </p:sp>
      <p:sp>
        <p:nvSpPr>
          <p:cNvPr id="14" name="Picture Placeholder 19">
            <a:extLst>
              <a:ext uri="{FF2B5EF4-FFF2-40B4-BE49-F238E27FC236}">
                <a16:creationId xmlns="" xmlns:a16="http://schemas.microsoft.com/office/drawing/2014/main" id="{00A15EA9-2372-4E06-83C2-1E13AB1FA626}"/>
              </a:ext>
            </a:extLst>
          </p:cNvPr>
          <p:cNvSpPr>
            <a:spLocks noGrp="1"/>
          </p:cNvSpPr>
          <p:nvPr>
            <p:ph type="pic" sz="quarter" idx="16"/>
          </p:nvPr>
        </p:nvSpPr>
        <p:spPr>
          <a:xfrm>
            <a:off x="6119820" y="3578084"/>
            <a:ext cx="778554" cy="778959"/>
          </a:xfrm>
          <a:prstGeom prst="ellipse">
            <a:avLst/>
          </a:prstGeom>
        </p:spPr>
        <p:txBody>
          <a:bodyPr anchor="ctr"/>
          <a:lstStyle>
            <a:lvl1pPr marL="0" indent="0" algn="ctr">
              <a:buNone/>
              <a:defRPr sz="900">
                <a:solidFill>
                  <a:schemeClr val="bg1"/>
                </a:solidFill>
              </a:defRPr>
            </a:lvl1pPr>
          </a:lstStyle>
          <a:p>
            <a:endParaRPr lang="en-GB"/>
          </a:p>
        </p:txBody>
      </p:sp>
      <p:sp>
        <p:nvSpPr>
          <p:cNvPr id="9" name="Text Placeholder 8">
            <a:extLst>
              <a:ext uri="{FF2B5EF4-FFF2-40B4-BE49-F238E27FC236}">
                <a16:creationId xmlns="" xmlns:a16="http://schemas.microsoft.com/office/drawing/2014/main" id="{5DB83DAE-9FEB-4E9C-85BA-A34BD239275A}"/>
              </a:ext>
            </a:extLst>
          </p:cNvPr>
          <p:cNvSpPr>
            <a:spLocks noGrp="1"/>
          </p:cNvSpPr>
          <p:nvPr>
            <p:ph type="body" sz="quarter" idx="17" hasCustomPrompt="1"/>
          </p:nvPr>
        </p:nvSpPr>
        <p:spPr>
          <a:xfrm>
            <a:off x="6119821" y="1137921"/>
            <a:ext cx="5462580" cy="373807"/>
          </a:xfrm>
          <a:prstGeom prst="rect">
            <a:avLst/>
          </a:prstGeom>
        </p:spPr>
        <p:txBody>
          <a:bodyPr/>
          <a:lstStyle>
            <a:lvl1pPr marL="0" indent="0">
              <a:buNone/>
              <a:defRPr/>
            </a:lvl1pPr>
          </a:lstStyle>
          <a:p>
            <a:pPr lvl="0"/>
            <a:r>
              <a:rPr lang="en-US"/>
              <a:t>Key Takeaways</a:t>
            </a:r>
          </a:p>
        </p:txBody>
      </p:sp>
      <p:sp>
        <p:nvSpPr>
          <p:cNvPr id="15" name="Text Placeholder 8">
            <a:extLst>
              <a:ext uri="{FF2B5EF4-FFF2-40B4-BE49-F238E27FC236}">
                <a16:creationId xmlns="" xmlns:a16="http://schemas.microsoft.com/office/drawing/2014/main" id="{C1ABE303-7041-4312-AD03-0E872AEF99BE}"/>
              </a:ext>
            </a:extLst>
          </p:cNvPr>
          <p:cNvSpPr>
            <a:spLocks noGrp="1"/>
          </p:cNvSpPr>
          <p:nvPr>
            <p:ph type="body" sz="quarter" idx="18" hasCustomPrompt="1"/>
          </p:nvPr>
        </p:nvSpPr>
        <p:spPr>
          <a:xfrm>
            <a:off x="6119821" y="1635009"/>
            <a:ext cx="5462580" cy="1611554"/>
          </a:xfrm>
          <a:prstGeom prst="rect">
            <a:avLst/>
          </a:prstGeom>
        </p:spPr>
        <p:txBody>
          <a:bodyPr/>
          <a:lstStyle>
            <a:lvl1pPr marL="0" indent="0">
              <a:buNone/>
              <a:defRPr sz="1599"/>
            </a:lvl1pPr>
          </a:lstStyle>
          <a:p>
            <a:pPr lvl="0"/>
            <a:r>
              <a:rPr lang="en-US"/>
              <a:t>Content EY Interstate Light, 16pt, Lorem ipsum dolor, 12pt, </a:t>
            </a:r>
            <a:r>
              <a:rPr lang="en-US" err="1"/>
              <a:t>Utinam</a:t>
            </a:r>
            <a:r>
              <a:rPr lang="en-US"/>
              <a:t> </a:t>
            </a:r>
            <a:r>
              <a:rPr lang="en-US" err="1"/>
              <a:t>nonumy</a:t>
            </a:r>
            <a:r>
              <a:rPr lang="en-US"/>
              <a:t> </a:t>
            </a:r>
            <a:r>
              <a:rPr lang="en-US" err="1"/>
              <a:t>abhorreant</a:t>
            </a:r>
            <a:r>
              <a:rPr lang="en-US"/>
              <a:t> </a:t>
            </a:r>
            <a:r>
              <a:rPr lang="en-US" err="1"/>
              <a:t>sead</a:t>
            </a:r>
            <a:r>
              <a:rPr lang="en-US"/>
              <a:t>. </a:t>
            </a:r>
            <a:r>
              <a:rPr lang="en-US" err="1"/>
              <a:t>Putant</a:t>
            </a:r>
            <a:r>
              <a:rPr lang="en-US"/>
              <a:t> </a:t>
            </a:r>
            <a:r>
              <a:rPr lang="en-US" err="1"/>
              <a:t>probatus</a:t>
            </a:r>
            <a:r>
              <a:rPr lang="en-US"/>
              <a:t> id vis, ad his </a:t>
            </a:r>
            <a:r>
              <a:rPr lang="en-US" err="1"/>
              <a:t>meis</a:t>
            </a:r>
            <a:r>
              <a:rPr lang="en-US"/>
              <a:t> </a:t>
            </a:r>
            <a:r>
              <a:rPr lang="en-US" err="1"/>
              <a:t>habemus</a:t>
            </a:r>
            <a:r>
              <a:rPr lang="en-US"/>
              <a:t> </a:t>
            </a:r>
            <a:r>
              <a:rPr lang="en-US" err="1"/>
              <a:t>repudiare</a:t>
            </a:r>
            <a:r>
              <a:rPr lang="en-US"/>
              <a:t>, has an </a:t>
            </a:r>
            <a:r>
              <a:rPr lang="en-US" err="1"/>
              <a:t>pericula</a:t>
            </a:r>
            <a:r>
              <a:rPr lang="en-US"/>
              <a:t> </a:t>
            </a:r>
            <a:r>
              <a:rPr lang="en-US" err="1"/>
              <a:t>tractatos</a:t>
            </a:r>
            <a:r>
              <a:rPr lang="en-US"/>
              <a:t>. </a:t>
            </a:r>
            <a:r>
              <a:rPr lang="en-US" err="1"/>
              <a:t>Nec</a:t>
            </a:r>
            <a:r>
              <a:rPr lang="en-US"/>
              <a:t> </a:t>
            </a:r>
            <a:r>
              <a:rPr lang="en-US" err="1"/>
              <a:t>debitis</a:t>
            </a:r>
            <a:r>
              <a:rPr lang="en-US"/>
              <a:t> </a:t>
            </a:r>
            <a:r>
              <a:rPr lang="en-US" err="1"/>
              <a:t>dissentias</a:t>
            </a:r>
            <a:r>
              <a:rPr lang="en-US"/>
              <a:t> ad. </a:t>
            </a:r>
            <a:r>
              <a:rPr lang="en-US" err="1"/>
              <a:t>Patrioque</a:t>
            </a:r>
            <a:r>
              <a:rPr lang="en-US"/>
              <a:t> </a:t>
            </a:r>
            <a:r>
              <a:rPr lang="en-US" err="1"/>
              <a:t>voluptatum</a:t>
            </a:r>
            <a:r>
              <a:rPr lang="en-US"/>
              <a:t> </a:t>
            </a:r>
            <a:r>
              <a:rPr lang="en-US" err="1"/>
              <a:t>sed</a:t>
            </a:r>
            <a:r>
              <a:rPr lang="en-US"/>
              <a:t> ex, id </a:t>
            </a:r>
            <a:r>
              <a:rPr lang="en-US" err="1"/>
              <a:t>admodum</a:t>
            </a:r>
            <a:r>
              <a:rPr lang="en-US"/>
              <a:t>.</a:t>
            </a:r>
          </a:p>
          <a:p>
            <a:pPr lvl="0"/>
            <a:endParaRPr lang="en-US"/>
          </a:p>
        </p:txBody>
      </p:sp>
      <p:sp>
        <p:nvSpPr>
          <p:cNvPr id="20" name="Line 10">
            <a:extLst>
              <a:ext uri="{FF2B5EF4-FFF2-40B4-BE49-F238E27FC236}">
                <a16:creationId xmlns="" xmlns:a16="http://schemas.microsoft.com/office/drawing/2014/main" id="{B69EB865-6B86-419B-923C-F7DDC68C9C66}"/>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21419056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tandard slide_Quotes">
    <p:spTree>
      <p:nvGrpSpPr>
        <p:cNvPr id="1" name=""/>
        <p:cNvGrpSpPr/>
        <p:nvPr/>
      </p:nvGrpSpPr>
      <p:grpSpPr>
        <a:xfrm>
          <a:off x="0" y="0"/>
          <a:ext cx="0" cy="0"/>
          <a:chOff x="0" y="0"/>
          <a:chExt cx="0" cy="0"/>
        </a:xfrm>
      </p:grpSpPr>
      <p:sp>
        <p:nvSpPr>
          <p:cNvPr id="3" name="Picture Placeholder 2">
            <a:extLst>
              <a:ext uri="{FF2B5EF4-FFF2-40B4-BE49-F238E27FC236}">
                <a16:creationId xmlns="" xmlns:a16="http://schemas.microsoft.com/office/drawing/2014/main" id="{70507BA1-EA97-432B-8AAE-BE8FEE624583}"/>
              </a:ext>
            </a:extLst>
          </p:cNvPr>
          <p:cNvSpPr>
            <a:spLocks noGrp="1"/>
          </p:cNvSpPr>
          <p:nvPr>
            <p:ph type="pic" sz="quarter" idx="10"/>
          </p:nvPr>
        </p:nvSpPr>
        <p:spPr>
          <a:xfrm>
            <a:off x="0" y="0"/>
            <a:ext cx="12192000" cy="6858000"/>
          </a:xfrm>
          <a:prstGeom prst="rect">
            <a:avLst/>
          </a:prstGeom>
          <a:ln>
            <a:noFill/>
          </a:ln>
        </p:spPr>
        <p:txBody>
          <a:bodyPr/>
          <a:lstStyle>
            <a:lvl1pPr marL="0" indent="0" algn="ctr">
              <a:buNone/>
              <a:defRPr/>
            </a:lvl1pPr>
          </a:lstStyle>
          <a:p>
            <a:endParaRPr lang="en-IN"/>
          </a:p>
        </p:txBody>
      </p:sp>
    </p:spTree>
    <p:extLst>
      <p:ext uri="{BB962C8B-B14F-4D97-AF65-F5344CB8AC3E}">
        <p14:creationId xmlns:p14="http://schemas.microsoft.com/office/powerpoint/2010/main" val="6440874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idx="1"/>
          </p:nvPr>
        </p:nvSpPr>
        <p:spPr>
          <a:xfrm>
            <a:off x="609601" y="1137920"/>
            <a:ext cx="8234455" cy="4834800"/>
          </a:xfrm>
          <a:prstGeom prst="rect">
            <a:avLst/>
          </a:prstGeom>
        </p:spPr>
        <p:txBody>
          <a:bodyPr/>
          <a:lstStyle>
            <a:lvl1pPr marL="0" indent="0">
              <a:buNone/>
              <a:defRPr>
                <a:solidFill>
                  <a:schemeClr val="bg1"/>
                </a:solidFill>
              </a:defRPr>
            </a:lvl1pPr>
            <a:lvl2pPr marL="356438">
              <a:defRPr>
                <a:solidFill>
                  <a:schemeClr val="bg1"/>
                </a:solidFill>
              </a:defRPr>
            </a:lvl2pPr>
            <a:lvl3pPr marL="712875">
              <a:defRPr>
                <a:solidFill>
                  <a:schemeClr val="bg1"/>
                </a:solidFill>
              </a:defRPr>
            </a:lvl3pPr>
            <a:lvl4pPr marL="1069313">
              <a:defRPr>
                <a:solidFill>
                  <a:schemeClr val="bg1"/>
                </a:solidFill>
              </a:defRPr>
            </a:lvl4pPr>
            <a:lvl5pPr marL="1425751">
              <a:defRPr sz="1199">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Line 10">
            <a:extLst>
              <a:ext uri="{FF2B5EF4-FFF2-40B4-BE49-F238E27FC236}">
                <a16:creationId xmlns="" xmlns:a16="http://schemas.microsoft.com/office/drawing/2014/main" id="{8D4CA674-C969-4C5C-9EA4-6D41FE961DE2}"/>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41061842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no line">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880"/>
          </a:xfrm>
        </p:spPr>
        <p:txBody>
          <a:bodyPr/>
          <a:lstStyle>
            <a:lvl1pPr>
              <a:defRPr>
                <a:solidFill>
                  <a:schemeClr val="bg1"/>
                </a:solidFill>
              </a:defRPr>
            </a:lvl1pPr>
          </a:lstStyle>
          <a:p>
            <a:r>
              <a:rPr lang="en-US"/>
              <a:t>Click to edit Master title style</a:t>
            </a:r>
            <a:endParaRPr lang="en-GB"/>
          </a:p>
        </p:txBody>
      </p:sp>
      <p:sp>
        <p:nvSpPr>
          <p:cNvPr id="6" name="Line 10">
            <a:extLst>
              <a:ext uri="{FF2B5EF4-FFF2-40B4-BE49-F238E27FC236}">
                <a16:creationId xmlns="" xmlns:a16="http://schemas.microsoft.com/office/drawing/2014/main" id="{97A26880-8DD7-4A78-ADAF-91ED2E744A7C}"/>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14286205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880"/>
          </a:xfrm>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sz="half" idx="1"/>
          </p:nvPr>
        </p:nvSpPr>
        <p:spPr>
          <a:xfrm>
            <a:off x="609601" y="1137919"/>
            <a:ext cx="5384800" cy="4834800"/>
          </a:xfrm>
          <a:prstGeom prst="rect">
            <a:avLst/>
          </a:prstGeo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1" y="1137919"/>
            <a:ext cx="5384800" cy="4834800"/>
          </a:xfrm>
          <a:prstGeom prst="rect">
            <a:avLst/>
          </a:prstGeo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Line 10">
            <a:extLst>
              <a:ext uri="{FF2B5EF4-FFF2-40B4-BE49-F238E27FC236}">
                <a16:creationId xmlns="" xmlns:a16="http://schemas.microsoft.com/office/drawing/2014/main" id="{9B070B28-7AAC-47E5-9EB5-96B8B8B88057}"/>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27770535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12329" y="1869441"/>
            <a:ext cx="5390400" cy="4256075"/>
          </a:xfrm>
          <a:prstGeom prst="rect">
            <a:avLst/>
          </a:prstGeo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6405" y="1869441"/>
            <a:ext cx="5390400" cy="4256075"/>
          </a:xfrm>
          <a:prstGeom prst="rect">
            <a:avLst/>
          </a:prstGeo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p:cNvSpPr>
            <a:spLocks noGrp="1"/>
          </p:cNvSpPr>
          <p:nvPr>
            <p:ph type="body" sz="quarter" idx="12"/>
          </p:nvPr>
        </p:nvSpPr>
        <p:spPr>
          <a:xfrm>
            <a:off x="609601" y="1137920"/>
            <a:ext cx="5390400" cy="640800"/>
          </a:xfrm>
          <a:prstGeom prst="rect">
            <a:avLst/>
          </a:prstGeom>
        </p:spPr>
        <p:txBody>
          <a:bodyPr anchor="t" anchorCtr="0"/>
          <a:lstStyle>
            <a:lvl1pPr>
              <a:buNone/>
              <a:defRPr b="1">
                <a:solidFill>
                  <a:schemeClr val="bg1"/>
                </a:solidFill>
              </a:defRPr>
            </a:lvl1pPr>
          </a:lstStyle>
          <a:p>
            <a:pPr lvl="0"/>
            <a:endParaRPr lang="en-GB"/>
          </a:p>
        </p:txBody>
      </p:sp>
      <p:sp>
        <p:nvSpPr>
          <p:cNvPr id="11" name="Text Placeholder 9"/>
          <p:cNvSpPr>
            <a:spLocks noGrp="1"/>
          </p:cNvSpPr>
          <p:nvPr>
            <p:ph type="body" sz="quarter" idx="13"/>
          </p:nvPr>
        </p:nvSpPr>
        <p:spPr>
          <a:xfrm>
            <a:off x="6196405" y="1137920"/>
            <a:ext cx="5390400" cy="640800"/>
          </a:xfrm>
          <a:prstGeom prst="rect">
            <a:avLst/>
          </a:prstGeom>
        </p:spPr>
        <p:txBody>
          <a:bodyPr anchor="t" anchorCtr="0"/>
          <a:lstStyle>
            <a:lvl1pPr>
              <a:buNone/>
              <a:defRPr b="1">
                <a:solidFill>
                  <a:schemeClr val="bg1"/>
                </a:solidFill>
              </a:defRPr>
            </a:lvl1pPr>
          </a:lstStyle>
          <a:p>
            <a:pPr lvl="0"/>
            <a:endParaRPr lang="en-GB"/>
          </a:p>
        </p:txBody>
      </p:sp>
      <p:sp>
        <p:nvSpPr>
          <p:cNvPr id="2" name="Title 1"/>
          <p:cNvSpPr>
            <a:spLocks noGrp="1"/>
          </p:cNvSpPr>
          <p:nvPr>
            <p:ph type="title"/>
          </p:nvPr>
        </p:nvSpPr>
        <p:spPr>
          <a:xfrm>
            <a:off x="609601" y="294200"/>
            <a:ext cx="10972800" cy="590880"/>
          </a:xfrm>
        </p:spPr>
        <p:txBody>
          <a:bodyPr/>
          <a:lstStyle>
            <a:lvl1pPr>
              <a:defRPr>
                <a:solidFill>
                  <a:schemeClr val="bg1"/>
                </a:solidFill>
              </a:defRPr>
            </a:lvl1pPr>
          </a:lstStyle>
          <a:p>
            <a:r>
              <a:rPr lang="en-US"/>
              <a:t>Click to edit Master title style</a:t>
            </a:r>
          </a:p>
        </p:txBody>
      </p:sp>
      <p:sp>
        <p:nvSpPr>
          <p:cNvPr id="14" name="Line 10">
            <a:extLst>
              <a:ext uri="{FF2B5EF4-FFF2-40B4-BE49-F238E27FC236}">
                <a16:creationId xmlns="" xmlns:a16="http://schemas.microsoft.com/office/drawing/2014/main" id="{9773E7D9-2434-4381-A00D-27B62C086733}"/>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17748681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86774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ocused data">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20631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7512324"/>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7028815"/>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953148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Empty">
    <p:spTree>
      <p:nvGrpSpPr>
        <p:cNvPr id="1" name=""/>
        <p:cNvGrpSpPr/>
        <p:nvPr/>
      </p:nvGrpSpPr>
      <p:grpSpPr>
        <a:xfrm>
          <a:off x="0" y="0"/>
          <a:ext cx="0" cy="0"/>
          <a:chOff x="0" y="0"/>
          <a:chExt cx="0" cy="0"/>
        </a:xfrm>
      </p:grpSpPr>
      <p:sp>
        <p:nvSpPr>
          <p:cNvPr id="3" name="Media Placeholder 2">
            <a:extLst>
              <a:ext uri="{FF2B5EF4-FFF2-40B4-BE49-F238E27FC236}">
                <a16:creationId xmlns="" xmlns:a16="http://schemas.microsoft.com/office/drawing/2014/main" id="{0052CFA6-7CF5-41BD-9D94-2D0DAE108428}"/>
              </a:ext>
            </a:extLst>
          </p:cNvPr>
          <p:cNvSpPr>
            <a:spLocks noGrp="1"/>
          </p:cNvSpPr>
          <p:nvPr>
            <p:ph type="media" sz="quarter" idx="10" hasCustomPrompt="1"/>
          </p:nvPr>
        </p:nvSpPr>
        <p:spPr>
          <a:xfrm>
            <a:off x="0" y="0"/>
            <a:ext cx="12192000" cy="6858000"/>
          </a:xfrm>
          <a:prstGeom prst="rect">
            <a:avLst/>
          </a:prstGeom>
        </p:spPr>
        <p:txBody>
          <a:bodyPr anchor="ctr"/>
          <a:lstStyle>
            <a:lvl1pPr marL="0" indent="0" algn="ctr">
              <a:buNone/>
              <a:defRPr/>
            </a:lvl1pPr>
          </a:lstStyle>
          <a:p>
            <a:r>
              <a:rPr lang="en-IN"/>
              <a:t>Video</a:t>
            </a:r>
          </a:p>
        </p:txBody>
      </p:sp>
    </p:spTree>
    <p:extLst>
      <p:ext uri="{BB962C8B-B14F-4D97-AF65-F5344CB8AC3E}">
        <p14:creationId xmlns:p14="http://schemas.microsoft.com/office/powerpoint/2010/main" val="87182054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sp>
        <p:nvSpPr>
          <p:cNvPr id="8" name="Content Placeholder 2"/>
          <p:cNvSpPr>
            <a:spLocks noGrp="1"/>
          </p:cNvSpPr>
          <p:nvPr>
            <p:ph idx="1"/>
          </p:nvPr>
        </p:nvSpPr>
        <p:spPr>
          <a:xfrm>
            <a:off x="607483" y="719139"/>
            <a:ext cx="4675200" cy="5210062"/>
          </a:xfrm>
          <a:prstGeom prst="rect">
            <a:avLst/>
          </a:prstGeom>
        </p:spPr>
        <p:txBody>
          <a:bodyPr/>
          <a:lstStyle>
            <a:lvl1pPr marL="0" indent="0" algn="l" defTabSz="994865" rtl="0" fontAlgn="base">
              <a:lnSpc>
                <a:spcPct val="100000"/>
              </a:lnSpc>
              <a:spcBef>
                <a:spcPct val="70000"/>
              </a:spcBef>
              <a:spcAft>
                <a:spcPct val="0"/>
              </a:spcAft>
              <a:buSzPct val="100000"/>
              <a:buNone/>
              <a:defRPr lang="en-US" sz="1199" kern="1200" noProof="0" dirty="0" smtClean="0">
                <a:solidFill>
                  <a:schemeClr val="bg1"/>
                </a:solidFill>
                <a:latin typeface="EYInterstate Light" panose="02000506000000020004" pitchFamily="2" charset="0"/>
                <a:ea typeface="+mn-ea"/>
                <a:cs typeface="Arial" pitchFamily="34" charset="0"/>
              </a:defRPr>
            </a:lvl1pPr>
            <a:lvl2pPr marL="0" indent="0" algn="l" defTabSz="994865"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125" indent="-176125" algn="l" defTabSz="994865"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4865"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819" indent="-188819" algn="l" defTabSz="994865"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52420383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89174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userDrawn="1">
  <p:cSld name="Cover alternate">
    <p:spTree>
      <p:nvGrpSpPr>
        <p:cNvPr id="1" name=""/>
        <p:cNvGrpSpPr/>
        <p:nvPr/>
      </p:nvGrpSpPr>
      <p:grpSpPr>
        <a:xfrm>
          <a:off x="0" y="0"/>
          <a:ext cx="0" cy="0"/>
          <a:chOff x="0" y="0"/>
          <a:chExt cx="0" cy="0"/>
        </a:xfrm>
      </p:grpSpPr>
      <p:sp>
        <p:nvSpPr>
          <p:cNvPr id="8" name="Freeform 5"/>
          <p:cNvSpPr>
            <a:spLocks noChangeAspect="1"/>
          </p:cNvSpPr>
          <p:nvPr userDrawn="1"/>
        </p:nvSpPr>
        <p:spPr bwMode="gray">
          <a:xfrm rot="10800000">
            <a:off x="609283" y="457200"/>
            <a:ext cx="4255152" cy="2694473"/>
          </a:xfrm>
          <a:custGeom>
            <a:avLst/>
            <a:gdLst>
              <a:gd name="connsiteX0" fmla="*/ 0 w 10000"/>
              <a:gd name="connsiteY0" fmla="*/ 0 h 9745"/>
              <a:gd name="connsiteX1" fmla="*/ 921 w 10000"/>
              <a:gd name="connsiteY1" fmla="*/ 9745 h 9745"/>
              <a:gd name="connsiteX2" fmla="*/ 10000 w 10000"/>
              <a:gd name="connsiteY2" fmla="*/ 7201 h 9745"/>
              <a:gd name="connsiteX3" fmla="*/ 10000 w 10000"/>
              <a:gd name="connsiteY3" fmla="*/ 0 h 9745"/>
              <a:gd name="connsiteX4" fmla="*/ 0 w 10000"/>
              <a:gd name="connsiteY4" fmla="*/ 0 h 9745"/>
              <a:gd name="connsiteX0" fmla="*/ 0 w 9079"/>
              <a:gd name="connsiteY0" fmla="*/ 0 h 10000"/>
              <a:gd name="connsiteX1" fmla="*/ 0 w 9079"/>
              <a:gd name="connsiteY1" fmla="*/ 10000 h 10000"/>
              <a:gd name="connsiteX2" fmla="*/ 9079 w 9079"/>
              <a:gd name="connsiteY2" fmla="*/ 7389 h 10000"/>
              <a:gd name="connsiteX3" fmla="*/ 9079 w 9079"/>
              <a:gd name="connsiteY3" fmla="*/ 0 h 10000"/>
              <a:gd name="connsiteX4" fmla="*/ 0 w 9079"/>
              <a:gd name="connsiteY4" fmla="*/ 0 h 10000"/>
              <a:gd name="connsiteX0" fmla="*/ 5 w 10000"/>
              <a:gd name="connsiteY0" fmla="*/ 2555 h 10000"/>
              <a:gd name="connsiteX1" fmla="*/ 0 w 10000"/>
              <a:gd name="connsiteY1" fmla="*/ 10000 h 10000"/>
              <a:gd name="connsiteX2" fmla="*/ 10000 w 10000"/>
              <a:gd name="connsiteY2" fmla="*/ 7389 h 10000"/>
              <a:gd name="connsiteX3" fmla="*/ 10000 w 10000"/>
              <a:gd name="connsiteY3" fmla="*/ 0 h 10000"/>
              <a:gd name="connsiteX4" fmla="*/ 5 w 10000"/>
              <a:gd name="connsiteY4" fmla="*/ 2555 h 10000"/>
              <a:gd name="connsiteX0" fmla="*/ 5 w 10000"/>
              <a:gd name="connsiteY0" fmla="*/ 0 h 7445"/>
              <a:gd name="connsiteX1" fmla="*/ 0 w 10000"/>
              <a:gd name="connsiteY1" fmla="*/ 7445 h 7445"/>
              <a:gd name="connsiteX2" fmla="*/ 10000 w 10000"/>
              <a:gd name="connsiteY2" fmla="*/ 4834 h 7445"/>
              <a:gd name="connsiteX3" fmla="*/ 10000 w 10000"/>
              <a:gd name="connsiteY3" fmla="*/ 7 h 7445"/>
              <a:gd name="connsiteX4" fmla="*/ 5 w 10000"/>
              <a:gd name="connsiteY4" fmla="*/ 0 h 7445"/>
              <a:gd name="connsiteX0" fmla="*/ 5 w 10000"/>
              <a:gd name="connsiteY0" fmla="*/ 0 h 10000"/>
              <a:gd name="connsiteX1" fmla="*/ 0 w 10000"/>
              <a:gd name="connsiteY1" fmla="*/ 10000 h 10000"/>
              <a:gd name="connsiteX2" fmla="*/ 8453 w 10000"/>
              <a:gd name="connsiteY2" fmla="*/ 7036 h 10000"/>
              <a:gd name="connsiteX3" fmla="*/ 10000 w 10000"/>
              <a:gd name="connsiteY3" fmla="*/ 9 h 10000"/>
              <a:gd name="connsiteX4" fmla="*/ 5 w 10000"/>
              <a:gd name="connsiteY4" fmla="*/ 0 h 10000"/>
              <a:gd name="connsiteX0" fmla="*/ 5 w 8453"/>
              <a:gd name="connsiteY0" fmla="*/ 4143 h 14143"/>
              <a:gd name="connsiteX1" fmla="*/ 0 w 8453"/>
              <a:gd name="connsiteY1" fmla="*/ 14143 h 14143"/>
              <a:gd name="connsiteX2" fmla="*/ 8453 w 8453"/>
              <a:gd name="connsiteY2" fmla="*/ 11179 h 14143"/>
              <a:gd name="connsiteX3" fmla="*/ 8453 w 8453"/>
              <a:gd name="connsiteY3" fmla="*/ 0 h 14143"/>
              <a:gd name="connsiteX4" fmla="*/ 5 w 8453"/>
              <a:gd name="connsiteY4" fmla="*/ 4143 h 14143"/>
              <a:gd name="connsiteX0" fmla="*/ 6 w 10000"/>
              <a:gd name="connsiteY0" fmla="*/ 0 h 10007"/>
              <a:gd name="connsiteX1" fmla="*/ 0 w 10000"/>
              <a:gd name="connsiteY1" fmla="*/ 10007 h 10007"/>
              <a:gd name="connsiteX2" fmla="*/ 10000 w 10000"/>
              <a:gd name="connsiteY2" fmla="*/ 7911 h 10007"/>
              <a:gd name="connsiteX3" fmla="*/ 10000 w 10000"/>
              <a:gd name="connsiteY3" fmla="*/ 7 h 10007"/>
              <a:gd name="connsiteX4" fmla="*/ 6 w 10000"/>
              <a:gd name="connsiteY4" fmla="*/ 0 h 10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7">
                <a:moveTo>
                  <a:pt x="6" y="0"/>
                </a:moveTo>
                <a:cubicBezTo>
                  <a:pt x="4" y="2358"/>
                  <a:pt x="2" y="7650"/>
                  <a:pt x="0" y="10007"/>
                </a:cubicBezTo>
                <a:lnTo>
                  <a:pt x="10000" y="7911"/>
                </a:lnTo>
                <a:lnTo>
                  <a:pt x="10000" y="7"/>
                </a:lnTo>
                <a:lnTo>
                  <a:pt x="6" y="0"/>
                </a:lnTo>
                <a:close/>
              </a:path>
            </a:pathLst>
          </a:custGeom>
          <a:solidFill>
            <a:schemeClr val="tx2"/>
          </a:solidFill>
          <a:ln w="9525">
            <a:noFill/>
            <a:round/>
            <a:headEnd/>
            <a:tailEnd/>
          </a:ln>
        </p:spPr>
        <p:txBody>
          <a:bodyPr vert="horz" wrap="square" lIns="91392" tIns="45696" rIns="91392" bIns="45696" numCol="1" anchor="t" anchorCtr="0" compatLnSpc="1">
            <a:prstTxWarp prst="textNoShape">
              <a:avLst/>
            </a:prstTxWarp>
          </a:bodyPr>
          <a:lstStyle/>
          <a:p>
            <a:endParaRPr lang="en-GB" sz="1799"/>
          </a:p>
        </p:txBody>
      </p:sp>
      <p:sp>
        <p:nvSpPr>
          <p:cNvPr id="9" name="Title 1"/>
          <p:cNvSpPr>
            <a:spLocks noGrp="1"/>
          </p:cNvSpPr>
          <p:nvPr>
            <p:ph type="ctrTitle"/>
          </p:nvPr>
        </p:nvSpPr>
        <p:spPr>
          <a:xfrm>
            <a:off x="845136" y="1235056"/>
            <a:ext cx="3203645" cy="534921"/>
          </a:xfrm>
        </p:spPr>
        <p:txBody>
          <a:bodyPr/>
          <a:lstStyle>
            <a:lvl1pPr>
              <a:defRPr>
                <a:solidFill>
                  <a:srgbClr val="404040"/>
                </a:solidFill>
                <a:latin typeface="+mn-lt"/>
                <a:cs typeface="Arial" pitchFamily="34" charset="0"/>
              </a:defRPr>
            </a:lvl1pPr>
          </a:lstStyle>
          <a:p>
            <a:r>
              <a:rPr lang="en-US"/>
              <a:t>Click to edit Master title style</a:t>
            </a:r>
            <a:endParaRPr lang="en-GB"/>
          </a:p>
        </p:txBody>
      </p:sp>
      <p:sp>
        <p:nvSpPr>
          <p:cNvPr id="10" name="Subtitle 2"/>
          <p:cNvSpPr>
            <a:spLocks noGrp="1"/>
          </p:cNvSpPr>
          <p:nvPr>
            <p:ph type="subTitle" idx="1"/>
          </p:nvPr>
        </p:nvSpPr>
        <p:spPr>
          <a:xfrm>
            <a:off x="845136" y="2242676"/>
            <a:ext cx="3203645" cy="401466"/>
          </a:xfrm>
        </p:spPr>
        <p:txBody>
          <a:bodyPr/>
          <a:lstStyle>
            <a:lvl1pPr marL="0" indent="0" algn="l">
              <a:buNone/>
              <a:defRPr sz="1999">
                <a:solidFill>
                  <a:srgbClr val="404040"/>
                </a:solidFill>
                <a:latin typeface="+mn-lt"/>
                <a:cs typeface="Arial" pitchFamily="34" charset="0"/>
              </a:defRPr>
            </a:lvl1pPr>
            <a:lvl2pPr marL="0" indent="0" algn="l">
              <a:buNone/>
              <a:defRPr sz="1599">
                <a:solidFill>
                  <a:srgbClr val="404040"/>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grpSp>
        <p:nvGrpSpPr>
          <p:cNvPr id="13" name="Group 4">
            <a:extLst>
              <a:ext uri="{FF2B5EF4-FFF2-40B4-BE49-F238E27FC236}">
                <a16:creationId xmlns="" xmlns:a16="http://schemas.microsoft.com/office/drawing/2014/main" id="{18E9E051-BDE2-44EF-88FF-F379B291A8AD}"/>
              </a:ext>
            </a:extLst>
          </p:cNvPr>
          <p:cNvGrpSpPr>
            <a:grpSpLocks noChangeAspect="1"/>
          </p:cNvGrpSpPr>
          <p:nvPr userDrawn="1"/>
        </p:nvGrpSpPr>
        <p:grpSpPr bwMode="auto">
          <a:xfrm>
            <a:off x="10359392" y="4960938"/>
            <a:ext cx="1224912" cy="1435100"/>
            <a:chOff x="6529" y="3125"/>
            <a:chExt cx="772" cy="904"/>
          </a:xfrm>
        </p:grpSpPr>
        <p:sp>
          <p:nvSpPr>
            <p:cNvPr id="14" name="Freeform 5">
              <a:extLst>
                <a:ext uri="{FF2B5EF4-FFF2-40B4-BE49-F238E27FC236}">
                  <a16:creationId xmlns="" xmlns:a16="http://schemas.microsoft.com/office/drawing/2014/main" id="{CE181BAA-E545-42AF-BC6A-8F6EDA1E9D56}"/>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 name="Freeform 6">
              <a:extLst>
                <a:ext uri="{FF2B5EF4-FFF2-40B4-BE49-F238E27FC236}">
                  <a16:creationId xmlns="" xmlns:a16="http://schemas.microsoft.com/office/drawing/2014/main" id="{52C48BCA-E317-4540-B247-1007157720F9}"/>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67645877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1" y="201600"/>
            <a:ext cx="10972800" cy="419088"/>
          </a:xfrm>
        </p:spPr>
        <p:txBody>
          <a:bodyPr/>
          <a:lstStyle>
            <a:lvl1pPr>
              <a:defRPr>
                <a:solidFill>
                  <a:srgbClr val="646464"/>
                </a:solidFill>
              </a:defRPr>
            </a:lvl1pPr>
          </a:lstStyle>
          <a:p>
            <a:r>
              <a:rPr lang="en-US"/>
              <a:t>Click to edit Master title style</a:t>
            </a:r>
            <a:endParaRPr lang="en-GB"/>
          </a:p>
        </p:txBody>
      </p:sp>
      <p:sp>
        <p:nvSpPr>
          <p:cNvPr id="7" name="Line 10"/>
          <p:cNvSpPr>
            <a:spLocks noChangeShapeType="1"/>
          </p:cNvSpPr>
          <p:nvPr userDrawn="1"/>
        </p:nvSpPr>
        <p:spPr bwMode="auto">
          <a:xfrm>
            <a:off x="609601" y="1044000"/>
            <a:ext cx="109728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a:solidFill>
                <a:srgbClr val="646464"/>
              </a:solidFill>
            </a:endParaRPr>
          </a:p>
        </p:txBody>
      </p:sp>
      <p:sp>
        <p:nvSpPr>
          <p:cNvPr id="10" name="Text Placeholder 10"/>
          <p:cNvSpPr>
            <a:spLocks noGrp="1"/>
          </p:cNvSpPr>
          <p:nvPr>
            <p:ph type="body" sz="quarter" idx="11"/>
          </p:nvPr>
        </p:nvSpPr>
        <p:spPr>
          <a:xfrm>
            <a:off x="609601" y="566087"/>
            <a:ext cx="10972800" cy="442800"/>
          </a:xfrm>
          <a:prstGeom prst="rect">
            <a:avLst/>
          </a:prstGeom>
        </p:spPr>
        <p:txBody>
          <a:bodyPr/>
          <a:lstStyle>
            <a:lvl1pPr marL="0" indent="0">
              <a:buNone/>
              <a:defRPr sz="2199">
                <a:latin typeface="+mj-lt"/>
              </a:defRPr>
            </a:lvl1pPr>
          </a:lstStyle>
          <a:p>
            <a:pPr lvl="0"/>
            <a:r>
              <a:rPr lang="en-US"/>
              <a:t>Click to edit Master</a:t>
            </a:r>
            <a:endParaRPr lang="en-IN"/>
          </a:p>
        </p:txBody>
      </p:sp>
    </p:spTree>
    <p:extLst>
      <p:ext uri="{BB962C8B-B14F-4D97-AF65-F5344CB8AC3E}">
        <p14:creationId xmlns:p14="http://schemas.microsoft.com/office/powerpoint/2010/main" val="1772735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theme" Target="../theme/theme2.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55F60130-FE90-2686-340A-62D7926F3F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98BEB1FD-E900-1328-F99C-0A6CA65033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DE10A65A-3C5B-C6F8-1F3B-52BBBE39F0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F0B9DB-266E-4A13-96E9-1D00DA8E9BCD}" type="datetime1">
              <a:rPr lang="en-IN" smtClean="0"/>
              <a:t>14-02-2026</a:t>
            </a:fld>
            <a:endParaRPr lang="en-IN"/>
          </a:p>
        </p:txBody>
      </p:sp>
      <p:sp>
        <p:nvSpPr>
          <p:cNvPr id="5" name="Footer Placeholder 4">
            <a:extLst>
              <a:ext uri="{FF2B5EF4-FFF2-40B4-BE49-F238E27FC236}">
                <a16:creationId xmlns="" xmlns:a16="http://schemas.microsoft.com/office/drawing/2014/main" id="{8BE8ED1A-BC4B-8264-03FA-8230C19619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0BC85714-F9F4-5A11-5BC7-D36D3CFE19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71F1FE-085D-4934-9B29-4A0B9B603379}" type="slidenum">
              <a:rPr lang="en-IN" smtClean="0"/>
              <a:t>‹#›</a:t>
            </a:fld>
            <a:endParaRPr lang="en-IN"/>
          </a:p>
        </p:txBody>
      </p:sp>
      <p:sp>
        <p:nvSpPr>
          <p:cNvPr id="8" name="TextBox 7">
            <a:extLst>
              <a:ext uri="{FF2B5EF4-FFF2-40B4-BE49-F238E27FC236}">
                <a16:creationId xmlns="" xmlns:a16="http://schemas.microsoft.com/office/drawing/2014/main" id="{60016C63-1A80-B9F2-A283-04CBBA506077}"/>
              </a:ext>
            </a:extLst>
          </p:cNvPr>
          <p:cNvSpPr txBox="1"/>
          <p:nvPr>
            <p:extLst>
              <p:ext uri="{1162E1C5-73C7-4A58-AE30-91384D911F3F}">
                <p184:classification xmlns="" xmlns:p184="http://schemas.microsoft.com/office/powerpoint/2018/4/main" val="ftr"/>
              </p:ext>
            </p:extLst>
          </p:nvPr>
        </p:nvSpPr>
        <p:spPr>
          <a:xfrm>
            <a:off x="63500" y="6642100"/>
            <a:ext cx="1382713" cy="152400"/>
          </a:xfrm>
          <a:prstGeom prst="rect">
            <a:avLst/>
          </a:prstGeom>
        </p:spPr>
        <p:txBody>
          <a:bodyPr horzOverflow="overflow" lIns="0" tIns="0" rIns="0" bIns="0">
            <a:spAutoFit/>
          </a:bodyPr>
          <a:lstStyle/>
          <a:p>
            <a:pPr algn="l"/>
            <a:r>
              <a:rPr lang="en-IN" sz="1000">
                <a:solidFill>
                  <a:srgbClr val="000000">
                    <a:alpha val="50000"/>
                  </a:srgbClr>
                </a:solidFill>
                <a:latin typeface="Aptos" panose="020B0004020202020204" pitchFamily="34" charset="0"/>
              </a:rPr>
              <a:t>Data sensitivity - Internal</a:t>
            </a:r>
          </a:p>
        </p:txBody>
      </p:sp>
    </p:spTree>
    <p:extLst>
      <p:ext uri="{BB962C8B-B14F-4D97-AF65-F5344CB8AC3E}">
        <p14:creationId xmlns:p14="http://schemas.microsoft.com/office/powerpoint/2010/main" val="8481230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91"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1" y="294200"/>
            <a:ext cx="10972800" cy="590880"/>
          </a:xfrm>
          <a:prstGeom prst="rect">
            <a:avLst/>
          </a:prstGeom>
        </p:spPr>
        <p:txBody>
          <a:bodyPr vert="horz" lIns="0" tIns="0" rIns="0" bIns="0" rtlCol="0" anchor="t" anchorCtr="0">
            <a:noAutofit/>
          </a:bodyPr>
          <a:lstStyle/>
          <a:p>
            <a:r>
              <a:rPr lang="en-US"/>
              <a:t>Click to edit Master title style</a:t>
            </a:r>
            <a:endParaRPr lang="en-GB"/>
          </a:p>
        </p:txBody>
      </p:sp>
      <p:sp>
        <p:nvSpPr>
          <p:cNvPr id="4" name="TextBox 3">
            <a:extLst>
              <a:ext uri="{FF2B5EF4-FFF2-40B4-BE49-F238E27FC236}">
                <a16:creationId xmlns="" xmlns:a16="http://schemas.microsoft.com/office/drawing/2014/main" id="{A15A37C9-F3D3-693B-127C-09373C0496A5}"/>
              </a:ext>
            </a:extLst>
          </p:cNvPr>
          <p:cNvSpPr txBox="1"/>
          <p:nvPr>
            <p:extLst>
              <p:ext uri="{1162E1C5-73C7-4A58-AE30-91384D911F3F}">
                <p184:classification xmlns="" xmlns:p184="http://schemas.microsoft.com/office/powerpoint/2018/4/main" val="ftr"/>
              </p:ext>
            </p:extLst>
          </p:nvPr>
        </p:nvSpPr>
        <p:spPr>
          <a:xfrm>
            <a:off x="63500" y="6642100"/>
            <a:ext cx="1382713" cy="152400"/>
          </a:xfrm>
          <a:prstGeom prst="rect">
            <a:avLst/>
          </a:prstGeom>
        </p:spPr>
        <p:txBody>
          <a:bodyPr horzOverflow="overflow" lIns="0" tIns="0" rIns="0" bIns="0">
            <a:spAutoFit/>
          </a:bodyPr>
          <a:lstStyle/>
          <a:p>
            <a:pPr algn="l"/>
            <a:r>
              <a:rPr lang="en-IN" sz="1000">
                <a:solidFill>
                  <a:srgbClr val="000000">
                    <a:alpha val="50000"/>
                  </a:srgbClr>
                </a:solidFill>
                <a:latin typeface="Aptos" panose="020B0004020202020204" pitchFamily="34" charset="0"/>
              </a:rPr>
              <a:t>Data sensitivity - Internal</a:t>
            </a:r>
          </a:p>
        </p:txBody>
      </p:sp>
    </p:spTree>
    <p:extLst>
      <p:ext uri="{BB962C8B-B14F-4D97-AF65-F5344CB8AC3E}">
        <p14:creationId xmlns:p14="http://schemas.microsoft.com/office/powerpoint/2010/main" val="37793843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7" r:id="rId26"/>
    <p:sldLayoutId id="2147483688" r:id="rId27"/>
  </p:sldLayoutIdLst>
  <p:hf sldNum="0" hdr="0" ftr="0" dt="0"/>
  <p:txStyles>
    <p:titleStyle>
      <a:lvl1pPr algn="l" defTabSz="913943" rtl="0" eaLnBrk="1" latinLnBrk="0" hangingPunct="1">
        <a:lnSpc>
          <a:spcPct val="85000"/>
        </a:lnSpc>
        <a:spcBef>
          <a:spcPct val="0"/>
        </a:spcBef>
        <a:buNone/>
        <a:defRPr sz="2399" b="0" kern="1200">
          <a:solidFill>
            <a:schemeClr val="bg1"/>
          </a:solidFill>
          <a:latin typeface="EYInterstate Light" panose="02000506000000020004" pitchFamily="2" charset="0"/>
          <a:ea typeface="+mj-ea"/>
          <a:cs typeface="Arial" pitchFamily="34" charset="0"/>
        </a:defRPr>
      </a:lvl1pPr>
    </p:titleStyle>
    <p:bodyStyle>
      <a:lvl1pPr marL="356438" indent="-356438" algn="l" defTabSz="913943" rtl="0" eaLnBrk="1" latinLnBrk="0" hangingPunct="1">
        <a:spcBef>
          <a:spcPct val="20000"/>
        </a:spcBef>
        <a:buClr>
          <a:schemeClr val="tx2"/>
        </a:buClr>
        <a:buSzPct val="70000"/>
        <a:buFont typeface="Arial" pitchFamily="34" charset="0"/>
        <a:buChar char="►"/>
        <a:defRPr sz="1999" kern="1200">
          <a:solidFill>
            <a:schemeClr val="bg1"/>
          </a:solidFill>
          <a:latin typeface="EYInterstate Light" panose="02000506000000020004" pitchFamily="2" charset="0"/>
          <a:ea typeface="+mn-ea"/>
          <a:cs typeface="+mn-cs"/>
        </a:defRPr>
      </a:lvl1pPr>
      <a:lvl2pPr marL="712875" indent="-356438" algn="l" defTabSz="913943" rtl="0" eaLnBrk="1" latinLnBrk="0" hangingPunct="1">
        <a:spcBef>
          <a:spcPct val="20000"/>
        </a:spcBef>
        <a:buClr>
          <a:schemeClr val="tx2"/>
        </a:buClr>
        <a:buSzPct val="70000"/>
        <a:buFont typeface="Arial" pitchFamily="34" charset="0"/>
        <a:buChar char="►"/>
        <a:defRPr sz="1799" kern="1200">
          <a:solidFill>
            <a:schemeClr val="bg1"/>
          </a:solidFill>
          <a:latin typeface="EYInterstate Light" panose="02000506000000020004" pitchFamily="2" charset="0"/>
          <a:ea typeface="+mn-ea"/>
          <a:cs typeface="+mn-cs"/>
        </a:defRPr>
      </a:lvl2pPr>
      <a:lvl3pPr marL="1069313" indent="-356438" algn="l" defTabSz="913943" rtl="0" eaLnBrk="1" latinLnBrk="0" hangingPunct="1">
        <a:spcBef>
          <a:spcPct val="20000"/>
        </a:spcBef>
        <a:buClr>
          <a:schemeClr val="tx2"/>
        </a:buClr>
        <a:buSzPct val="70000"/>
        <a:buFont typeface="Arial" pitchFamily="34" charset="0"/>
        <a:buChar char="►"/>
        <a:defRPr sz="1599" kern="1200">
          <a:solidFill>
            <a:schemeClr val="bg1"/>
          </a:solidFill>
          <a:latin typeface="EYInterstate Light" panose="02000506000000020004" pitchFamily="2" charset="0"/>
          <a:ea typeface="+mn-ea"/>
          <a:cs typeface="+mn-cs"/>
        </a:defRPr>
      </a:lvl3pPr>
      <a:lvl4pPr marL="1425751" indent="-356438" algn="l" defTabSz="913943" rtl="0" eaLnBrk="1" latinLnBrk="0" hangingPunct="1">
        <a:spcBef>
          <a:spcPct val="20000"/>
        </a:spcBef>
        <a:buClr>
          <a:schemeClr val="tx2"/>
        </a:buClr>
        <a:buSzPct val="70000"/>
        <a:buFont typeface="Arial" pitchFamily="34" charset="0"/>
        <a:buChar char="►"/>
        <a:defRPr sz="1399" kern="1200">
          <a:solidFill>
            <a:schemeClr val="bg1"/>
          </a:solidFill>
          <a:latin typeface="EYInterstate Light" panose="02000506000000020004" pitchFamily="2" charset="0"/>
          <a:ea typeface="+mn-ea"/>
          <a:cs typeface="+mn-cs"/>
        </a:defRPr>
      </a:lvl4pPr>
      <a:lvl5pPr marL="1782188" indent="-356438" algn="l" defTabSz="913943" rtl="0" eaLnBrk="1" latinLnBrk="0" hangingPunct="1">
        <a:spcBef>
          <a:spcPct val="20000"/>
        </a:spcBef>
        <a:buClr>
          <a:schemeClr val="tx2"/>
        </a:buClr>
        <a:buSzPct val="70000"/>
        <a:buFont typeface="Arial" pitchFamily="34" charset="0"/>
        <a:buChar char="►"/>
        <a:defRPr sz="1199" kern="1200">
          <a:solidFill>
            <a:schemeClr val="bg1"/>
          </a:solidFill>
          <a:latin typeface="EYInterstate Light" panose="02000506000000020004" pitchFamily="2" charset="0"/>
          <a:ea typeface="+mn-ea"/>
          <a:cs typeface="+mn-cs"/>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3943" rtl="0" eaLnBrk="1" latinLnBrk="0" hangingPunct="1">
        <a:defRPr sz="1799" kern="1200">
          <a:solidFill>
            <a:schemeClr val="tx1"/>
          </a:solidFill>
          <a:latin typeface="+mn-lt"/>
          <a:ea typeface="+mn-ea"/>
          <a:cs typeface="+mn-cs"/>
        </a:defRPr>
      </a:lvl1pPr>
      <a:lvl2pPr marL="456971" algn="l" defTabSz="913943" rtl="0" eaLnBrk="1" latinLnBrk="0" hangingPunct="1">
        <a:defRPr sz="1799" kern="1200">
          <a:solidFill>
            <a:schemeClr val="tx1"/>
          </a:solidFill>
          <a:latin typeface="+mn-lt"/>
          <a:ea typeface="+mn-ea"/>
          <a:cs typeface="+mn-cs"/>
        </a:defRPr>
      </a:lvl2pPr>
      <a:lvl3pPr marL="913943" algn="l" defTabSz="913943" rtl="0" eaLnBrk="1" latinLnBrk="0" hangingPunct="1">
        <a:defRPr sz="1799" kern="1200">
          <a:solidFill>
            <a:schemeClr val="tx1"/>
          </a:solidFill>
          <a:latin typeface="+mn-lt"/>
          <a:ea typeface="+mn-ea"/>
          <a:cs typeface="+mn-cs"/>
        </a:defRPr>
      </a:lvl3pPr>
      <a:lvl4pPr marL="1370914" algn="l" defTabSz="913943" rtl="0" eaLnBrk="1" latinLnBrk="0" hangingPunct="1">
        <a:defRPr sz="1799" kern="1200">
          <a:solidFill>
            <a:schemeClr val="tx1"/>
          </a:solidFill>
          <a:latin typeface="+mn-lt"/>
          <a:ea typeface="+mn-ea"/>
          <a:cs typeface="+mn-cs"/>
        </a:defRPr>
      </a:lvl4pPr>
      <a:lvl5pPr marL="1827886" algn="l" defTabSz="913943" rtl="0" eaLnBrk="1" latinLnBrk="0" hangingPunct="1">
        <a:defRPr sz="1799" kern="1200">
          <a:solidFill>
            <a:schemeClr val="tx1"/>
          </a:solidFill>
          <a:latin typeface="+mn-lt"/>
          <a:ea typeface="+mn-ea"/>
          <a:cs typeface="+mn-cs"/>
        </a:defRPr>
      </a:lvl5pPr>
      <a:lvl6pPr marL="2284857" algn="l" defTabSz="913943" rtl="0" eaLnBrk="1" latinLnBrk="0" hangingPunct="1">
        <a:defRPr sz="1799" kern="1200">
          <a:solidFill>
            <a:schemeClr val="tx1"/>
          </a:solidFill>
          <a:latin typeface="+mn-lt"/>
          <a:ea typeface="+mn-ea"/>
          <a:cs typeface="+mn-cs"/>
        </a:defRPr>
      </a:lvl6pPr>
      <a:lvl7pPr marL="2741828" algn="l" defTabSz="913943" rtl="0" eaLnBrk="1" latinLnBrk="0" hangingPunct="1">
        <a:defRPr sz="1799" kern="1200">
          <a:solidFill>
            <a:schemeClr val="tx1"/>
          </a:solidFill>
          <a:latin typeface="+mn-lt"/>
          <a:ea typeface="+mn-ea"/>
          <a:cs typeface="+mn-cs"/>
        </a:defRPr>
      </a:lvl7pPr>
      <a:lvl8pPr marL="3198800" algn="l" defTabSz="913943" rtl="0" eaLnBrk="1" latinLnBrk="0" hangingPunct="1">
        <a:defRPr sz="1799" kern="1200">
          <a:solidFill>
            <a:schemeClr val="tx1"/>
          </a:solidFill>
          <a:latin typeface="+mn-lt"/>
          <a:ea typeface="+mn-ea"/>
          <a:cs typeface="+mn-cs"/>
        </a:defRPr>
      </a:lvl8pPr>
      <a:lvl9pPr marL="3655771" algn="l" defTabSz="913943"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2">
          <p15:clr>
            <a:srgbClr val="F26B43"/>
          </p15:clr>
        </p15:guide>
        <p15:guide id="3" pos="384">
          <p15:clr>
            <a:srgbClr val="F26B43"/>
          </p15:clr>
        </p15:guide>
        <p15:guide id="4" pos="7302">
          <p15:clr>
            <a:srgbClr val="F26B43"/>
          </p15:clr>
        </p15:guide>
        <p15:guide id="5" orient="horz" pos="712">
          <p15:clr>
            <a:srgbClr val="F26B43"/>
          </p15:clr>
        </p15:guide>
        <p15:guide id="6" orient="horz" pos="3840">
          <p15:clr>
            <a:srgbClr val="F26B43"/>
          </p15:clr>
        </p15:guide>
        <p15:guide id="7" orient="horz" pos="4199">
          <p15:clr>
            <a:srgbClr val="F26B43"/>
          </p15:clr>
        </p15:guide>
        <p15:guide id="8" orient="horz" pos="173">
          <p15:clr>
            <a:srgbClr val="F26B43"/>
          </p15:clr>
        </p15:guide>
        <p15:guide id="9" orient="horz" pos="3995">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47.svg"/><Relationship Id="rId7" Type="http://schemas.openxmlformats.org/officeDocument/2006/relationships/image" Target="../media/image51.svg"/><Relationship Id="rId2"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49.svg"/><Relationship Id="rId4" Type="http://schemas.openxmlformats.org/officeDocument/2006/relationships/image" Target="../media/image15.png"/><Relationship Id="rId9" Type="http://schemas.openxmlformats.org/officeDocument/2006/relationships/image" Target="../media/image18.jpe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1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9.jpeg"/><Relationship Id="rId5" Type="http://schemas.openxmlformats.org/officeDocument/2006/relationships/image" Target="../media/image38.jpeg"/><Relationship Id="rId4" Type="http://schemas.openxmlformats.org/officeDocument/2006/relationships/image" Target="../media/image37.jpeg"/></Relationships>
</file>

<file path=ppt/slides/_rels/slide1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41.jpeg"/></Relationships>
</file>

<file path=ppt/slides/_rels/slide1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8.jpeg"/><Relationship Id="rId5" Type="http://schemas.openxmlformats.org/officeDocument/2006/relationships/image" Target="../media/image47.jpeg"/><Relationship Id="rId4" Type="http://schemas.openxmlformats.org/officeDocument/2006/relationships/image" Target="../media/image46.jpeg"/></Relationships>
</file>

<file path=ppt/slides/_rels/slide22.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55.jpeg"/><Relationship Id="rId4" Type="http://schemas.openxmlformats.org/officeDocument/2006/relationships/image" Target="../media/image54.jpeg"/></Relationships>
</file>

<file path=ppt/slides/_rels/slide25.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8.jpeg"/><Relationship Id="rId7" Type="http://schemas.openxmlformats.org/officeDocument/2006/relationships/image" Target="../media/image62.jpeg"/><Relationship Id="rId2" Type="http://schemas.openxmlformats.org/officeDocument/2006/relationships/image" Target="../media/image57.jpeg"/><Relationship Id="rId1" Type="http://schemas.openxmlformats.org/officeDocument/2006/relationships/slideLayout" Target="../slideLayouts/slideLayout2.xml"/><Relationship Id="rId6" Type="http://schemas.openxmlformats.org/officeDocument/2006/relationships/image" Target="../media/image61.jpeg"/><Relationship Id="rId5" Type="http://schemas.openxmlformats.org/officeDocument/2006/relationships/image" Target="../media/image60.jpeg"/><Relationship Id="rId4" Type="http://schemas.openxmlformats.org/officeDocument/2006/relationships/image" Target="../media/image59.jpeg"/></Relationships>
</file>

<file path=ppt/slides/_rels/slide28.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 Id="rId9" Type="http://schemas.openxmlformats.org/officeDocument/2006/relationships/image" Target="../media/image69.png"/></Relationships>
</file>

<file path=ppt/slides/_rels/slide29.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descr="Water Wave Transparent &amp; PNG Clipart Free Download - YWD">
            <a:extLst>
              <a:ext uri="{FF2B5EF4-FFF2-40B4-BE49-F238E27FC236}">
                <a16:creationId xmlns="" xmlns:a16="http://schemas.microsoft.com/office/drawing/2014/main" id="{F4E77448-4EFA-0DE1-3C79-05DB21FD5FAD}"/>
              </a:ext>
            </a:extLst>
          </p:cNvPr>
          <p:cNvPicPr>
            <a:picLocks noChangeArrowheads="1"/>
          </p:cNvPicPr>
          <p:nvPr/>
        </p:nvPicPr>
        <p:blipFill rotWithShape="1">
          <a:blip r:embed="rId2" cstate="email">
            <a:extLst>
              <a:ext uri="{28A0092B-C50C-407E-A947-70E740481C1C}">
                <a14:useLocalDpi xmlns:a14="http://schemas.microsoft.com/office/drawing/2010/main"/>
              </a:ext>
            </a:extLst>
          </a:blip>
          <a:srcRect b="10450"/>
          <a:stretch/>
        </p:blipFill>
        <p:spPr bwMode="auto">
          <a:xfrm>
            <a:off x="-25707" y="4438650"/>
            <a:ext cx="12192000" cy="241935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 xmlns:a16="http://schemas.microsoft.com/office/drawing/2014/main" id="{C2C7A666-26BA-69DD-A14E-A11E66165609}"/>
              </a:ext>
            </a:extLst>
          </p:cNvPr>
          <p:cNvSpPr>
            <a:spLocks noGrp="1"/>
          </p:cNvSpPr>
          <p:nvPr>
            <p:ph type="sldNum" sz="quarter" idx="12"/>
          </p:nvPr>
        </p:nvSpPr>
        <p:spPr>
          <a:xfrm>
            <a:off x="9281160" y="6396990"/>
            <a:ext cx="2743200" cy="365125"/>
          </a:xfrm>
        </p:spPr>
        <p:txBody>
          <a:bodyPr/>
          <a:lstStyle/>
          <a:p>
            <a:fld id="{5071F1FE-085D-4934-9B29-4A0B9B603379}" type="slidenum">
              <a:rPr lang="en-IN" smtClean="0"/>
              <a:t>1</a:t>
            </a:fld>
            <a:endParaRPr lang="en-IN"/>
          </a:p>
        </p:txBody>
      </p:sp>
      <p:sp>
        <p:nvSpPr>
          <p:cNvPr id="5" name="Rectangle 4">
            <a:extLst>
              <a:ext uri="{FF2B5EF4-FFF2-40B4-BE49-F238E27FC236}">
                <a16:creationId xmlns="" xmlns:a16="http://schemas.microsoft.com/office/drawing/2014/main" id="{A14C8B90-6ADE-942C-6293-9B7FCD62D9FD}"/>
              </a:ext>
            </a:extLst>
          </p:cNvPr>
          <p:cNvSpPr/>
          <p:nvPr/>
        </p:nvSpPr>
        <p:spPr>
          <a:xfrm>
            <a:off x="1436666" y="1816598"/>
            <a:ext cx="9144000" cy="1987200"/>
          </a:xfrm>
          <a:prstGeom prst="rect">
            <a:avLst/>
          </a:prstGeom>
          <a:solidFill>
            <a:srgbClr val="2E7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 xmlns:a16="http://schemas.microsoft.com/office/drawing/2014/main" id="{A096356E-2508-FD08-8968-1338A9B342D8}"/>
              </a:ext>
            </a:extLst>
          </p:cNvPr>
          <p:cNvSpPr/>
          <p:nvPr/>
        </p:nvSpPr>
        <p:spPr>
          <a:xfrm>
            <a:off x="1436665" y="546256"/>
            <a:ext cx="9143999" cy="1015663"/>
          </a:xfrm>
          <a:prstGeom prst="rect">
            <a:avLst/>
          </a:prstGeom>
        </p:spPr>
        <p:txBody>
          <a:bodyPr wrap="square">
            <a:spAutoFit/>
          </a:bodyPr>
          <a:lstStyle/>
          <a:p>
            <a:pPr algn="ctr"/>
            <a:r>
              <a:rPr lang="en-IN" sz="6000" b="1" dirty="0">
                <a:solidFill>
                  <a:srgbClr val="2E73B6"/>
                </a:solidFill>
                <a:cs typeface="Calibri" panose="020F0502020204030204" pitchFamily="34" charset="0"/>
              </a:rPr>
              <a:t>Madhya Pradesh </a:t>
            </a:r>
            <a:r>
              <a:rPr lang="en-IN" sz="6000" b="1" dirty="0" err="1">
                <a:solidFill>
                  <a:srgbClr val="2E73B6"/>
                </a:solidFill>
                <a:cs typeface="Calibri" panose="020F0502020204030204" pitchFamily="34" charset="0"/>
              </a:rPr>
              <a:t>Jal</a:t>
            </a:r>
            <a:r>
              <a:rPr lang="en-IN" sz="6000" b="1" dirty="0">
                <a:solidFill>
                  <a:srgbClr val="2E73B6"/>
                </a:solidFill>
                <a:cs typeface="Calibri" panose="020F0502020204030204" pitchFamily="34" charset="0"/>
              </a:rPr>
              <a:t> Nigam</a:t>
            </a:r>
            <a:endParaRPr lang="hi-IN" sz="6000" b="1" dirty="0">
              <a:solidFill>
                <a:srgbClr val="2E73B6"/>
              </a:solidFill>
              <a:cs typeface="Kokila" panose="020B0604020202020204" pitchFamily="34" charset="0"/>
            </a:endParaRPr>
          </a:p>
        </p:txBody>
      </p:sp>
      <p:pic>
        <p:nvPicPr>
          <p:cNvPr id="7" name="Picture 6">
            <a:extLst>
              <a:ext uri="{FF2B5EF4-FFF2-40B4-BE49-F238E27FC236}">
                <a16:creationId xmlns="" xmlns:a16="http://schemas.microsoft.com/office/drawing/2014/main" id="{21034762-2AF2-37A6-4E11-814DEC6A265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139423" y="2004110"/>
            <a:ext cx="2229380" cy="1575410"/>
          </a:xfrm>
          <a:prstGeom prst="rect">
            <a:avLst/>
          </a:prstGeom>
        </p:spPr>
      </p:pic>
      <p:pic>
        <p:nvPicPr>
          <p:cNvPr id="8" name="Picture 7">
            <a:extLst>
              <a:ext uri="{FF2B5EF4-FFF2-40B4-BE49-F238E27FC236}">
                <a16:creationId xmlns="" xmlns:a16="http://schemas.microsoft.com/office/drawing/2014/main" id="{5F427926-C576-4079-8C60-D262E0FEA19A}"/>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8479823" y="2004110"/>
            <a:ext cx="2052417" cy="1575410"/>
          </a:xfrm>
          <a:prstGeom prst="rect">
            <a:avLst/>
          </a:prstGeom>
        </p:spPr>
      </p:pic>
      <p:pic>
        <p:nvPicPr>
          <p:cNvPr id="9" name="Picture 8">
            <a:extLst>
              <a:ext uri="{FF2B5EF4-FFF2-40B4-BE49-F238E27FC236}">
                <a16:creationId xmlns="" xmlns:a16="http://schemas.microsoft.com/office/drawing/2014/main" id="{5428B3BE-E014-326E-4B77-9F9A03A01727}"/>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634332" y="2004110"/>
            <a:ext cx="2396987" cy="1575410"/>
          </a:xfrm>
          <a:prstGeom prst="rect">
            <a:avLst/>
          </a:prstGeom>
        </p:spPr>
      </p:pic>
      <p:pic>
        <p:nvPicPr>
          <p:cNvPr id="10" name="Picture 4">
            <a:extLst>
              <a:ext uri="{FF2B5EF4-FFF2-40B4-BE49-F238E27FC236}">
                <a16:creationId xmlns="" xmlns:a16="http://schemas.microsoft.com/office/drawing/2014/main" id="{7209B32C-0075-F084-E78D-7BBF474E899F}"/>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541440" y="2004110"/>
            <a:ext cx="1977490" cy="1575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 xmlns:a16="http://schemas.microsoft.com/office/drawing/2014/main" id="{D3F1404D-2678-C1C6-AB12-A1E824082E92}"/>
              </a:ext>
            </a:extLst>
          </p:cNvPr>
          <p:cNvPicPr>
            <a:picLocks noChangeAspect="1"/>
          </p:cNvPicPr>
          <p:nvPr/>
        </p:nvPicPr>
        <p:blipFill rotWithShape="1">
          <a:blip r:embed="rId7"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0580665" y="128916"/>
            <a:ext cx="1385765" cy="1449514"/>
          </a:xfrm>
          <a:prstGeom prst="rect">
            <a:avLst/>
          </a:prstGeom>
        </p:spPr>
      </p:pic>
      <p:sp>
        <p:nvSpPr>
          <p:cNvPr id="12" name="TextBox 11">
            <a:extLst>
              <a:ext uri="{FF2B5EF4-FFF2-40B4-BE49-F238E27FC236}">
                <a16:creationId xmlns="" xmlns:a16="http://schemas.microsoft.com/office/drawing/2014/main" id="{F048B9A9-07CE-12BD-EEE2-CA436C3D8EB3}"/>
              </a:ext>
            </a:extLst>
          </p:cNvPr>
          <p:cNvSpPr txBox="1"/>
          <p:nvPr/>
        </p:nvSpPr>
        <p:spPr>
          <a:xfrm>
            <a:off x="2983319" y="5294382"/>
            <a:ext cx="6096000" cy="523220"/>
          </a:xfrm>
          <a:prstGeom prst="rect">
            <a:avLst/>
          </a:prstGeom>
          <a:noFill/>
        </p:spPr>
        <p:txBody>
          <a:bodyPr wrap="square">
            <a:spAutoFit/>
          </a:bodyPr>
          <a:lstStyle/>
          <a:p>
            <a:pPr algn="ctr"/>
            <a:r>
              <a:rPr lang="en-IN" sz="2800" b="1" dirty="0" smtClean="0">
                <a:solidFill>
                  <a:schemeClr val="accent5">
                    <a:lumMod val="75000"/>
                  </a:schemeClr>
                </a:solidFill>
                <a:cs typeface="Calibri" panose="020F0502020204030204" pitchFamily="34" charset="0"/>
              </a:rPr>
              <a:t>2</a:t>
            </a:r>
            <a:r>
              <a:rPr lang="en-IN" sz="2800" b="1" baseline="30000" dirty="0" smtClean="0">
                <a:solidFill>
                  <a:schemeClr val="accent5">
                    <a:lumMod val="75000"/>
                  </a:schemeClr>
                </a:solidFill>
                <a:cs typeface="Calibri" panose="020F0502020204030204" pitchFamily="34" charset="0"/>
              </a:rPr>
              <a:t>nd</a:t>
            </a:r>
            <a:r>
              <a:rPr lang="en-IN" sz="2800" b="1" dirty="0" smtClean="0">
                <a:solidFill>
                  <a:schemeClr val="accent5">
                    <a:lumMod val="75000"/>
                  </a:schemeClr>
                </a:solidFill>
                <a:cs typeface="Calibri" panose="020F0502020204030204" pitchFamily="34" charset="0"/>
              </a:rPr>
              <a:t> December </a:t>
            </a:r>
            <a:r>
              <a:rPr lang="en-IN" sz="2800" b="1" dirty="0">
                <a:solidFill>
                  <a:schemeClr val="accent5">
                    <a:lumMod val="75000"/>
                  </a:schemeClr>
                </a:solidFill>
                <a:cs typeface="Calibri" panose="020F0502020204030204" pitchFamily="34" charset="0"/>
              </a:rPr>
              <a:t>2025</a:t>
            </a:r>
            <a:endParaRPr lang="hi-IN" sz="2800" b="1" dirty="0">
              <a:solidFill>
                <a:schemeClr val="accent5">
                  <a:lumMod val="75000"/>
                </a:schemeClr>
              </a:solidFill>
              <a:cs typeface="Kokila" panose="020B0604020202020204" pitchFamily="34" charset="0"/>
            </a:endParaRPr>
          </a:p>
        </p:txBody>
      </p:sp>
      <p:sp>
        <p:nvSpPr>
          <p:cNvPr id="2" name="TextBox 1">
            <a:extLst>
              <a:ext uri="{FF2B5EF4-FFF2-40B4-BE49-F238E27FC236}">
                <a16:creationId xmlns="" xmlns:a16="http://schemas.microsoft.com/office/drawing/2014/main" id="{38F185EA-E0C3-007A-75C7-A730F76C7ADD}"/>
              </a:ext>
            </a:extLst>
          </p:cNvPr>
          <p:cNvSpPr txBox="1"/>
          <p:nvPr/>
        </p:nvSpPr>
        <p:spPr>
          <a:xfrm>
            <a:off x="1436664" y="3807479"/>
            <a:ext cx="9143999" cy="523220"/>
          </a:xfrm>
          <a:prstGeom prst="rect">
            <a:avLst/>
          </a:prstGeom>
          <a:noFill/>
        </p:spPr>
        <p:txBody>
          <a:bodyPr wrap="square">
            <a:spAutoFit/>
          </a:bodyPr>
          <a:lstStyle/>
          <a:p>
            <a:pPr algn="ctr">
              <a:lnSpc>
                <a:spcPct val="100000"/>
              </a:lnSpc>
            </a:pPr>
            <a:r>
              <a:rPr lang="en-US" sz="2800" b="1" dirty="0" err="1" smtClean="0">
                <a:solidFill>
                  <a:srgbClr val="996633"/>
                </a:solidFill>
                <a:cs typeface="Kokila" panose="020B0604020202020204" pitchFamily="34" charset="0"/>
              </a:rPr>
              <a:t>Jal</a:t>
            </a:r>
            <a:r>
              <a:rPr lang="en-US" sz="2800" b="1" dirty="0" smtClean="0">
                <a:solidFill>
                  <a:srgbClr val="996633"/>
                </a:solidFill>
                <a:cs typeface="Kokila" panose="020B0604020202020204" pitchFamily="34" charset="0"/>
              </a:rPr>
              <a:t> </a:t>
            </a:r>
            <a:r>
              <a:rPr lang="en-US" sz="2800" b="1" dirty="0" err="1" smtClean="0">
                <a:solidFill>
                  <a:srgbClr val="996633"/>
                </a:solidFill>
                <a:cs typeface="Kokila" panose="020B0604020202020204" pitchFamily="34" charset="0"/>
              </a:rPr>
              <a:t>Rekha</a:t>
            </a:r>
            <a:endParaRPr lang="en-IN" sz="2800" b="1" dirty="0">
              <a:solidFill>
                <a:srgbClr val="2E73B6"/>
              </a:solidFill>
              <a:cs typeface="Calibri" panose="020F0502020204030204" pitchFamily="34" charset="0"/>
            </a:endParaRPr>
          </a:p>
        </p:txBody>
      </p:sp>
    </p:spTree>
    <p:extLst>
      <p:ext uri="{BB962C8B-B14F-4D97-AF65-F5344CB8AC3E}">
        <p14:creationId xmlns:p14="http://schemas.microsoft.com/office/powerpoint/2010/main" val="36975406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93EA27F-9C4B-5317-753B-36D50F0E371E}"/>
            </a:ext>
          </a:extLst>
        </p:cNvPr>
        <p:cNvGrpSpPr/>
        <p:nvPr/>
      </p:nvGrpSpPr>
      <p:grpSpPr>
        <a:xfrm>
          <a:off x="0" y="0"/>
          <a:ext cx="0" cy="0"/>
          <a:chOff x="0" y="0"/>
          <a:chExt cx="0" cy="0"/>
        </a:xfrm>
      </p:grpSpPr>
      <p:sp>
        <p:nvSpPr>
          <p:cNvPr id="9" name="Subtitle 2">
            <a:extLst>
              <a:ext uri="{FF2B5EF4-FFF2-40B4-BE49-F238E27FC236}">
                <a16:creationId xmlns="" xmlns:a16="http://schemas.microsoft.com/office/drawing/2014/main" id="{B87579FE-7A52-F3AC-8EA1-C7A3CFB32EF4}"/>
              </a:ext>
            </a:extLst>
          </p:cNvPr>
          <p:cNvSpPr txBox="1">
            <a:spLocks/>
          </p:cNvSpPr>
          <p:nvPr/>
        </p:nvSpPr>
        <p:spPr bwMode="auto">
          <a:xfrm>
            <a:off x="470263" y="345623"/>
            <a:ext cx="11547566" cy="5972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200000"/>
              </a:lnSpc>
            </a:pPr>
            <a:r>
              <a:rPr lang="en-IN" altLang="en-US" sz="4800" b="1" dirty="0">
                <a:solidFill>
                  <a:srgbClr val="FF0000"/>
                </a:solidFill>
                <a:latin typeface="+mj-lt"/>
                <a:cs typeface="Kokila" panose="020B0604020202020204" pitchFamily="34" charset="0"/>
              </a:rPr>
              <a:t>Digital Project Monitoring </a:t>
            </a:r>
            <a:r>
              <a:rPr lang="en-IN" altLang="en-US" sz="4800" b="1" dirty="0" smtClean="0">
                <a:solidFill>
                  <a:srgbClr val="FF0000"/>
                </a:solidFill>
                <a:latin typeface="+mj-lt"/>
                <a:cs typeface="Kokila" panose="020B0604020202020204" pitchFamily="34" charset="0"/>
              </a:rPr>
              <a:t>Initiatives</a:t>
            </a:r>
            <a:r>
              <a:rPr lang="en-IN" altLang="en-US" sz="4800" b="1" dirty="0" smtClean="0">
                <a:solidFill>
                  <a:srgbClr val="996633"/>
                </a:solidFill>
                <a:latin typeface="+mj-lt"/>
                <a:cs typeface="Kokila" panose="020B0604020202020204" pitchFamily="34" charset="0"/>
              </a:rPr>
              <a:t> </a:t>
            </a:r>
          </a:p>
          <a:p>
            <a:pPr algn="ctr" eaLnBrk="1" hangingPunct="1">
              <a:lnSpc>
                <a:spcPct val="200000"/>
              </a:lnSpc>
            </a:pPr>
            <a:r>
              <a:rPr lang="en-US" altLang="en-US" sz="4800" b="1" dirty="0" smtClean="0">
                <a:solidFill>
                  <a:srgbClr val="0070C0"/>
                </a:solidFill>
                <a:latin typeface="+mj-lt"/>
                <a:cs typeface="Kokila" panose="020B0604020202020204" pitchFamily="34" charset="0"/>
              </a:rPr>
              <a:t>For</a:t>
            </a:r>
            <a:r>
              <a:rPr lang="en-US" altLang="en-US" sz="4800" b="1" dirty="0" smtClean="0">
                <a:solidFill>
                  <a:srgbClr val="0070C0"/>
                </a:solidFill>
                <a:latin typeface="+mj-lt"/>
                <a:cs typeface="Kokila" panose="020B0604020202020204" pitchFamily="34" charset="0"/>
              </a:rPr>
              <a:t> </a:t>
            </a:r>
            <a:r>
              <a:rPr lang="en-US" altLang="en-US" sz="4800" b="1" dirty="0" smtClean="0">
                <a:solidFill>
                  <a:srgbClr val="0070C0"/>
                </a:solidFill>
                <a:latin typeface="+mj-lt"/>
                <a:cs typeface="Kokila" panose="020B0604020202020204" pitchFamily="34" charset="0"/>
              </a:rPr>
              <a:t>MP </a:t>
            </a:r>
            <a:r>
              <a:rPr lang="en-US" altLang="en-US" sz="4800" b="1" dirty="0" err="1" smtClean="0">
                <a:solidFill>
                  <a:srgbClr val="0070C0"/>
                </a:solidFill>
                <a:latin typeface="+mj-lt"/>
                <a:cs typeface="Kokila" panose="020B0604020202020204" pitchFamily="34" charset="0"/>
              </a:rPr>
              <a:t>Jal</a:t>
            </a:r>
            <a:r>
              <a:rPr lang="en-US" altLang="en-US" sz="4800" b="1" dirty="0" smtClean="0">
                <a:solidFill>
                  <a:srgbClr val="0070C0"/>
                </a:solidFill>
                <a:latin typeface="+mj-lt"/>
                <a:cs typeface="Kokila" panose="020B0604020202020204" pitchFamily="34" charset="0"/>
              </a:rPr>
              <a:t> </a:t>
            </a:r>
            <a:r>
              <a:rPr lang="en-US" altLang="en-US" sz="4800" b="1" dirty="0" smtClean="0">
                <a:solidFill>
                  <a:srgbClr val="0070C0"/>
                </a:solidFill>
                <a:latin typeface="+mj-lt"/>
                <a:cs typeface="Kokila" panose="020B0604020202020204" pitchFamily="34" charset="0"/>
              </a:rPr>
              <a:t>Nigam By </a:t>
            </a:r>
            <a:r>
              <a:rPr lang="en-US" altLang="en-US" sz="4800" b="1" dirty="0" err="1" smtClean="0">
                <a:solidFill>
                  <a:srgbClr val="0070C0"/>
                </a:solidFill>
                <a:latin typeface="+mj-lt"/>
                <a:cs typeface="Kokila" panose="020B0604020202020204" pitchFamily="34" charset="0"/>
              </a:rPr>
              <a:t>MPSeDC</a:t>
            </a:r>
            <a:endParaRPr lang="en-US" altLang="en-US" sz="4800" b="1" dirty="0" smtClean="0">
              <a:solidFill>
                <a:srgbClr val="0070C0"/>
              </a:solidFill>
              <a:latin typeface="+mj-lt"/>
              <a:cs typeface="Kokila" panose="020B0604020202020204" pitchFamily="34" charset="0"/>
            </a:endParaRPr>
          </a:p>
          <a:p>
            <a:pPr algn="ctr" eaLnBrk="1" hangingPunct="1">
              <a:lnSpc>
                <a:spcPct val="200000"/>
              </a:lnSpc>
            </a:pPr>
            <a:r>
              <a:rPr lang="en-US" altLang="en-US" sz="6000" b="1" dirty="0" smtClean="0">
                <a:solidFill>
                  <a:srgbClr val="0071FE"/>
                </a:solidFill>
                <a:latin typeface="+mj-lt"/>
                <a:cs typeface="Kokila" panose="020B0604020202020204" pitchFamily="34" charset="0"/>
              </a:rPr>
              <a:t>Jal </a:t>
            </a:r>
            <a:r>
              <a:rPr lang="en-US" altLang="en-US" sz="6000" b="1" dirty="0" err="1" smtClean="0">
                <a:solidFill>
                  <a:srgbClr val="0071FE"/>
                </a:solidFill>
                <a:latin typeface="+mj-lt"/>
                <a:cs typeface="Kokila" panose="020B0604020202020204" pitchFamily="34" charset="0"/>
              </a:rPr>
              <a:t>Rekha</a:t>
            </a:r>
            <a:endParaRPr lang="en-US" altLang="en-US" sz="6000" b="1" dirty="0" smtClean="0">
              <a:solidFill>
                <a:srgbClr val="0071FE"/>
              </a:solidFill>
              <a:latin typeface="+mj-lt"/>
              <a:cs typeface="Kokila" panose="020B0604020202020204" pitchFamily="34" charset="0"/>
            </a:endParaRPr>
          </a:p>
          <a:p>
            <a:pPr algn="ctr" eaLnBrk="1" hangingPunct="1">
              <a:lnSpc>
                <a:spcPct val="200000"/>
              </a:lnSpc>
            </a:pPr>
            <a:r>
              <a:rPr lang="en-US" altLang="en-US" sz="3600" b="1" dirty="0" smtClean="0">
                <a:solidFill>
                  <a:srgbClr val="00B050"/>
                </a:solidFill>
                <a:latin typeface="+mj-lt"/>
                <a:cs typeface="Kokila" panose="020B0604020202020204" pitchFamily="34" charset="0"/>
              </a:rPr>
              <a:t>Low cost Make in India Initiative</a:t>
            </a:r>
            <a:endParaRPr lang="en-IN" altLang="en-US" sz="3600" b="1" dirty="0">
              <a:solidFill>
                <a:srgbClr val="00B050"/>
              </a:solidFill>
              <a:latin typeface="+mj-lt"/>
              <a:cs typeface="Kokila" panose="020B0604020202020204" pitchFamily="34" charset="0"/>
            </a:endParaRPr>
          </a:p>
        </p:txBody>
      </p:sp>
      <p:pic>
        <p:nvPicPr>
          <p:cNvPr id="2" name="Picture 1">
            <a:extLst>
              <a:ext uri="{FF2B5EF4-FFF2-40B4-BE49-F238E27FC236}">
                <a16:creationId xmlns="" xmlns:a16="http://schemas.microsoft.com/office/drawing/2014/main" id="{4577BB70-E470-0EEA-F7B1-FFECC37DAC73}"/>
              </a:ext>
            </a:extLst>
          </p:cNvPr>
          <p:cNvPicPr>
            <a:picLocks noChangeAspect="1"/>
          </p:cNvPicPr>
          <p:nvPr/>
        </p:nvPicPr>
        <p:blipFill rotWithShape="1">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0580665" y="128916"/>
            <a:ext cx="1385765" cy="1449514"/>
          </a:xfrm>
          <a:prstGeom prst="rect">
            <a:avLst/>
          </a:prstGeom>
        </p:spPr>
      </p:pic>
      <p:sp>
        <p:nvSpPr>
          <p:cNvPr id="3" name="Rectangle: Rounded Corners 2">
            <a:hlinkClick r:id="rId3" action="ppaction://hlinksldjump"/>
            <a:extLst>
              <a:ext uri="{FF2B5EF4-FFF2-40B4-BE49-F238E27FC236}">
                <a16:creationId xmlns="" xmlns:a16="http://schemas.microsoft.com/office/drawing/2014/main" id="{3B9572C4-9880-19B9-7D90-22D61F5EA2EC}"/>
              </a:ext>
            </a:extLst>
          </p:cNvPr>
          <p:cNvSpPr/>
          <p:nvPr/>
        </p:nvSpPr>
        <p:spPr>
          <a:xfrm>
            <a:off x="5909749" y="6317874"/>
            <a:ext cx="668594" cy="3637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t>Agenda</a:t>
            </a:r>
          </a:p>
        </p:txBody>
      </p:sp>
    </p:spTree>
    <p:extLst>
      <p:ext uri="{BB962C8B-B14F-4D97-AF65-F5344CB8AC3E}">
        <p14:creationId xmlns:p14="http://schemas.microsoft.com/office/powerpoint/2010/main" val="16291286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3" name="Rectangle 2">
            <a:extLst>
              <a:ext uri="{FF2B5EF4-FFF2-40B4-BE49-F238E27FC236}">
                <a16:creationId xmlns="" xmlns:a16="http://schemas.microsoft.com/office/drawing/2014/main" id="{445652DA-06AC-E940-6008-FAED21F89AA6}"/>
              </a:ext>
            </a:extLst>
          </p:cNvPr>
          <p:cNvSpPr>
            <a:spLocks noChangeArrowheads="1"/>
          </p:cNvSpPr>
          <p:nvPr/>
        </p:nvSpPr>
        <p:spPr bwMode="auto">
          <a:xfrm>
            <a:off x="0" y="359"/>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t>Digital Project Management - </a:t>
            </a:r>
            <a:r>
              <a:rPr lang="en-IN" sz="3200" b="1" dirty="0" err="1"/>
              <a:t>Jal</a:t>
            </a:r>
            <a:r>
              <a:rPr lang="en-IN" sz="3200" b="1" dirty="0"/>
              <a:t> </a:t>
            </a:r>
            <a:r>
              <a:rPr lang="en-IN" sz="3200" b="1" dirty="0" err="1"/>
              <a:t>Rekha</a:t>
            </a:r>
            <a:endParaRPr lang="en-IN" sz="3200" b="1" dirty="0"/>
          </a:p>
        </p:txBody>
      </p:sp>
      <p:sp>
        <p:nvSpPr>
          <p:cNvPr id="5" name="Google Shape;543;p70">
            <a:extLst>
              <a:ext uri="{FF2B5EF4-FFF2-40B4-BE49-F238E27FC236}">
                <a16:creationId xmlns:a16="http://schemas.microsoft.com/office/drawing/2014/main" xmlns="" id="{879FD0F4-EC95-FDFB-F0A3-774B958129C0}"/>
              </a:ext>
            </a:extLst>
          </p:cNvPr>
          <p:cNvSpPr txBox="1"/>
          <p:nvPr/>
        </p:nvSpPr>
        <p:spPr>
          <a:xfrm>
            <a:off x="351605" y="2308550"/>
            <a:ext cx="11613972" cy="4431928"/>
          </a:xfrm>
          <a:prstGeom prst="rect">
            <a:avLst/>
          </a:prstGeom>
          <a:noFill/>
          <a:ln>
            <a:noFill/>
          </a:ln>
        </p:spPr>
        <p:txBody>
          <a:bodyPr spcFirstLastPara="1" wrap="square" lIns="121900" tIns="60933" rIns="121900" bIns="60933" anchor="ctr" anchorCtr="0">
            <a:spAutoFit/>
          </a:bodyPr>
          <a:lstStyle/>
          <a:p>
            <a:pPr marL="457200" indent="-457200" algn="just">
              <a:lnSpc>
                <a:spcPct val="120000"/>
              </a:lnSpc>
              <a:spcAft>
                <a:spcPts val="1200"/>
              </a:spcAft>
              <a:buClr>
                <a:srgbClr val="000000"/>
              </a:buClr>
              <a:buSzPct val="100000"/>
              <a:buFont typeface="+mj-lt"/>
              <a:buAutoNum type="arabicPeriod"/>
            </a:pPr>
            <a:r>
              <a:rPr lang="en-US" sz="2000" b="1" dirty="0">
                <a:latin typeface="Segoe UI" panose="020B0502040204020203" pitchFamily="34" charset="0"/>
                <a:ea typeface="Calibri" panose="020F0502020204030204" pitchFamily="34" charset="0"/>
                <a:cs typeface="Segoe UI" panose="020B0502040204020203" pitchFamily="34" charset="0"/>
              </a:rPr>
              <a:t>Precise Asset Tracking </a:t>
            </a:r>
            <a:r>
              <a:rPr lang="en-US" sz="2000" dirty="0">
                <a:latin typeface="Segoe UI" panose="020B0502040204020203" pitchFamily="34" charset="0"/>
                <a:ea typeface="Calibri" panose="020F0502020204030204" pitchFamily="34" charset="0"/>
                <a:cs typeface="Segoe UI" panose="020B0502040204020203" pitchFamily="34" charset="0"/>
              </a:rPr>
              <a:t>: Real time location tracking of assets installed and parallel visual comparison with approved designs.</a:t>
            </a:r>
          </a:p>
          <a:p>
            <a:pPr marL="457200" indent="-457200" algn="just">
              <a:lnSpc>
                <a:spcPct val="120000"/>
              </a:lnSpc>
              <a:spcAft>
                <a:spcPts val="1200"/>
              </a:spcAft>
              <a:buClr>
                <a:srgbClr val="000000"/>
              </a:buClr>
              <a:buSzPct val="100000"/>
              <a:buFont typeface="+mj-lt"/>
              <a:buAutoNum type="arabicPeriod"/>
            </a:pPr>
            <a:r>
              <a:rPr lang="en-US" sz="2000" b="1" dirty="0">
                <a:latin typeface="Segoe UI" panose="020B0502040204020203" pitchFamily="34" charset="0"/>
                <a:ea typeface="Calibri" panose="020F0502020204030204" pitchFamily="34" charset="0"/>
                <a:cs typeface="Segoe UI" panose="020B0502040204020203" pitchFamily="34" charset="0"/>
              </a:rPr>
              <a:t>Ingenious Quality Assurance</a:t>
            </a:r>
            <a:r>
              <a:rPr lang="en-US" sz="2000" dirty="0">
                <a:latin typeface="Segoe UI" panose="020B0502040204020203" pitchFamily="34" charset="0"/>
                <a:ea typeface="Calibri" panose="020F0502020204030204" pitchFamily="34" charset="0"/>
                <a:cs typeface="Segoe UI" panose="020B0502040204020203" pitchFamily="34" charset="0"/>
              </a:rPr>
              <a:t>: Reduce time consumption in inspection procedures and improved work quality through categorized inspections.</a:t>
            </a:r>
          </a:p>
          <a:p>
            <a:pPr marL="457200" indent="-457200" algn="just">
              <a:lnSpc>
                <a:spcPct val="120000"/>
              </a:lnSpc>
              <a:spcAft>
                <a:spcPts val="1200"/>
              </a:spcAft>
              <a:buClr>
                <a:srgbClr val="000000"/>
              </a:buClr>
              <a:buSzPct val="100000"/>
              <a:buFont typeface="+mj-lt"/>
              <a:buAutoNum type="arabicPeriod"/>
            </a:pPr>
            <a:r>
              <a:rPr lang="en-US" sz="2000" b="1" dirty="0">
                <a:latin typeface="Segoe UI" panose="020B0502040204020203" pitchFamily="34" charset="0"/>
                <a:ea typeface="Calibri" panose="020F0502020204030204" pitchFamily="34" charset="0"/>
                <a:cs typeface="Segoe UI" panose="020B0502040204020203" pitchFamily="34" charset="0"/>
              </a:rPr>
              <a:t>Advance Decision Making </a:t>
            </a:r>
            <a:r>
              <a:rPr lang="en-US" sz="2000" dirty="0">
                <a:latin typeface="Segoe UI" panose="020B0502040204020203" pitchFamily="34" charset="0"/>
                <a:ea typeface="Calibri" panose="020F0502020204030204" pitchFamily="34" charset="0"/>
                <a:cs typeface="Segoe UI" panose="020B0502040204020203" pitchFamily="34" charset="0"/>
              </a:rPr>
              <a:t>: Weekly publishing of progress in workplan, inspection and water supply details enables the “Jal Rekha” team to take precise decisions in time.</a:t>
            </a:r>
          </a:p>
          <a:p>
            <a:pPr marL="457200" indent="-457200" algn="just">
              <a:lnSpc>
                <a:spcPct val="120000"/>
              </a:lnSpc>
              <a:spcAft>
                <a:spcPts val="1200"/>
              </a:spcAft>
              <a:buClr>
                <a:srgbClr val="000000"/>
              </a:buClr>
              <a:buSzPct val="100000"/>
              <a:buFont typeface="+mj-lt"/>
              <a:buAutoNum type="arabicPeriod"/>
            </a:pPr>
            <a:r>
              <a:rPr lang="en-US" sz="2000" b="1" dirty="0">
                <a:latin typeface="Segoe UI" panose="020B0502040204020203" pitchFamily="34" charset="0"/>
                <a:ea typeface="Calibri" panose="020F0502020204030204" pitchFamily="34" charset="0"/>
                <a:cs typeface="Segoe UI" panose="020B0502040204020203" pitchFamily="34" charset="0"/>
              </a:rPr>
              <a:t>Partnering Up </a:t>
            </a:r>
            <a:r>
              <a:rPr lang="en-US" sz="2000" dirty="0">
                <a:latin typeface="Segoe UI" panose="020B0502040204020203" pitchFamily="34" charset="0"/>
                <a:ea typeface="Calibri" panose="020F0502020204030204" pitchFamily="34" charset="0"/>
                <a:cs typeface="Segoe UI" panose="020B0502040204020203" pitchFamily="34" charset="0"/>
              </a:rPr>
              <a:t>: Partnering the geographically referenced design &amp; drawing data sets with other departments like </a:t>
            </a:r>
            <a:r>
              <a:rPr lang="en-US" sz="2000" dirty="0" smtClean="0">
                <a:latin typeface="Segoe UI" panose="020B0502040204020203" pitchFamily="34" charset="0"/>
                <a:ea typeface="Calibri" panose="020F0502020204030204" pitchFamily="34" charset="0"/>
                <a:cs typeface="Segoe UI" panose="020B0502040204020203" pitchFamily="34" charset="0"/>
              </a:rPr>
              <a:t>Urban, Road, Telecom</a:t>
            </a:r>
            <a:r>
              <a:rPr lang="en-US" sz="2000" dirty="0">
                <a:latin typeface="Segoe UI" panose="020B0502040204020203" pitchFamily="34" charset="0"/>
                <a:ea typeface="Calibri" panose="020F0502020204030204" pitchFamily="34" charset="0"/>
                <a:cs typeface="Segoe UI" panose="020B0502040204020203" pitchFamily="34" charset="0"/>
              </a:rPr>
              <a:t>, MPEB, Domestic Gas Supply agencies </a:t>
            </a:r>
            <a:r>
              <a:rPr lang="en-US" sz="2000" dirty="0" err="1">
                <a:latin typeface="Segoe UI" panose="020B0502040204020203" pitchFamily="34" charset="0"/>
                <a:ea typeface="Calibri" panose="020F0502020204030204" pitchFamily="34" charset="0"/>
                <a:cs typeface="Segoe UI" panose="020B0502040204020203" pitchFamily="34" charset="0"/>
              </a:rPr>
              <a:t>etc</a:t>
            </a:r>
            <a:r>
              <a:rPr lang="en-US" sz="2000" dirty="0">
                <a:latin typeface="Segoe UI" panose="020B0502040204020203" pitchFamily="34" charset="0"/>
                <a:ea typeface="Calibri" panose="020F0502020204030204" pitchFamily="34" charset="0"/>
                <a:cs typeface="Segoe UI" panose="020B0502040204020203" pitchFamily="34" charset="0"/>
              </a:rPr>
              <a:t> enables them to receive NOC from respective departments and to execute their plan in time with out creating any fuss.</a:t>
            </a:r>
          </a:p>
        </p:txBody>
      </p:sp>
      <p:sp>
        <p:nvSpPr>
          <p:cNvPr id="6" name="Google Shape;543;p70"/>
          <p:cNvSpPr txBox="1"/>
          <p:nvPr/>
        </p:nvSpPr>
        <p:spPr>
          <a:xfrm>
            <a:off x="351605" y="1119250"/>
            <a:ext cx="11613972" cy="1277218"/>
          </a:xfrm>
          <a:prstGeom prst="rect">
            <a:avLst/>
          </a:prstGeom>
          <a:noFill/>
          <a:ln>
            <a:noFill/>
          </a:ln>
        </p:spPr>
        <p:txBody>
          <a:bodyPr spcFirstLastPara="1" wrap="square" lIns="121900" tIns="60933" rIns="121900" bIns="60933" anchor="ctr" anchorCtr="0">
            <a:spAutoFit/>
          </a:bodyPr>
          <a:lstStyle/>
          <a:p>
            <a:pPr marL="342900" indent="-342900" algn="just">
              <a:spcAft>
                <a:spcPts val="1800"/>
              </a:spcAft>
              <a:buClr>
                <a:srgbClr val="000000"/>
              </a:buClr>
              <a:buSzPct val="100000"/>
              <a:buFont typeface="Wingdings" panose="05000000000000000000" pitchFamily="2" charset="2"/>
              <a:buChar char="§"/>
            </a:pPr>
            <a:r>
              <a:rPr lang="en-US" sz="2000" b="1" i="1" dirty="0">
                <a:solidFill>
                  <a:srgbClr val="00B0F0"/>
                </a:solidFill>
                <a:latin typeface="Segoe UI" panose="020B0502040204020203" pitchFamily="34" charset="0"/>
                <a:ea typeface="Calibri" panose="020F0502020204030204" pitchFamily="34" charset="0"/>
                <a:cs typeface="Segoe UI" panose="020B0502040204020203" pitchFamily="34" charset="0"/>
              </a:rPr>
              <a:t>“Jal Rekha” </a:t>
            </a:r>
            <a:r>
              <a:rPr lang="en-US" sz="2000" dirty="0">
                <a:latin typeface="Segoe UI" panose="020B0502040204020203" pitchFamily="34" charset="0"/>
                <a:ea typeface="Calibri" panose="020F0502020204030204" pitchFamily="34" charset="0"/>
                <a:cs typeface="Segoe UI" panose="020B0502040204020203" pitchFamily="34" charset="0"/>
              </a:rPr>
              <a:t>is a GIS based tool which can be easily accessible via android &amp; web application to monitor and management of the progress in MVS (Multi Village Water Supply Schemes) under JJM in Madhya Pradesh</a:t>
            </a:r>
            <a:r>
              <a:rPr lang="en-US" sz="2000" dirty="0" smtClean="0">
                <a:latin typeface="Segoe UI" panose="020B0502040204020203" pitchFamily="34" charset="0"/>
                <a:ea typeface="Calibri" panose="020F0502020204030204" pitchFamily="34" charset="0"/>
                <a:cs typeface="Segoe UI" panose="020B0502040204020203" pitchFamily="34" charset="0"/>
              </a:rPr>
              <a:t>.</a:t>
            </a:r>
            <a:endParaRPr lang="en-US" sz="2000" dirty="0">
              <a:latin typeface="Segoe UI" panose="020B0502040204020203" pitchFamily="34" charset="0"/>
              <a:ea typeface="Calibri" panose="020F0502020204030204" pitchFamily="34" charset="0"/>
              <a:cs typeface="Segoe UI" panose="020B0502040204020203" pitchFamily="34" charset="0"/>
            </a:endParaRPr>
          </a:p>
        </p:txBody>
      </p:sp>
    </p:spTree>
    <p:extLst>
      <p:ext uri="{BB962C8B-B14F-4D97-AF65-F5344CB8AC3E}">
        <p14:creationId xmlns:p14="http://schemas.microsoft.com/office/powerpoint/2010/main" val="14363784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3" name="Rectangle 2">
            <a:extLst>
              <a:ext uri="{FF2B5EF4-FFF2-40B4-BE49-F238E27FC236}">
                <a16:creationId xmlns="" xmlns:a16="http://schemas.microsoft.com/office/drawing/2014/main" id="{445652DA-06AC-E940-6008-FAED21F89AA6}"/>
              </a:ext>
            </a:extLst>
          </p:cNvPr>
          <p:cNvSpPr>
            <a:spLocks noChangeArrowheads="1"/>
          </p:cNvSpPr>
          <p:nvPr/>
        </p:nvSpPr>
        <p:spPr bwMode="auto">
          <a:xfrm>
            <a:off x="0" y="359"/>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latin typeface="+mn-lt"/>
              </a:rPr>
              <a:t>Digital Project Management - </a:t>
            </a:r>
            <a:r>
              <a:rPr lang="en-IN" sz="3200" b="1" dirty="0" err="1">
                <a:latin typeface="+mn-lt"/>
              </a:rPr>
              <a:t>Jal</a:t>
            </a:r>
            <a:r>
              <a:rPr lang="en-IN" sz="3200" b="1" dirty="0">
                <a:latin typeface="+mn-lt"/>
              </a:rPr>
              <a:t> </a:t>
            </a:r>
            <a:r>
              <a:rPr lang="en-IN" sz="3200" b="1" dirty="0" err="1">
                <a:latin typeface="+mn-lt"/>
              </a:rPr>
              <a:t>Rekha</a:t>
            </a:r>
            <a:endParaRPr lang="en-IN" sz="3200" b="1" dirty="0">
              <a:latin typeface="+mn-lt"/>
            </a:endParaRPr>
          </a:p>
        </p:txBody>
      </p:sp>
      <p:pic>
        <p:nvPicPr>
          <p:cNvPr id="5" name="Picture 4" descr="A screenshot of a computer&#10;&#10;Description automatically generated">
            <a:extLst>
              <a:ext uri="{FF2B5EF4-FFF2-40B4-BE49-F238E27FC236}">
                <a16:creationId xmlns="" xmlns:a16="http://schemas.microsoft.com/office/drawing/2014/main" id="{2D4780A0-0C8C-FEBB-B3E6-1B83C703CE32}"/>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6299053" y="2172832"/>
            <a:ext cx="5377543" cy="441264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 xmlns:a16="http://schemas.microsoft.com/office/drawing/2014/main" id="{6F409F97-CAAF-A4C3-6891-0CB4ABE6E5AE}"/>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587827" y="2172832"/>
            <a:ext cx="5523261" cy="441264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Google Shape;543;p70"/>
          <p:cNvSpPr txBox="1"/>
          <p:nvPr/>
        </p:nvSpPr>
        <p:spPr>
          <a:xfrm>
            <a:off x="419643" y="938181"/>
            <a:ext cx="11613972" cy="1277218"/>
          </a:xfrm>
          <a:prstGeom prst="rect">
            <a:avLst/>
          </a:prstGeom>
          <a:noFill/>
          <a:ln>
            <a:noFill/>
          </a:ln>
        </p:spPr>
        <p:txBody>
          <a:bodyPr spcFirstLastPara="1" wrap="square" lIns="121900" tIns="60933" rIns="121900" bIns="60933" anchor="ctr" anchorCtr="0">
            <a:spAutoFit/>
          </a:bodyPr>
          <a:lstStyle/>
          <a:p>
            <a:pPr marL="342900" indent="-342900" algn="just">
              <a:spcAft>
                <a:spcPts val="1800"/>
              </a:spcAft>
              <a:buClr>
                <a:srgbClr val="000000"/>
              </a:buClr>
              <a:buSzPct val="100000"/>
              <a:buFont typeface="Wingdings" panose="05000000000000000000" pitchFamily="2" charset="2"/>
              <a:buChar char="§"/>
            </a:pPr>
            <a:r>
              <a:rPr lang="en-US" sz="2000" dirty="0" smtClean="0">
                <a:latin typeface="Segoe UI" panose="020B0502040204020203" pitchFamily="34" charset="0"/>
                <a:ea typeface="Calibri" panose="020F0502020204030204" pitchFamily="34" charset="0"/>
                <a:cs typeface="Segoe UI" panose="020B0502040204020203" pitchFamily="34" charset="0"/>
              </a:rPr>
              <a:t>Information </a:t>
            </a:r>
            <a:r>
              <a:rPr lang="en-US" sz="2000" dirty="0">
                <a:latin typeface="Segoe UI" panose="020B0502040204020203" pitchFamily="34" charset="0"/>
                <a:ea typeface="Calibri" panose="020F0502020204030204" pitchFamily="34" charset="0"/>
                <a:cs typeface="Segoe UI" panose="020B0502040204020203" pitchFamily="34" charset="0"/>
              </a:rPr>
              <a:t>about the MVS assets (Intake Well, </a:t>
            </a:r>
            <a:r>
              <a:rPr lang="en-US" sz="2000" dirty="0" smtClean="0">
                <a:latin typeface="Segoe UI" panose="020B0502040204020203" pitchFamily="34" charset="0"/>
                <a:ea typeface="Calibri" panose="020F0502020204030204" pitchFamily="34" charset="0"/>
                <a:cs typeface="Segoe UI" panose="020B0502040204020203" pitchFamily="34" charset="0"/>
              </a:rPr>
              <a:t>WTP, OHT </a:t>
            </a:r>
            <a:r>
              <a:rPr lang="en-US" sz="2000" dirty="0">
                <a:latin typeface="Segoe UI" panose="020B0502040204020203" pitchFamily="34" charset="0"/>
                <a:ea typeface="Calibri" panose="020F0502020204030204" pitchFamily="34" charset="0"/>
                <a:cs typeface="Segoe UI" panose="020B0502040204020203" pitchFamily="34" charset="0"/>
              </a:rPr>
              <a:t>&amp; Supply lines) constructed over the ground are geo-tagged in Jal Rekha application </a:t>
            </a:r>
            <a:r>
              <a:rPr lang="en-US" sz="2000" dirty="0" smtClean="0">
                <a:latin typeface="Segoe UI" panose="020B0502040204020203" pitchFamily="34" charset="0"/>
                <a:ea typeface="Calibri" panose="020F0502020204030204" pitchFamily="34" charset="0"/>
                <a:cs typeface="Segoe UI" panose="020B0502040204020203" pitchFamily="34" charset="0"/>
              </a:rPr>
              <a:t>and uploaded on </a:t>
            </a:r>
            <a:r>
              <a:rPr lang="en-US" sz="2000" dirty="0" err="1" smtClean="0">
                <a:latin typeface="Segoe UI" panose="020B0502040204020203" pitchFamily="34" charset="0"/>
                <a:ea typeface="Calibri" panose="020F0502020204030204" pitchFamily="34" charset="0"/>
                <a:cs typeface="Segoe UI" panose="020B0502040204020203" pitchFamily="34" charset="0"/>
              </a:rPr>
              <a:t>Jal</a:t>
            </a:r>
            <a:r>
              <a:rPr lang="en-US" sz="2000" dirty="0" smtClean="0">
                <a:latin typeface="Segoe UI" panose="020B0502040204020203" pitchFamily="34" charset="0"/>
                <a:ea typeface="Calibri" panose="020F0502020204030204" pitchFamily="34" charset="0"/>
                <a:cs typeface="Segoe UI" panose="020B0502040204020203" pitchFamily="34" charset="0"/>
              </a:rPr>
              <a:t> </a:t>
            </a:r>
            <a:r>
              <a:rPr lang="en-US" sz="2000" dirty="0" err="1" smtClean="0">
                <a:latin typeface="Segoe UI" panose="020B0502040204020203" pitchFamily="34" charset="0"/>
                <a:ea typeface="Calibri" panose="020F0502020204030204" pitchFamily="34" charset="0"/>
                <a:cs typeface="Segoe UI" panose="020B0502040204020203" pitchFamily="34" charset="0"/>
              </a:rPr>
              <a:t>Rekha</a:t>
            </a:r>
            <a:r>
              <a:rPr lang="en-US" sz="2000" dirty="0" smtClean="0">
                <a:latin typeface="Segoe UI" panose="020B0502040204020203" pitchFamily="34" charset="0"/>
                <a:ea typeface="Calibri" panose="020F0502020204030204" pitchFamily="34" charset="0"/>
                <a:cs typeface="Segoe UI" panose="020B0502040204020203" pitchFamily="34" charset="0"/>
              </a:rPr>
              <a:t> Portal. These GIS based layers were also successfully uploaded over </a:t>
            </a:r>
            <a:r>
              <a:rPr lang="en-US" sz="2000" dirty="0">
                <a:latin typeface="Segoe UI" panose="020B0502040204020203" pitchFamily="34" charset="0"/>
                <a:ea typeface="Calibri" panose="020F0502020204030204" pitchFamily="34" charset="0"/>
                <a:cs typeface="Segoe UI" panose="020B0502040204020203" pitchFamily="34" charset="0"/>
              </a:rPr>
              <a:t>the </a:t>
            </a:r>
            <a:r>
              <a:rPr lang="en-US" sz="2000" b="1" dirty="0">
                <a:latin typeface="Segoe UI" panose="020B0502040204020203" pitchFamily="34" charset="0"/>
                <a:ea typeface="Calibri" panose="020F0502020204030204" pitchFamily="34" charset="0"/>
                <a:cs typeface="Segoe UI" panose="020B0502040204020203" pitchFamily="34" charset="0"/>
              </a:rPr>
              <a:t>PM- </a:t>
            </a:r>
            <a:r>
              <a:rPr lang="en-US" sz="2000" b="1" dirty="0" err="1">
                <a:latin typeface="Segoe UI" panose="020B0502040204020203" pitchFamily="34" charset="0"/>
                <a:ea typeface="Calibri" panose="020F0502020204030204" pitchFamily="34" charset="0"/>
                <a:cs typeface="Segoe UI" panose="020B0502040204020203" pitchFamily="34" charset="0"/>
              </a:rPr>
              <a:t>Gati</a:t>
            </a:r>
            <a:r>
              <a:rPr lang="en-US" sz="2000" b="1" dirty="0">
                <a:latin typeface="Segoe UI" panose="020B0502040204020203" pitchFamily="34" charset="0"/>
                <a:ea typeface="Calibri" panose="020F0502020204030204" pitchFamily="34" charset="0"/>
                <a:cs typeface="Segoe UI" panose="020B0502040204020203" pitchFamily="34" charset="0"/>
              </a:rPr>
              <a:t> Shakti</a:t>
            </a:r>
            <a:r>
              <a:rPr lang="en-US" sz="2000" dirty="0">
                <a:latin typeface="Segoe UI" panose="020B0502040204020203" pitchFamily="34" charset="0"/>
                <a:ea typeface="Calibri" panose="020F0502020204030204" pitchFamily="34" charset="0"/>
                <a:cs typeface="Segoe UI" panose="020B0502040204020203" pitchFamily="34" charset="0"/>
              </a:rPr>
              <a:t> portal through an API.</a:t>
            </a:r>
          </a:p>
        </p:txBody>
      </p:sp>
    </p:spTree>
    <p:extLst>
      <p:ext uri="{BB962C8B-B14F-4D97-AF65-F5344CB8AC3E}">
        <p14:creationId xmlns:p14="http://schemas.microsoft.com/office/powerpoint/2010/main" val="25380484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3" name="Rectangle 2">
            <a:extLst>
              <a:ext uri="{FF2B5EF4-FFF2-40B4-BE49-F238E27FC236}">
                <a16:creationId xmlns="" xmlns:a16="http://schemas.microsoft.com/office/drawing/2014/main" id="{445652DA-06AC-E940-6008-FAED21F89AA6}"/>
              </a:ext>
            </a:extLst>
          </p:cNvPr>
          <p:cNvSpPr>
            <a:spLocks noChangeArrowheads="1"/>
          </p:cNvSpPr>
          <p:nvPr/>
        </p:nvSpPr>
        <p:spPr bwMode="auto">
          <a:xfrm>
            <a:off x="0" y="359"/>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latin typeface="Aptos" panose="020B0004020202020204" pitchFamily="34" charset="0"/>
              </a:rPr>
              <a:t>Digital Project Monitoring </a:t>
            </a:r>
            <a:r>
              <a:rPr lang="en-IN" sz="3200" b="1" dirty="0" smtClean="0">
                <a:latin typeface="Aptos" panose="020B0004020202020204" pitchFamily="34" charset="0"/>
              </a:rPr>
              <a:t>Initiatives – Modules Developed</a:t>
            </a:r>
            <a:endParaRPr lang="en-IN" sz="3200" b="1" dirty="0">
              <a:latin typeface="Aptos" panose="020B0004020202020204" pitchFamily="34" charset="0"/>
            </a:endParaRPr>
          </a:p>
        </p:txBody>
      </p:sp>
      <p:graphicFrame>
        <p:nvGraphicFramePr>
          <p:cNvPr id="4" name="Diagram 3">
            <a:extLst>
              <a:ext uri="{FF2B5EF4-FFF2-40B4-BE49-F238E27FC236}">
                <a16:creationId xmlns="" xmlns:a16="http://schemas.microsoft.com/office/drawing/2014/main" id="{A39D0748-5725-5FA3-4CAA-288C7FFC46F3}"/>
              </a:ext>
            </a:extLst>
          </p:cNvPr>
          <p:cNvGraphicFramePr/>
          <p:nvPr>
            <p:extLst/>
          </p:nvPr>
        </p:nvGraphicFramePr>
        <p:xfrm>
          <a:off x="370114" y="719667"/>
          <a:ext cx="11484429" cy="56267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254431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 xmlns:a16="http://schemas.microsoft.com/office/drawing/2014/main" id="{D7BA832C-DBD4-4EC7-B16B-74D1777B7A97}"/>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latin typeface="+mn-lt"/>
              </a:rPr>
              <a:t>Asset Mapping &amp; Management (GIS-based Modules)</a:t>
            </a:r>
          </a:p>
        </p:txBody>
      </p:sp>
      <p:sp>
        <p:nvSpPr>
          <p:cNvPr id="7" name="Rectangle 4">
            <a:extLst>
              <a:ext uri="{FF2B5EF4-FFF2-40B4-BE49-F238E27FC236}">
                <a16:creationId xmlns="" xmlns:a16="http://schemas.microsoft.com/office/drawing/2014/main" id="{CDFBF221-21DF-14F3-EBFF-82D00BC693E4}"/>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Content Placeholder 8">
            <a:extLst>
              <a:ext uri="{FF2B5EF4-FFF2-40B4-BE49-F238E27FC236}">
                <a16:creationId xmlns="" xmlns:a16="http://schemas.microsoft.com/office/drawing/2014/main" id="{91FD099D-90EE-D712-75A2-969838CB0943}"/>
              </a:ext>
            </a:extLst>
          </p:cNvPr>
          <p:cNvSpPr>
            <a:spLocks noGrp="1"/>
          </p:cNvSpPr>
          <p:nvPr>
            <p:ph idx="1"/>
          </p:nvPr>
        </p:nvSpPr>
        <p:spPr>
          <a:xfrm>
            <a:off x="352424" y="3309257"/>
            <a:ext cx="11483405" cy="3286384"/>
          </a:xfrm>
        </p:spPr>
        <p:txBody>
          <a:bodyPr anchor="ctr">
            <a:normAutofit/>
          </a:bodyPr>
          <a:lstStyle/>
          <a:p>
            <a:pPr marL="457200" indent="-457200" algn="just">
              <a:lnSpc>
                <a:spcPct val="150000"/>
              </a:lnSpc>
              <a:spcBef>
                <a:spcPts val="0"/>
              </a:spcBef>
              <a:spcAft>
                <a:spcPts val="1800"/>
              </a:spcAft>
              <a:buAutoNum type="arabicPeriod"/>
            </a:pPr>
            <a:r>
              <a:rPr lang="en-IN" sz="2000" b="1">
                <a:latin typeface="Calibri" panose="020F0502020204030204" pitchFamily="34" charset="0"/>
                <a:cs typeface="Calibri" panose="020F0502020204030204" pitchFamily="34" charset="0"/>
              </a:rPr>
              <a:t>Design and Drawing: </a:t>
            </a:r>
            <a:r>
              <a:rPr lang="en-IN" sz="2000">
                <a:latin typeface="Calibri" panose="020F0502020204030204" pitchFamily="34" charset="0"/>
                <a:cs typeface="Calibri" panose="020F0502020204030204" pitchFamily="34" charset="0"/>
              </a:rPr>
              <a:t>All approved components of the schemes viz. Intake Well, WTP, Pipelines, and OHTs are being mapped to the GIS-based portal of Jal Rekha. </a:t>
            </a:r>
          </a:p>
          <a:p>
            <a:pPr marL="457200" indent="-457200" algn="just">
              <a:lnSpc>
                <a:spcPct val="150000"/>
              </a:lnSpc>
              <a:spcBef>
                <a:spcPts val="0"/>
              </a:spcBef>
              <a:spcAft>
                <a:spcPts val="1800"/>
              </a:spcAft>
              <a:buAutoNum type="arabicPeriod"/>
            </a:pPr>
            <a:r>
              <a:rPr lang="en-IN" sz="2000" b="1">
                <a:latin typeface="Calibri" panose="020F0502020204030204" pitchFamily="34" charset="0"/>
                <a:cs typeface="Calibri" panose="020F0502020204030204" pitchFamily="34" charset="0"/>
              </a:rPr>
              <a:t>Field Survey Data: </a:t>
            </a:r>
            <a:r>
              <a:rPr lang="en-IN" sz="2000">
                <a:latin typeface="Calibri" panose="020F0502020204030204" pitchFamily="34" charset="0"/>
                <a:cs typeface="Calibri" panose="020F0502020204030204" pitchFamily="34" charset="0"/>
              </a:rPr>
              <a:t>The geotagged location and photo of the component are being uploaded on the mobile app by the field officers, which shows the actual location of the component. </a:t>
            </a:r>
          </a:p>
          <a:p>
            <a:pPr marL="457200" indent="-457200" algn="just">
              <a:lnSpc>
                <a:spcPct val="150000"/>
              </a:lnSpc>
              <a:spcBef>
                <a:spcPts val="0"/>
              </a:spcBef>
              <a:spcAft>
                <a:spcPts val="1800"/>
              </a:spcAft>
              <a:buAutoNum type="arabicPeriod"/>
            </a:pPr>
            <a:r>
              <a:rPr lang="en-IN" sz="2000" b="1">
                <a:latin typeface="Calibri" panose="020F0502020204030204" pitchFamily="34" charset="0"/>
                <a:cs typeface="Calibri" panose="020F0502020204030204" pitchFamily="34" charset="0"/>
              </a:rPr>
              <a:t>Data Visualization: </a:t>
            </a:r>
            <a:r>
              <a:rPr lang="en-IN" sz="2000">
                <a:latin typeface="Calibri" panose="020F0502020204030204" pitchFamily="34" charset="0"/>
                <a:cs typeface="Calibri" panose="020F0502020204030204" pitchFamily="34" charset="0"/>
              </a:rPr>
              <a:t>Visualize approved design &amp; drawing and updated as-built data on the map.</a:t>
            </a:r>
            <a:endParaRPr lang="en-US" sz="2000">
              <a:latin typeface="Calibri" panose="020F0502020204030204" pitchFamily="34" charset="0"/>
              <a:cs typeface="Calibri" panose="020F0502020204030204" pitchFamily="34" charset="0"/>
            </a:endParaRPr>
          </a:p>
        </p:txBody>
      </p:sp>
      <p:pic>
        <p:nvPicPr>
          <p:cNvPr id="3" name="Picture 2">
            <a:extLst>
              <a:ext uri="{FF2B5EF4-FFF2-40B4-BE49-F238E27FC236}">
                <a16:creationId xmlns="" xmlns:a16="http://schemas.microsoft.com/office/drawing/2014/main" id="{17399F1D-F68F-D96C-6864-BCEC173B391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6428" y="735146"/>
            <a:ext cx="5040000" cy="28349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 xmlns:a16="http://schemas.microsoft.com/office/drawing/2014/main" id="{18E5CA89-5507-F084-F4C0-0895E8D04860}"/>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6179003" y="833119"/>
            <a:ext cx="5040000" cy="271109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8683595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0CF2F170-969C-A0FC-5A12-2F7FDE356E51}"/>
              </a:ext>
            </a:extLst>
          </p:cNvPr>
          <p:cNvSpPr>
            <a:spLocks noChangeArrowheads="1"/>
          </p:cNvSpPr>
          <p:nvPr/>
        </p:nvSpPr>
        <p:spPr bwMode="auto">
          <a:xfrm>
            <a:off x="0" y="0"/>
            <a:ext cx="12192000" cy="523220"/>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2800" b="1" dirty="0" smtClean="0"/>
              <a:t>     Asset </a:t>
            </a:r>
            <a:r>
              <a:rPr lang="en-IN" sz="2800" b="1" dirty="0"/>
              <a:t>Mapping </a:t>
            </a:r>
            <a:r>
              <a:rPr lang="en-IN" sz="2800" b="1" dirty="0" smtClean="0"/>
              <a:t>- </a:t>
            </a:r>
            <a:r>
              <a:rPr lang="en-IN" sz="2800" b="1" dirty="0" smtClean="0">
                <a:latin typeface="+mn-lt"/>
              </a:rPr>
              <a:t>Mapping of Pipe Network</a:t>
            </a:r>
            <a:endParaRPr lang="en-IN" sz="2800" b="1" dirty="0">
              <a:latin typeface="+mn-lt"/>
            </a:endParaRPr>
          </a:p>
        </p:txBody>
      </p:sp>
      <p:graphicFrame>
        <p:nvGraphicFramePr>
          <p:cNvPr id="3" name="Table 2">
            <a:extLst>
              <a:ext uri="{FF2B5EF4-FFF2-40B4-BE49-F238E27FC236}">
                <a16:creationId xmlns="" xmlns:a16="http://schemas.microsoft.com/office/drawing/2014/main" id="{19971F04-8E48-1875-59DC-F3FBB90E0F59}"/>
              </a:ext>
            </a:extLst>
          </p:cNvPr>
          <p:cNvGraphicFramePr>
            <a:graphicFrameLocks noGrp="1"/>
          </p:cNvGraphicFramePr>
          <p:nvPr>
            <p:extLst>
              <p:ext uri="{D42A27DB-BD31-4B8C-83A1-F6EECF244321}">
                <p14:modId xmlns:p14="http://schemas.microsoft.com/office/powerpoint/2010/main" val="2759309783"/>
              </p:ext>
            </p:extLst>
          </p:nvPr>
        </p:nvGraphicFramePr>
        <p:xfrm>
          <a:off x="346985" y="623315"/>
          <a:ext cx="11715508" cy="939337"/>
        </p:xfrm>
        <a:graphic>
          <a:graphicData uri="http://schemas.openxmlformats.org/drawingml/2006/table">
            <a:tbl>
              <a:tblPr firstRow="1" bandRow="1">
                <a:tableStyleId>{5C22544A-7EE6-4342-B048-85BDC9FD1C3A}</a:tableStyleId>
              </a:tblPr>
              <a:tblGrid>
                <a:gridCol w="2357832">
                  <a:extLst>
                    <a:ext uri="{9D8B030D-6E8A-4147-A177-3AD203B41FA5}">
                      <a16:colId xmlns="" xmlns:a16="http://schemas.microsoft.com/office/drawing/2014/main" val="3050347115"/>
                    </a:ext>
                  </a:extLst>
                </a:gridCol>
                <a:gridCol w="2029787">
                  <a:extLst>
                    <a:ext uri="{9D8B030D-6E8A-4147-A177-3AD203B41FA5}">
                      <a16:colId xmlns="" xmlns:a16="http://schemas.microsoft.com/office/drawing/2014/main" val="2015425902"/>
                    </a:ext>
                  </a:extLst>
                </a:gridCol>
                <a:gridCol w="1493145">
                  <a:extLst>
                    <a:ext uri="{9D8B030D-6E8A-4147-A177-3AD203B41FA5}">
                      <a16:colId xmlns="" xmlns:a16="http://schemas.microsoft.com/office/drawing/2014/main" val="1161865796"/>
                    </a:ext>
                  </a:extLst>
                </a:gridCol>
                <a:gridCol w="1872343">
                  <a:extLst>
                    <a:ext uri="{9D8B030D-6E8A-4147-A177-3AD203B41FA5}">
                      <a16:colId xmlns="" xmlns:a16="http://schemas.microsoft.com/office/drawing/2014/main" val="3791237312"/>
                    </a:ext>
                  </a:extLst>
                </a:gridCol>
                <a:gridCol w="2220686">
                  <a:extLst>
                    <a:ext uri="{9D8B030D-6E8A-4147-A177-3AD203B41FA5}">
                      <a16:colId xmlns="" xmlns:a16="http://schemas.microsoft.com/office/drawing/2014/main" val="2223833314"/>
                    </a:ext>
                  </a:extLst>
                </a:gridCol>
                <a:gridCol w="1741715">
                  <a:extLst>
                    <a:ext uri="{9D8B030D-6E8A-4147-A177-3AD203B41FA5}">
                      <a16:colId xmlns="" xmlns:a16="http://schemas.microsoft.com/office/drawing/2014/main" val="2745917116"/>
                    </a:ext>
                  </a:extLst>
                </a:gridCol>
              </a:tblGrid>
              <a:tr h="622941">
                <a:tc>
                  <a:txBody>
                    <a:bodyPr/>
                    <a:lstStyle/>
                    <a:p>
                      <a:pPr algn="ctr" fontAlgn="ctr"/>
                      <a:r>
                        <a:rPr lang="en-IN" sz="1600" b="1" u="none" strike="noStrike" dirty="0">
                          <a:solidFill>
                            <a:schemeClr val="bg1"/>
                          </a:solidFill>
                          <a:effectLst/>
                        </a:rPr>
                        <a:t>Planned Length (km)</a:t>
                      </a:r>
                      <a:endParaRPr lang="en-IN" sz="1600" b="1" i="0" u="none" strike="noStrike" dirty="0">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Uploaded Length (km)</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 Progress</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Pipeline laid (km)</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Surveyed length (km)</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600" b="1" u="none" strike="noStrike">
                          <a:solidFill>
                            <a:schemeClr val="bg1"/>
                          </a:solidFill>
                          <a:effectLst/>
                        </a:rPr>
                        <a:t>% Surveying Progress </a:t>
                      </a:r>
                      <a:r>
                        <a:rPr lang="en-IN" sz="1600" b="1" u="none" strike="noStrike" err="1">
                          <a:solidFill>
                            <a:schemeClr val="bg1"/>
                          </a:solidFill>
                          <a:effectLst/>
                        </a:rPr>
                        <a:t>wrt</a:t>
                      </a:r>
                      <a:r>
                        <a:rPr lang="en-IN" sz="1600" b="1" u="none" strike="noStrike">
                          <a:solidFill>
                            <a:schemeClr val="bg1"/>
                          </a:solidFill>
                          <a:effectLst/>
                        </a:rPr>
                        <a:t>  Laying</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extLst>
                  <a:ext uri="{0D108BD9-81ED-4DB2-BD59-A6C34878D82A}">
                    <a16:rowId xmlns="" xmlns:a16="http://schemas.microsoft.com/office/drawing/2014/main" val="3740543655"/>
                  </a:ext>
                </a:extLst>
              </a:tr>
              <a:tr h="316396">
                <a:tc>
                  <a:txBody>
                    <a:bodyPr/>
                    <a:lstStyle/>
                    <a:p>
                      <a:pPr algn="ctr" fontAlgn="ctr"/>
                      <a:r>
                        <a:rPr lang="en-IN" sz="1600" b="1" u="none" strike="noStrike" kern="1200" dirty="0">
                          <a:solidFill>
                            <a:schemeClr val="dk1"/>
                          </a:solidFill>
                          <a:effectLst/>
                          <a:latin typeface="+mn-lt"/>
                          <a:ea typeface="+mn-ea"/>
                          <a:cs typeface="+mn-cs"/>
                        </a:rPr>
                        <a:t>2,16,754</a:t>
                      </a:r>
                    </a:p>
                  </a:txBody>
                  <a:tcPr marL="6350" marR="6350" marT="6350" marB="0" anchor="ctr"/>
                </a:tc>
                <a:tc>
                  <a:txBody>
                    <a:bodyPr/>
                    <a:lstStyle/>
                    <a:p>
                      <a:pPr algn="ctr" fontAlgn="ctr"/>
                      <a:r>
                        <a:rPr lang="en-IN" sz="1600" b="1" u="none" strike="noStrike" kern="1200" dirty="0">
                          <a:solidFill>
                            <a:schemeClr val="dk1"/>
                          </a:solidFill>
                          <a:effectLst/>
                          <a:latin typeface="+mn-lt"/>
                          <a:ea typeface="+mn-ea"/>
                          <a:cs typeface="+mn-cs"/>
                        </a:rPr>
                        <a:t>2,06,234</a:t>
                      </a:r>
                    </a:p>
                  </a:txBody>
                  <a:tcPr marL="6350" marR="6350" marT="6350" marB="0" anchor="ctr"/>
                </a:tc>
                <a:tc>
                  <a:txBody>
                    <a:bodyPr/>
                    <a:lstStyle/>
                    <a:p>
                      <a:pPr algn="ctr" fontAlgn="ctr"/>
                      <a:r>
                        <a:rPr lang="en-IN" sz="1600" b="1" u="none" strike="noStrike" kern="1200">
                          <a:solidFill>
                            <a:schemeClr val="dk1"/>
                          </a:solidFill>
                          <a:effectLst/>
                          <a:latin typeface="+mn-lt"/>
                          <a:ea typeface="+mn-ea"/>
                          <a:cs typeface="+mn-cs"/>
                        </a:rPr>
                        <a:t>95%</a:t>
                      </a:r>
                    </a:p>
                  </a:txBody>
                  <a:tcPr marL="6350" marR="6350" marT="6350" marB="0" anchor="ctr"/>
                </a:tc>
                <a:tc>
                  <a:txBody>
                    <a:bodyPr/>
                    <a:lstStyle/>
                    <a:p>
                      <a:pPr algn="ctr" fontAlgn="ctr"/>
                      <a:r>
                        <a:rPr lang="en-IN" sz="1600" b="1" u="none" strike="noStrike" kern="1200" dirty="0">
                          <a:solidFill>
                            <a:schemeClr val="dk1"/>
                          </a:solidFill>
                          <a:effectLst/>
                          <a:latin typeface="+mn-lt"/>
                          <a:ea typeface="+mn-ea"/>
                          <a:cs typeface="+mn-cs"/>
                        </a:rPr>
                        <a:t>1,50,286</a:t>
                      </a:r>
                    </a:p>
                  </a:txBody>
                  <a:tcPr marL="6350" marR="6350" marT="6350" marB="0" anchor="ctr"/>
                </a:tc>
                <a:tc>
                  <a:txBody>
                    <a:bodyPr/>
                    <a:lstStyle/>
                    <a:p>
                      <a:pPr algn="ctr" fontAlgn="ctr"/>
                      <a:r>
                        <a:rPr lang="en-IN" sz="1600" b="1" u="none" strike="noStrike" kern="1200" dirty="0">
                          <a:solidFill>
                            <a:schemeClr val="dk1"/>
                          </a:solidFill>
                          <a:effectLst/>
                          <a:latin typeface="+mn-lt"/>
                          <a:ea typeface="+mn-ea"/>
                          <a:cs typeface="+mn-cs"/>
                        </a:rPr>
                        <a:t>1,24,347</a:t>
                      </a:r>
                    </a:p>
                  </a:txBody>
                  <a:tcPr marL="6350" marR="6350" marT="6350" marB="0" anchor="ctr"/>
                </a:tc>
                <a:tc>
                  <a:txBody>
                    <a:bodyPr/>
                    <a:lstStyle/>
                    <a:p>
                      <a:pPr algn="ctr" fontAlgn="ctr"/>
                      <a:r>
                        <a:rPr lang="en-IN" sz="1600" b="1" u="none" strike="noStrike" kern="1200" dirty="0">
                          <a:solidFill>
                            <a:schemeClr val="dk1"/>
                          </a:solidFill>
                          <a:effectLst/>
                          <a:latin typeface="+mn-lt"/>
                          <a:ea typeface="+mn-ea"/>
                          <a:cs typeface="+mn-cs"/>
                        </a:rPr>
                        <a:t>83%</a:t>
                      </a:r>
                    </a:p>
                  </a:txBody>
                  <a:tcPr marL="6350" marR="6350" marT="6350" marB="0" anchor="ctr"/>
                </a:tc>
                <a:extLst>
                  <a:ext uri="{0D108BD9-81ED-4DB2-BD59-A6C34878D82A}">
                    <a16:rowId xmlns="" xmlns:a16="http://schemas.microsoft.com/office/drawing/2014/main" val="3140503952"/>
                  </a:ext>
                </a:extLst>
              </a:tr>
            </a:tbl>
          </a:graphicData>
        </a:graphic>
      </p:graphicFrame>
      <p:sp>
        <p:nvSpPr>
          <p:cNvPr id="9" name="Rectangle: Rounded Corners 8">
            <a:hlinkClick r:id="" action="ppaction://noaction"/>
            <a:extLst>
              <a:ext uri="{FF2B5EF4-FFF2-40B4-BE49-F238E27FC236}">
                <a16:creationId xmlns="" xmlns:a16="http://schemas.microsoft.com/office/drawing/2014/main" id="{2CCAC915-4E84-C25E-297F-D79A6FE9DB4D}"/>
              </a:ext>
            </a:extLst>
          </p:cNvPr>
          <p:cNvSpPr/>
          <p:nvPr/>
        </p:nvSpPr>
        <p:spPr>
          <a:xfrm>
            <a:off x="10692063" y="27289"/>
            <a:ext cx="1284516" cy="55748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t>Details as on 24.11.25</a:t>
            </a:r>
          </a:p>
        </p:txBody>
      </p:sp>
      <p:pic>
        <p:nvPicPr>
          <p:cNvPr id="15" name="Picture 14" descr="A map with a location on it&#10;&#10;AI-generated content may be incorrect.">
            <a:extLst>
              <a:ext uri="{FF2B5EF4-FFF2-40B4-BE49-F238E27FC236}">
                <a16:creationId xmlns="" xmlns:a16="http://schemas.microsoft.com/office/drawing/2014/main" id="{29460494-D9F6-7464-7517-DDB35E74B97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897764"/>
            <a:ext cx="12192000" cy="4932947"/>
          </a:xfrm>
          <a:prstGeom prst="rect">
            <a:avLst/>
          </a:prstGeom>
        </p:spPr>
      </p:pic>
    </p:spTree>
    <p:extLst>
      <p:ext uri="{BB962C8B-B14F-4D97-AF65-F5344CB8AC3E}">
        <p14:creationId xmlns:p14="http://schemas.microsoft.com/office/powerpoint/2010/main" val="6057945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0CF2F170-969C-A0FC-5A12-2F7FDE356E51}"/>
              </a:ext>
            </a:extLst>
          </p:cNvPr>
          <p:cNvSpPr>
            <a:spLocks noChangeArrowheads="1"/>
          </p:cNvSpPr>
          <p:nvPr/>
        </p:nvSpPr>
        <p:spPr bwMode="auto">
          <a:xfrm>
            <a:off x="0" y="0"/>
            <a:ext cx="12192000" cy="46166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2400" b="1" dirty="0"/>
              <a:t>Asset Mapping </a:t>
            </a:r>
            <a:r>
              <a:rPr lang="en-IN" sz="2400" b="1" dirty="0" smtClean="0"/>
              <a:t>– Mapping of </a:t>
            </a:r>
            <a:r>
              <a:rPr lang="en-IN" sz="2400" b="1" dirty="0" smtClean="0">
                <a:latin typeface="+mn-lt"/>
              </a:rPr>
              <a:t>Point data (OHT, MBR, WTP, Intake)</a:t>
            </a:r>
            <a:endParaRPr lang="en-IN" sz="2400" b="1" dirty="0">
              <a:latin typeface="+mn-lt"/>
            </a:endParaRPr>
          </a:p>
        </p:txBody>
      </p:sp>
      <p:graphicFrame>
        <p:nvGraphicFramePr>
          <p:cNvPr id="7" name="Table 6">
            <a:extLst>
              <a:ext uri="{FF2B5EF4-FFF2-40B4-BE49-F238E27FC236}">
                <a16:creationId xmlns="" xmlns:a16="http://schemas.microsoft.com/office/drawing/2014/main" id="{105134F6-2FB1-2010-DDFC-12D763398F76}"/>
              </a:ext>
            </a:extLst>
          </p:cNvPr>
          <p:cNvGraphicFramePr>
            <a:graphicFrameLocks noGrp="1"/>
          </p:cNvGraphicFramePr>
          <p:nvPr>
            <p:extLst>
              <p:ext uri="{D42A27DB-BD31-4B8C-83A1-F6EECF244321}">
                <p14:modId xmlns:p14="http://schemas.microsoft.com/office/powerpoint/2010/main" val="80917412"/>
              </p:ext>
            </p:extLst>
          </p:nvPr>
        </p:nvGraphicFramePr>
        <p:xfrm>
          <a:off x="403120" y="5972880"/>
          <a:ext cx="5692876" cy="741680"/>
        </p:xfrm>
        <a:graphic>
          <a:graphicData uri="http://schemas.openxmlformats.org/drawingml/2006/table">
            <a:tbl>
              <a:tblPr>
                <a:tableStyleId>{616DA210-FB5B-4158-B5E0-FEB733F419BA}</a:tableStyleId>
              </a:tblPr>
              <a:tblGrid>
                <a:gridCol w="595011">
                  <a:extLst>
                    <a:ext uri="{9D8B030D-6E8A-4147-A177-3AD203B41FA5}">
                      <a16:colId xmlns="" xmlns:a16="http://schemas.microsoft.com/office/drawing/2014/main" val="2953632676"/>
                    </a:ext>
                  </a:extLst>
                </a:gridCol>
                <a:gridCol w="1019573">
                  <a:extLst>
                    <a:ext uri="{9D8B030D-6E8A-4147-A177-3AD203B41FA5}">
                      <a16:colId xmlns="" xmlns:a16="http://schemas.microsoft.com/office/drawing/2014/main" val="548121709"/>
                    </a:ext>
                  </a:extLst>
                </a:gridCol>
                <a:gridCol w="1019573">
                  <a:extLst>
                    <a:ext uri="{9D8B030D-6E8A-4147-A177-3AD203B41FA5}">
                      <a16:colId xmlns="" xmlns:a16="http://schemas.microsoft.com/office/drawing/2014/main" val="3750834867"/>
                    </a:ext>
                  </a:extLst>
                </a:gridCol>
                <a:gridCol w="1019573">
                  <a:extLst>
                    <a:ext uri="{9D8B030D-6E8A-4147-A177-3AD203B41FA5}">
                      <a16:colId xmlns="" xmlns:a16="http://schemas.microsoft.com/office/drawing/2014/main" val="1069318346"/>
                    </a:ext>
                  </a:extLst>
                </a:gridCol>
                <a:gridCol w="1019573">
                  <a:extLst>
                    <a:ext uri="{9D8B030D-6E8A-4147-A177-3AD203B41FA5}">
                      <a16:colId xmlns="" xmlns:a16="http://schemas.microsoft.com/office/drawing/2014/main" val="1586905712"/>
                    </a:ext>
                  </a:extLst>
                </a:gridCol>
                <a:gridCol w="1019573">
                  <a:extLst>
                    <a:ext uri="{9D8B030D-6E8A-4147-A177-3AD203B41FA5}">
                      <a16:colId xmlns="" xmlns:a16="http://schemas.microsoft.com/office/drawing/2014/main" val="2037758267"/>
                    </a:ext>
                  </a:extLst>
                </a:gridCol>
              </a:tblGrid>
              <a:tr h="370840">
                <a:tc gridSpan="6">
                  <a:txBody>
                    <a:bodyPr/>
                    <a:lstStyle/>
                    <a:p>
                      <a:pPr algn="ctr"/>
                      <a:r>
                        <a:rPr lang="en-IN" b="1"/>
                        <a:t>Legend</a:t>
                      </a:r>
                    </a:p>
                  </a:txBody>
                  <a:tcPr>
                    <a:solidFill>
                      <a:schemeClr val="bg1">
                        <a:lumMod val="95000"/>
                      </a:schemeClr>
                    </a:solidFill>
                  </a:tcPr>
                </a:tc>
                <a:tc hMerge="1">
                  <a:txBody>
                    <a:bodyPr/>
                    <a:lstStyle/>
                    <a:p>
                      <a:endParaRPr lang="en-IN"/>
                    </a:p>
                  </a:txBody>
                  <a:tcPr/>
                </a:tc>
                <a:tc hMerge="1">
                  <a:txBody>
                    <a:bodyPr/>
                    <a:lstStyle/>
                    <a:p>
                      <a:pPr algn="ctr"/>
                      <a:endParaRPr lang="en-IN" b="1"/>
                    </a:p>
                  </a:txBody>
                  <a:tcPr/>
                </a:tc>
                <a:tc hMerge="1">
                  <a:txBody>
                    <a:bodyPr/>
                    <a:lstStyle/>
                    <a:p>
                      <a:pPr algn="ctr"/>
                      <a:endParaRPr lang="en-IN" b="1"/>
                    </a:p>
                  </a:txBody>
                  <a:tcPr/>
                </a:tc>
                <a:tc hMerge="1">
                  <a:txBody>
                    <a:bodyPr/>
                    <a:lstStyle/>
                    <a:p>
                      <a:pPr algn="ctr"/>
                      <a:endParaRPr lang="en-IN" b="1"/>
                    </a:p>
                  </a:txBody>
                  <a:tcPr/>
                </a:tc>
                <a:tc hMerge="1">
                  <a:txBody>
                    <a:bodyPr/>
                    <a:lstStyle/>
                    <a:p>
                      <a:pPr algn="ctr"/>
                      <a:endParaRPr lang="en-IN" b="1"/>
                    </a:p>
                  </a:txBody>
                  <a:tcPr/>
                </a:tc>
                <a:extLst>
                  <a:ext uri="{0D108BD9-81ED-4DB2-BD59-A6C34878D82A}">
                    <a16:rowId xmlns="" xmlns:a16="http://schemas.microsoft.com/office/drawing/2014/main" val="3401624226"/>
                  </a:ext>
                </a:extLst>
              </a:tr>
              <a:tr h="370840">
                <a:tc>
                  <a:txBody>
                    <a:bodyPr/>
                    <a:lstStyle/>
                    <a:p>
                      <a:pPr algn="ctr"/>
                      <a:endParaRPr lang="en-IN"/>
                    </a:p>
                  </a:txBody>
                  <a:tcPr/>
                </a:tc>
                <a:tc>
                  <a:txBody>
                    <a:bodyPr/>
                    <a:lstStyle/>
                    <a:p>
                      <a:pPr algn="ctr"/>
                      <a:r>
                        <a:rPr lang="en-IN" sz="1400" b="1" dirty="0"/>
                        <a:t>Intake Well</a:t>
                      </a:r>
                    </a:p>
                  </a:txBody>
                  <a:tcPr anchor="ctr"/>
                </a:tc>
                <a:tc>
                  <a:txBody>
                    <a:bodyPr/>
                    <a:lstStyle/>
                    <a:p>
                      <a:pPr algn="ctr"/>
                      <a:endParaRPr lang="en-IN" sz="1200"/>
                    </a:p>
                  </a:txBody>
                  <a:tcPr anchor="ctr"/>
                </a:tc>
                <a:tc>
                  <a:txBody>
                    <a:bodyPr/>
                    <a:lstStyle/>
                    <a:p>
                      <a:pPr algn="ctr"/>
                      <a:r>
                        <a:rPr lang="en-IN" sz="1400" b="1" dirty="0"/>
                        <a:t>WTP</a:t>
                      </a:r>
                      <a:endParaRPr lang="en-IN" sz="1200" b="1" dirty="0"/>
                    </a:p>
                  </a:txBody>
                  <a:tcPr anchor="ctr"/>
                </a:tc>
                <a:tc>
                  <a:txBody>
                    <a:bodyPr/>
                    <a:lstStyle/>
                    <a:p>
                      <a:pPr algn="ctr"/>
                      <a:endParaRPr lang="en-IN" sz="1200"/>
                    </a:p>
                  </a:txBody>
                  <a:tcPr anchor="ctr"/>
                </a:tc>
                <a:tc>
                  <a:txBody>
                    <a:bodyPr/>
                    <a:lstStyle/>
                    <a:p>
                      <a:pPr algn="ctr"/>
                      <a:r>
                        <a:rPr lang="en-IN" sz="1400" b="1" dirty="0"/>
                        <a:t>MBR</a:t>
                      </a:r>
                    </a:p>
                  </a:txBody>
                  <a:tcPr anchor="ctr"/>
                </a:tc>
                <a:extLst>
                  <a:ext uri="{0D108BD9-81ED-4DB2-BD59-A6C34878D82A}">
                    <a16:rowId xmlns="" xmlns:a16="http://schemas.microsoft.com/office/drawing/2014/main" val="1059134772"/>
                  </a:ext>
                </a:extLst>
              </a:tr>
            </a:tbl>
          </a:graphicData>
        </a:graphic>
      </p:graphicFrame>
      <p:pic>
        <p:nvPicPr>
          <p:cNvPr id="4" name="Graphic 3" descr="Marker with solid fill">
            <a:extLst>
              <a:ext uri="{FF2B5EF4-FFF2-40B4-BE49-F238E27FC236}">
                <a16:creationId xmlns="" xmlns:a16="http://schemas.microsoft.com/office/drawing/2014/main" id="{758AE7AB-9119-A8AE-97B8-BF1AD938B157}"/>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537201" y="6384336"/>
            <a:ext cx="330224" cy="330224"/>
          </a:xfrm>
          <a:prstGeom prst="rect">
            <a:avLst/>
          </a:prstGeom>
        </p:spPr>
      </p:pic>
      <p:pic>
        <p:nvPicPr>
          <p:cNvPr id="13" name="Graphic 12" descr="Marker with solid fill">
            <a:extLst>
              <a:ext uri="{FF2B5EF4-FFF2-40B4-BE49-F238E27FC236}">
                <a16:creationId xmlns="" xmlns:a16="http://schemas.microsoft.com/office/drawing/2014/main" id="{A77C8766-4D3C-4218-F3BB-30BAF1B68035}"/>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2315224" y="6353728"/>
            <a:ext cx="330224" cy="330224"/>
          </a:xfrm>
          <a:prstGeom prst="rect">
            <a:avLst/>
          </a:prstGeom>
        </p:spPr>
      </p:pic>
      <p:pic>
        <p:nvPicPr>
          <p:cNvPr id="14" name="Graphic 13" descr="Marker with solid fill">
            <a:extLst>
              <a:ext uri="{FF2B5EF4-FFF2-40B4-BE49-F238E27FC236}">
                <a16:creationId xmlns="" xmlns:a16="http://schemas.microsoft.com/office/drawing/2014/main" id="{83964A1B-07A2-930F-3D4B-5DDA5587A569}"/>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4392440" y="6368483"/>
            <a:ext cx="330224" cy="330224"/>
          </a:xfrm>
          <a:prstGeom prst="rect">
            <a:avLst/>
          </a:prstGeom>
        </p:spPr>
      </p:pic>
      <p:pic>
        <p:nvPicPr>
          <p:cNvPr id="8" name="Picture 7">
            <a:extLst>
              <a:ext uri="{FF2B5EF4-FFF2-40B4-BE49-F238E27FC236}">
                <a16:creationId xmlns="" xmlns:a16="http://schemas.microsoft.com/office/drawing/2014/main" id="{8E17D27D-90C4-64ED-F8F9-508920BB1795}"/>
              </a:ext>
            </a:extLst>
          </p:cNvPr>
          <p:cNvPicPr>
            <a:picLocks noChangeAspect="1"/>
          </p:cNvPicPr>
          <p:nvPr/>
        </p:nvPicPr>
        <p:blipFill>
          <a:blip r:embed="rId8"/>
          <a:stretch>
            <a:fillRect/>
          </a:stretch>
        </p:blipFill>
        <p:spPr>
          <a:xfrm>
            <a:off x="437481" y="1724802"/>
            <a:ext cx="5692878" cy="4021674"/>
          </a:xfrm>
          <a:prstGeom prst="rect">
            <a:avLst/>
          </a:prstGeom>
          <a:ln>
            <a:noFill/>
          </a:ln>
          <a:effectLst>
            <a:softEdge rad="112500"/>
          </a:effectLst>
        </p:spPr>
      </p:pic>
      <p:graphicFrame>
        <p:nvGraphicFramePr>
          <p:cNvPr id="2" name="Table 1">
            <a:extLst>
              <a:ext uri="{FF2B5EF4-FFF2-40B4-BE49-F238E27FC236}">
                <a16:creationId xmlns="" xmlns:a16="http://schemas.microsoft.com/office/drawing/2014/main" id="{AC9A5841-FEB7-30FF-56BB-6F5A03B3279E}"/>
              </a:ext>
            </a:extLst>
          </p:cNvPr>
          <p:cNvGraphicFramePr>
            <a:graphicFrameLocks noGrp="1"/>
          </p:cNvGraphicFramePr>
          <p:nvPr>
            <p:extLst>
              <p:ext uri="{D42A27DB-BD31-4B8C-83A1-F6EECF244321}">
                <p14:modId xmlns:p14="http://schemas.microsoft.com/office/powerpoint/2010/main" val="676264860"/>
              </p:ext>
            </p:extLst>
          </p:nvPr>
        </p:nvGraphicFramePr>
        <p:xfrm>
          <a:off x="403120" y="695268"/>
          <a:ext cx="11603835" cy="936177"/>
        </p:xfrm>
        <a:graphic>
          <a:graphicData uri="http://schemas.openxmlformats.org/drawingml/2006/table">
            <a:tbl>
              <a:tblPr firstRow="1" bandRow="1">
                <a:tableStyleId>{5C22544A-7EE6-4342-B048-85BDC9FD1C3A}</a:tableStyleId>
              </a:tblPr>
              <a:tblGrid>
                <a:gridCol w="2054345">
                  <a:extLst>
                    <a:ext uri="{9D8B030D-6E8A-4147-A177-3AD203B41FA5}">
                      <a16:colId xmlns="" xmlns:a16="http://schemas.microsoft.com/office/drawing/2014/main" val="721424109"/>
                    </a:ext>
                  </a:extLst>
                </a:gridCol>
                <a:gridCol w="1834813">
                  <a:extLst>
                    <a:ext uri="{9D8B030D-6E8A-4147-A177-3AD203B41FA5}">
                      <a16:colId xmlns="" xmlns:a16="http://schemas.microsoft.com/office/drawing/2014/main" val="2531388981"/>
                    </a:ext>
                  </a:extLst>
                </a:gridCol>
                <a:gridCol w="2186824">
                  <a:extLst>
                    <a:ext uri="{9D8B030D-6E8A-4147-A177-3AD203B41FA5}">
                      <a16:colId xmlns="" xmlns:a16="http://schemas.microsoft.com/office/drawing/2014/main" val="271335996"/>
                    </a:ext>
                  </a:extLst>
                </a:gridCol>
                <a:gridCol w="1665411">
                  <a:extLst>
                    <a:ext uri="{9D8B030D-6E8A-4147-A177-3AD203B41FA5}">
                      <a16:colId xmlns="" xmlns:a16="http://schemas.microsoft.com/office/drawing/2014/main" val="2612014367"/>
                    </a:ext>
                  </a:extLst>
                </a:gridCol>
                <a:gridCol w="1415420">
                  <a:extLst>
                    <a:ext uri="{9D8B030D-6E8A-4147-A177-3AD203B41FA5}">
                      <a16:colId xmlns="" xmlns:a16="http://schemas.microsoft.com/office/drawing/2014/main" val="3743440447"/>
                    </a:ext>
                  </a:extLst>
                </a:gridCol>
                <a:gridCol w="2447022">
                  <a:extLst>
                    <a:ext uri="{9D8B030D-6E8A-4147-A177-3AD203B41FA5}">
                      <a16:colId xmlns="" xmlns:a16="http://schemas.microsoft.com/office/drawing/2014/main" val="2635455845"/>
                    </a:ext>
                  </a:extLst>
                </a:gridCol>
              </a:tblGrid>
              <a:tr h="492786">
                <a:tc>
                  <a:txBody>
                    <a:bodyPr/>
                    <a:lstStyle/>
                    <a:p>
                      <a:pPr algn="ctr" fontAlgn="ctr"/>
                      <a:r>
                        <a:rPr lang="en-IN" sz="1600" b="1" u="none" strike="noStrike" dirty="0">
                          <a:solidFill>
                            <a:schemeClr val="bg1"/>
                          </a:solidFill>
                          <a:effectLst/>
                        </a:rPr>
                        <a:t>Total Points</a:t>
                      </a:r>
                      <a:endParaRPr lang="en-IN" sz="1600" b="1" i="0" u="none" strike="noStrike" dirty="0">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Uploaded</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 Progress</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Executed Qty</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Surveyed</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tc>
                  <a:txBody>
                    <a:bodyPr/>
                    <a:lstStyle/>
                    <a:p>
                      <a:pPr algn="ctr" fontAlgn="ctr"/>
                      <a:r>
                        <a:rPr lang="en-IN" sz="1600" b="1" u="none" strike="noStrike">
                          <a:solidFill>
                            <a:schemeClr val="bg1"/>
                          </a:solidFill>
                          <a:effectLst/>
                        </a:rPr>
                        <a:t>% Surveying Progress </a:t>
                      </a:r>
                      <a:r>
                        <a:rPr lang="en-IN" sz="1600" b="1" u="none" strike="noStrike" err="1">
                          <a:solidFill>
                            <a:schemeClr val="bg1"/>
                          </a:solidFill>
                          <a:effectLst/>
                        </a:rPr>
                        <a:t>wrt</a:t>
                      </a:r>
                      <a:r>
                        <a:rPr lang="en-IN" sz="1600" b="1" u="none" strike="noStrike">
                          <a:solidFill>
                            <a:schemeClr val="bg1"/>
                          </a:solidFill>
                          <a:effectLst/>
                        </a:rPr>
                        <a:t>  Execution</a:t>
                      </a:r>
                      <a:endParaRPr lang="en-IN" sz="1600" b="1" i="0" u="none" strike="noStrike">
                        <a:solidFill>
                          <a:schemeClr val="bg1"/>
                        </a:solidFill>
                        <a:effectLst/>
                        <a:latin typeface="Calibri" panose="020F0502020204030204" pitchFamily="34" charset="0"/>
                      </a:endParaRPr>
                    </a:p>
                  </a:txBody>
                  <a:tcPr marL="4910" marR="4910" marT="4910" marB="0" anchor="ctr">
                    <a:solidFill>
                      <a:srgbClr val="4472C4"/>
                    </a:solidFill>
                  </a:tcPr>
                </a:tc>
                <a:extLst>
                  <a:ext uri="{0D108BD9-81ED-4DB2-BD59-A6C34878D82A}">
                    <a16:rowId xmlns="" xmlns:a16="http://schemas.microsoft.com/office/drawing/2014/main" val="3740543655"/>
                  </a:ext>
                </a:extLst>
              </a:tr>
              <a:tr h="443391">
                <a:tc>
                  <a:txBody>
                    <a:bodyPr/>
                    <a:lstStyle/>
                    <a:p>
                      <a:pPr algn="ctr" fontAlgn="ctr"/>
                      <a:r>
                        <a:rPr lang="en-IN" sz="1600" b="1" u="none" strike="noStrike" kern="1200" dirty="0">
                          <a:solidFill>
                            <a:schemeClr val="dk1"/>
                          </a:solidFill>
                          <a:effectLst/>
                          <a:latin typeface="+mn-lt"/>
                          <a:ea typeface="+mn-ea"/>
                          <a:cs typeface="+mn-cs"/>
                        </a:rPr>
                        <a:t>12,428</a:t>
                      </a:r>
                    </a:p>
                  </a:txBody>
                  <a:tcPr marL="6350" marR="6350" marT="6350" marB="0" anchor="ctr"/>
                </a:tc>
                <a:tc>
                  <a:txBody>
                    <a:bodyPr/>
                    <a:lstStyle/>
                    <a:p>
                      <a:pPr algn="ctr" fontAlgn="ctr"/>
                      <a:r>
                        <a:rPr lang="en-IN" sz="1600" b="1" u="none" strike="noStrike" kern="1200">
                          <a:solidFill>
                            <a:schemeClr val="dk1"/>
                          </a:solidFill>
                          <a:effectLst/>
                          <a:latin typeface="+mn-lt"/>
                          <a:ea typeface="+mn-ea"/>
                          <a:cs typeface="+mn-cs"/>
                        </a:rPr>
                        <a:t>11,448</a:t>
                      </a:r>
                    </a:p>
                  </a:txBody>
                  <a:tcPr marL="6350" marR="6350" marT="6350" marB="0" anchor="ctr"/>
                </a:tc>
                <a:tc>
                  <a:txBody>
                    <a:bodyPr/>
                    <a:lstStyle/>
                    <a:p>
                      <a:pPr algn="ctr" fontAlgn="ctr"/>
                      <a:r>
                        <a:rPr lang="en-IN" sz="1600" b="1" u="none" strike="noStrike" kern="1200">
                          <a:solidFill>
                            <a:schemeClr val="dk1"/>
                          </a:solidFill>
                          <a:effectLst/>
                          <a:latin typeface="+mn-lt"/>
                          <a:ea typeface="+mn-ea"/>
                          <a:cs typeface="+mn-cs"/>
                        </a:rPr>
                        <a:t>92s%</a:t>
                      </a:r>
                    </a:p>
                  </a:txBody>
                  <a:tcPr marL="6350" marR="6350" marT="6350" marB="0" anchor="ctr"/>
                </a:tc>
                <a:tc>
                  <a:txBody>
                    <a:bodyPr/>
                    <a:lstStyle/>
                    <a:p>
                      <a:pPr algn="ctr" fontAlgn="ctr"/>
                      <a:r>
                        <a:rPr lang="en-IN" sz="1600" b="1" u="none" strike="noStrike" kern="1200">
                          <a:solidFill>
                            <a:schemeClr val="dk1"/>
                          </a:solidFill>
                          <a:effectLst/>
                          <a:latin typeface="+mn-lt"/>
                          <a:ea typeface="+mn-ea"/>
                          <a:cs typeface="+mn-cs"/>
                        </a:rPr>
                        <a:t>12,772</a:t>
                      </a:r>
                    </a:p>
                  </a:txBody>
                  <a:tcPr marL="6350" marR="6350" marT="6350" marB="0" anchor="ctr"/>
                </a:tc>
                <a:tc>
                  <a:txBody>
                    <a:bodyPr/>
                    <a:lstStyle/>
                    <a:p>
                      <a:pPr algn="ctr" fontAlgn="ctr"/>
                      <a:r>
                        <a:rPr lang="en-IN" sz="1600" b="1" u="none" strike="noStrike" kern="1200" dirty="0">
                          <a:solidFill>
                            <a:schemeClr val="dk1"/>
                          </a:solidFill>
                          <a:effectLst/>
                          <a:latin typeface="+mn-lt"/>
                          <a:ea typeface="+mn-ea"/>
                          <a:cs typeface="+mn-cs"/>
                        </a:rPr>
                        <a:t>12,220</a:t>
                      </a:r>
                    </a:p>
                  </a:txBody>
                  <a:tcPr marL="6350" marR="6350" marT="6350" marB="0" anchor="ctr"/>
                </a:tc>
                <a:tc>
                  <a:txBody>
                    <a:bodyPr/>
                    <a:lstStyle/>
                    <a:p>
                      <a:pPr algn="ctr" fontAlgn="ctr"/>
                      <a:r>
                        <a:rPr lang="en-IN" sz="1600" b="1" u="none" strike="noStrike" kern="1200" dirty="0">
                          <a:solidFill>
                            <a:schemeClr val="dk1"/>
                          </a:solidFill>
                          <a:effectLst/>
                          <a:latin typeface="+mn-lt"/>
                          <a:ea typeface="+mn-ea"/>
                          <a:cs typeface="+mn-cs"/>
                        </a:rPr>
                        <a:t>95%</a:t>
                      </a:r>
                    </a:p>
                  </a:txBody>
                  <a:tcPr marL="6350" marR="6350" marT="6350" marB="0" anchor="ctr"/>
                </a:tc>
                <a:extLst>
                  <a:ext uri="{0D108BD9-81ED-4DB2-BD59-A6C34878D82A}">
                    <a16:rowId xmlns="" xmlns:a16="http://schemas.microsoft.com/office/drawing/2014/main" val="3140503952"/>
                  </a:ext>
                </a:extLst>
              </a:tr>
            </a:tbl>
          </a:graphicData>
        </a:graphic>
      </p:graphicFrame>
      <p:sp>
        <p:nvSpPr>
          <p:cNvPr id="5" name="Rectangle: Rounded Corners 4">
            <a:hlinkClick r:id="" action="ppaction://noaction"/>
            <a:extLst>
              <a:ext uri="{FF2B5EF4-FFF2-40B4-BE49-F238E27FC236}">
                <a16:creationId xmlns="" xmlns:a16="http://schemas.microsoft.com/office/drawing/2014/main" id="{347970E9-482B-4E43-833F-84BA8C166588}"/>
              </a:ext>
            </a:extLst>
          </p:cNvPr>
          <p:cNvSpPr/>
          <p:nvPr/>
        </p:nvSpPr>
        <p:spPr>
          <a:xfrm>
            <a:off x="10910703" y="-3194"/>
            <a:ext cx="1240635" cy="5775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t>Details as on 24.11.25</a:t>
            </a:r>
          </a:p>
        </p:txBody>
      </p:sp>
      <p:pic>
        <p:nvPicPr>
          <p:cNvPr id="11" name="Picture 10" descr="A screenshot of a map&#10;&#10;AI-generated content may be incorrect.">
            <a:extLst>
              <a:ext uri="{FF2B5EF4-FFF2-40B4-BE49-F238E27FC236}">
                <a16:creationId xmlns="" xmlns:a16="http://schemas.microsoft.com/office/drawing/2014/main" id="{B9A604CD-B374-E90E-239D-9C7A484F5337}"/>
              </a:ext>
            </a:extLst>
          </p:cNvPr>
          <p:cNvPicPr>
            <a:picLocks noChangeAspect="1"/>
          </p:cNvPicPr>
          <p:nvPr/>
        </p:nvPicPr>
        <p:blipFill>
          <a:blip r:embed="rId9" cstate="email">
            <a:extLst>
              <a:ext uri="{28A0092B-C50C-407E-A947-70E740481C1C}">
                <a14:useLocalDpi xmlns:a14="http://schemas.microsoft.com/office/drawing/2010/main"/>
              </a:ext>
            </a:extLst>
          </a:blip>
          <a:srcRect/>
          <a:stretch>
            <a:fillRect/>
          </a:stretch>
        </p:blipFill>
        <p:spPr>
          <a:xfrm>
            <a:off x="6095996" y="1785657"/>
            <a:ext cx="6096004" cy="4021674"/>
          </a:xfrm>
          <a:prstGeom prst="rect">
            <a:avLst/>
          </a:prstGeom>
        </p:spPr>
      </p:pic>
    </p:spTree>
    <p:extLst>
      <p:ext uri="{BB962C8B-B14F-4D97-AF65-F5344CB8AC3E}">
        <p14:creationId xmlns:p14="http://schemas.microsoft.com/office/powerpoint/2010/main" val="1286077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 xmlns:a16="http://schemas.microsoft.com/office/drawing/2014/main" id="{D7BA832C-DBD4-4EC7-B16B-74D1777B7A97}"/>
              </a:ext>
            </a:extLst>
          </p:cNvPr>
          <p:cNvSpPr>
            <a:spLocks noChangeArrowheads="1"/>
          </p:cNvSpPr>
          <p:nvPr/>
        </p:nvSpPr>
        <p:spPr bwMode="auto">
          <a:xfrm>
            <a:off x="0" y="0"/>
            <a:ext cx="12194639" cy="1077218"/>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err="1">
                <a:latin typeface="+mn-lt"/>
              </a:rPr>
              <a:t>Anushravan</a:t>
            </a:r>
            <a:r>
              <a:rPr lang="en-IN" sz="3200" b="1" dirty="0">
                <a:latin typeface="+mn-lt"/>
              </a:rPr>
              <a:t> Module for “Request for </a:t>
            </a:r>
            <a:r>
              <a:rPr lang="en-IN" sz="3200" b="1" dirty="0" smtClean="0">
                <a:latin typeface="+mn-lt"/>
              </a:rPr>
              <a:t>Inspection” for execution monitoring</a:t>
            </a:r>
            <a:endParaRPr lang="en-IN" sz="3200" b="1" dirty="0">
              <a:latin typeface="+mn-lt"/>
            </a:endParaRPr>
          </a:p>
        </p:txBody>
      </p:sp>
      <p:sp>
        <p:nvSpPr>
          <p:cNvPr id="7" name="Rectangle 4">
            <a:extLst>
              <a:ext uri="{FF2B5EF4-FFF2-40B4-BE49-F238E27FC236}">
                <a16:creationId xmlns="" xmlns:a16="http://schemas.microsoft.com/office/drawing/2014/main" id="{CDFBF221-21DF-14F3-EBFF-82D00BC693E4}"/>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Content Placeholder 6">
            <a:extLst>
              <a:ext uri="{FF2B5EF4-FFF2-40B4-BE49-F238E27FC236}">
                <a16:creationId xmlns="" xmlns:a16="http://schemas.microsoft.com/office/drawing/2014/main" id="{57F49124-2A85-8996-2431-86291ACDC9F7}"/>
              </a:ext>
            </a:extLst>
          </p:cNvPr>
          <p:cNvSpPr>
            <a:spLocks noGrp="1"/>
          </p:cNvSpPr>
          <p:nvPr>
            <p:ph idx="1"/>
          </p:nvPr>
        </p:nvSpPr>
        <p:spPr>
          <a:xfrm>
            <a:off x="435306" y="4960619"/>
            <a:ext cx="11067537" cy="1749513"/>
          </a:xfrm>
        </p:spPr>
        <p:txBody>
          <a:bodyPr anchor="t">
            <a:normAutofit/>
          </a:bodyPr>
          <a:lstStyle/>
          <a:p>
            <a:pPr marL="342900" indent="-342900" algn="just">
              <a:spcBef>
                <a:spcPts val="0"/>
              </a:spcBef>
              <a:spcAft>
                <a:spcPts val="3000"/>
              </a:spcAft>
              <a:buFont typeface="Arial" panose="020B0604020202020204" pitchFamily="34" charset="0"/>
              <a:buAutoNum type="arabicPeriod"/>
            </a:pPr>
            <a:r>
              <a:rPr lang="en-IN" sz="2000" b="1" dirty="0">
                <a:latin typeface="Calibri" panose="020F0502020204030204" pitchFamily="34" charset="0"/>
                <a:cs typeface="Calibri" panose="020F0502020204030204" pitchFamily="34" charset="0"/>
              </a:rPr>
              <a:t>RFI (Request for Inspection):</a:t>
            </a:r>
            <a:r>
              <a:rPr lang="en-IN" sz="2000" dirty="0">
                <a:latin typeface="Calibri" panose="020F0502020204030204" pitchFamily="34" charset="0"/>
                <a:cs typeface="Calibri" panose="020F0502020204030204" pitchFamily="34" charset="0"/>
              </a:rPr>
              <a:t> RFI (Request for Inspection) is submitted by contractors through this application. The RFIs will be assigned by CGMs / GM, PIUs to SQC or TPIA personnel. </a:t>
            </a:r>
          </a:p>
          <a:p>
            <a:pPr marL="342900" indent="-342900" algn="just">
              <a:spcBef>
                <a:spcPts val="0"/>
              </a:spcBef>
              <a:spcAft>
                <a:spcPts val="3000"/>
              </a:spcAft>
              <a:buFont typeface="Arial" panose="020B0604020202020204" pitchFamily="34" charset="0"/>
              <a:buAutoNum type="arabicPeriod"/>
            </a:pPr>
            <a:r>
              <a:rPr lang="en-IN" sz="2000" b="1" dirty="0">
                <a:latin typeface="Calibri" panose="020F0502020204030204" pitchFamily="34" charset="0"/>
                <a:cs typeface="Calibri" panose="020F0502020204030204" pitchFamily="34" charset="0"/>
              </a:rPr>
              <a:t>Daily Inspection: </a:t>
            </a:r>
            <a:r>
              <a:rPr lang="en-IN" sz="2000" dirty="0">
                <a:latin typeface="Calibri" panose="020F0502020204030204" pitchFamily="34" charset="0"/>
                <a:cs typeface="Calibri" panose="020F0502020204030204" pitchFamily="34" charset="0"/>
              </a:rPr>
              <a:t>MPJN officials / Consultants can submit the observations during site visit including geotagged photographs. Contractors needs to address the observations. </a:t>
            </a:r>
          </a:p>
        </p:txBody>
      </p:sp>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03379" y="1040424"/>
            <a:ext cx="10899464" cy="3820501"/>
          </a:xfrm>
          <a:prstGeom prst="rect">
            <a:avLst/>
          </a:prstGeom>
        </p:spPr>
      </p:pic>
    </p:spTree>
    <p:extLst>
      <p:ext uri="{BB962C8B-B14F-4D97-AF65-F5344CB8AC3E}">
        <p14:creationId xmlns:p14="http://schemas.microsoft.com/office/powerpoint/2010/main" val="8901126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 xmlns:a16="http://schemas.microsoft.com/office/drawing/2014/main" id="{A44673D2-E190-DA45-0DFF-E417291A1106}"/>
              </a:ext>
            </a:extLst>
          </p:cNvPr>
          <p:cNvSpPr txBox="1">
            <a:spLocks/>
          </p:cNvSpPr>
          <p:nvPr/>
        </p:nvSpPr>
        <p:spPr>
          <a:xfrm>
            <a:off x="284251" y="2471202"/>
            <a:ext cx="4766720" cy="3750067"/>
          </a:xfrm>
          <a:prstGeom prst="rect">
            <a:avLst/>
          </a:prstGeom>
        </p:spPr>
        <p:txBody>
          <a:bodyPr vert="horz" lIns="91440" tIns="45720" rIns="91440" bIns="45720"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spcAft>
                <a:spcPts val="600"/>
              </a:spcAft>
            </a:pPr>
            <a:r>
              <a:rPr lang="en-US" sz="2400" b="1">
                <a:latin typeface="+mn-lt"/>
                <a:ea typeface="+mn-ea"/>
                <a:cs typeface="+mn-cs"/>
              </a:rPr>
              <a:t>Depth and Alignment checking</a:t>
            </a:r>
          </a:p>
          <a:p>
            <a:pPr>
              <a:lnSpc>
                <a:spcPct val="150000"/>
              </a:lnSpc>
              <a:spcAft>
                <a:spcPts val="600"/>
              </a:spcAft>
            </a:pPr>
            <a:r>
              <a:rPr lang="en-US" sz="2400" b="1">
                <a:latin typeface="+mn-lt"/>
                <a:ea typeface="+mn-ea"/>
                <a:cs typeface="+mn-cs"/>
              </a:rPr>
              <a:t>Component: </a:t>
            </a:r>
            <a:r>
              <a:rPr lang="en-US" sz="2400">
                <a:latin typeface="+mn-lt"/>
                <a:ea typeface="+mn-ea"/>
                <a:cs typeface="+mn-cs"/>
              </a:rPr>
              <a:t>CWGM</a:t>
            </a:r>
          </a:p>
          <a:p>
            <a:pPr>
              <a:lnSpc>
                <a:spcPct val="150000"/>
              </a:lnSpc>
              <a:spcAft>
                <a:spcPts val="600"/>
              </a:spcAft>
            </a:pPr>
            <a:r>
              <a:rPr lang="en-US" sz="2400" b="1">
                <a:latin typeface="+mn-lt"/>
                <a:ea typeface="+mn-ea"/>
                <a:cs typeface="+mn-cs"/>
              </a:rPr>
              <a:t>MVS Name: </a:t>
            </a:r>
            <a:r>
              <a:rPr lang="en-US" sz="2400">
                <a:latin typeface="+mn-lt"/>
                <a:ea typeface="+mn-ea"/>
                <a:cs typeface="+mn-cs"/>
              </a:rPr>
              <a:t>Tamas MVS</a:t>
            </a:r>
          </a:p>
          <a:p>
            <a:pPr>
              <a:lnSpc>
                <a:spcPct val="150000"/>
              </a:lnSpc>
              <a:spcAft>
                <a:spcPts val="600"/>
              </a:spcAft>
            </a:pPr>
            <a:r>
              <a:rPr lang="en-US" sz="2400" b="1">
                <a:latin typeface="+mn-lt"/>
                <a:ea typeface="+mn-ea"/>
                <a:cs typeface="+mn-cs"/>
              </a:rPr>
              <a:t>Inspection Date : </a:t>
            </a:r>
            <a:r>
              <a:rPr lang="en-US" sz="2400">
                <a:latin typeface="+mn-lt"/>
                <a:ea typeface="+mn-ea"/>
                <a:cs typeface="+mn-cs"/>
              </a:rPr>
              <a:t>30-01-2025</a:t>
            </a:r>
          </a:p>
          <a:p>
            <a:pPr>
              <a:lnSpc>
                <a:spcPct val="150000"/>
              </a:lnSpc>
              <a:spcAft>
                <a:spcPts val="600"/>
              </a:spcAft>
            </a:pPr>
            <a:r>
              <a:rPr lang="en-US" sz="2400" b="1">
                <a:latin typeface="+mn-lt"/>
                <a:ea typeface="+mn-ea"/>
                <a:cs typeface="+mn-cs"/>
              </a:rPr>
              <a:t>Status : </a:t>
            </a:r>
            <a:r>
              <a:rPr lang="en-US" sz="2400">
                <a:latin typeface="+mn-lt"/>
                <a:ea typeface="+mn-ea"/>
                <a:cs typeface="+mn-cs"/>
              </a:rPr>
              <a:t>Accepted</a:t>
            </a:r>
          </a:p>
          <a:p>
            <a:pPr indent="-228600">
              <a:spcAft>
                <a:spcPts val="600"/>
              </a:spcAft>
              <a:buFont typeface="Arial" panose="020B0604020202020204" pitchFamily="34" charset="0"/>
              <a:buChar char="•"/>
            </a:pPr>
            <a:endParaRPr lang="en-US" sz="1800">
              <a:latin typeface="+mn-lt"/>
              <a:ea typeface="+mn-ea"/>
              <a:cs typeface="+mn-cs"/>
            </a:endParaRPr>
          </a:p>
        </p:txBody>
      </p:sp>
      <p:sp>
        <p:nvSpPr>
          <p:cNvPr id="4" name="Title 1">
            <a:extLst>
              <a:ext uri="{FF2B5EF4-FFF2-40B4-BE49-F238E27FC236}">
                <a16:creationId xmlns="" xmlns:a16="http://schemas.microsoft.com/office/drawing/2014/main" id="{9FF3124D-FAB0-2789-4BEF-118393F7AE7B}"/>
              </a:ext>
            </a:extLst>
          </p:cNvPr>
          <p:cNvSpPr txBox="1">
            <a:spLocks/>
          </p:cNvSpPr>
          <p:nvPr/>
        </p:nvSpPr>
        <p:spPr>
          <a:xfrm>
            <a:off x="1" y="1"/>
            <a:ext cx="12191999" cy="683408"/>
          </a:xfrm>
          <a:prstGeom prst="rect">
            <a:avLst/>
          </a:prstGeom>
          <a:solidFill>
            <a:schemeClr val="accent1">
              <a:lumMod val="20000"/>
              <a:lumOff val="80000"/>
            </a:schemeClr>
          </a:solidFill>
        </p:spPr>
        <p:txBody>
          <a:bodyPr anchor="ctr" anchorCtr="0">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300" b="1" dirty="0">
                <a:latin typeface="+mn-lt"/>
                <a:ea typeface="+mn-ea"/>
                <a:cs typeface="Arial" panose="020B0604020202020204" pitchFamily="34" charset="0"/>
              </a:rPr>
              <a:t>Jal Rekha – RFI</a:t>
            </a:r>
            <a:endParaRPr lang="en-IN" sz="3300" b="1" dirty="0">
              <a:latin typeface="+mn-lt"/>
              <a:ea typeface="+mn-ea"/>
              <a:cs typeface="Arial" panose="020B0604020202020204" pitchFamily="34" charset="0"/>
            </a:endParaRPr>
          </a:p>
        </p:txBody>
      </p:sp>
      <p:pic>
        <p:nvPicPr>
          <p:cNvPr id="8" name="Picture 7">
            <a:extLst>
              <a:ext uri="{FF2B5EF4-FFF2-40B4-BE49-F238E27FC236}">
                <a16:creationId xmlns="" xmlns:a16="http://schemas.microsoft.com/office/drawing/2014/main" id="{1DFD0842-9C1E-4C63-7A37-BAC1D0DCB72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4613554" y="2349170"/>
            <a:ext cx="3335111" cy="3831666"/>
          </a:xfrm>
          <a:prstGeom prst="rect">
            <a:avLst/>
          </a:prstGeom>
        </p:spPr>
      </p:pic>
      <p:pic>
        <p:nvPicPr>
          <p:cNvPr id="12" name="Picture 11">
            <a:extLst>
              <a:ext uri="{FF2B5EF4-FFF2-40B4-BE49-F238E27FC236}">
                <a16:creationId xmlns="" xmlns:a16="http://schemas.microsoft.com/office/drawing/2014/main" id="{A411623E-11DE-70DA-E22B-79054E02A20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8491200" y="2444706"/>
            <a:ext cx="3335111" cy="3662370"/>
          </a:xfrm>
          <a:prstGeom prst="rect">
            <a:avLst/>
          </a:prstGeom>
        </p:spPr>
      </p:pic>
      <p:pic>
        <p:nvPicPr>
          <p:cNvPr id="14" name="Picture 13">
            <a:extLst>
              <a:ext uri="{FF2B5EF4-FFF2-40B4-BE49-F238E27FC236}">
                <a16:creationId xmlns="" xmlns:a16="http://schemas.microsoft.com/office/drawing/2014/main" id="{42305B50-C5A4-6D34-6B02-F570F85ABEDD}"/>
              </a:ext>
            </a:extLst>
          </p:cNvPr>
          <p:cNvPicPr>
            <a:picLocks noChangeAspect="1"/>
          </p:cNvPicPr>
          <p:nvPr/>
        </p:nvPicPr>
        <p:blipFill>
          <a:blip r:embed="rId4"/>
          <a:stretch>
            <a:fillRect/>
          </a:stretch>
        </p:blipFill>
        <p:spPr>
          <a:xfrm>
            <a:off x="152399" y="797435"/>
            <a:ext cx="11930743" cy="1151108"/>
          </a:xfrm>
          <a:prstGeom prst="rect">
            <a:avLst/>
          </a:prstGeom>
        </p:spPr>
      </p:pic>
    </p:spTree>
    <p:extLst>
      <p:ext uri="{BB962C8B-B14F-4D97-AF65-F5344CB8AC3E}">
        <p14:creationId xmlns:p14="http://schemas.microsoft.com/office/powerpoint/2010/main" val="39178882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CBC2C9A-4615-1A4E-7B83-19D971D68F60}"/>
            </a:ext>
          </a:extLst>
        </p:cNvPr>
        <p:cNvGrpSpPr/>
        <p:nvPr/>
      </p:nvGrpSpPr>
      <p:grpSpPr>
        <a:xfrm>
          <a:off x="0" y="0"/>
          <a:ext cx="0" cy="0"/>
          <a:chOff x="0" y="0"/>
          <a:chExt cx="0" cy="0"/>
        </a:xfrm>
      </p:grpSpPr>
      <p:sp>
        <p:nvSpPr>
          <p:cNvPr id="9" name="Title 1">
            <a:extLst>
              <a:ext uri="{FF2B5EF4-FFF2-40B4-BE49-F238E27FC236}">
                <a16:creationId xmlns="" xmlns:a16="http://schemas.microsoft.com/office/drawing/2014/main" id="{AB88B914-8CD2-7664-D901-D0D213F676B4}"/>
              </a:ext>
            </a:extLst>
          </p:cNvPr>
          <p:cNvSpPr txBox="1">
            <a:spLocks/>
          </p:cNvSpPr>
          <p:nvPr/>
        </p:nvSpPr>
        <p:spPr>
          <a:xfrm>
            <a:off x="284251" y="2471202"/>
            <a:ext cx="4455752" cy="3750067"/>
          </a:xfrm>
          <a:prstGeom prst="rect">
            <a:avLst/>
          </a:prstGeom>
        </p:spPr>
        <p:txBody>
          <a:bodyPr vert="horz" lIns="91440" tIns="45720" rIns="91440" bIns="45720" rtlCol="0">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50000"/>
              </a:lnSpc>
              <a:spcAft>
                <a:spcPts val="600"/>
              </a:spcAft>
            </a:pPr>
            <a:r>
              <a:rPr lang="en-IN" sz="2400" b="1">
                <a:latin typeface="+mn-lt"/>
                <a:ea typeface="+mn-ea"/>
                <a:cs typeface="+mn-cs"/>
              </a:rPr>
              <a:t>Checking of reinforcement and concrete casting work, vertical spacing, Height of the wall and plum bob check with slump cone test</a:t>
            </a:r>
          </a:p>
          <a:p>
            <a:pPr>
              <a:lnSpc>
                <a:spcPct val="150000"/>
              </a:lnSpc>
              <a:spcAft>
                <a:spcPts val="600"/>
              </a:spcAft>
            </a:pPr>
            <a:r>
              <a:rPr lang="en-US" sz="2400" b="1">
                <a:latin typeface="+mn-lt"/>
                <a:ea typeface="+mn-ea"/>
                <a:cs typeface="+mn-cs"/>
              </a:rPr>
              <a:t>Component: </a:t>
            </a:r>
            <a:r>
              <a:rPr lang="en-US" sz="2400">
                <a:latin typeface="+mn-lt"/>
                <a:ea typeface="+mn-ea"/>
                <a:cs typeface="+mn-cs"/>
              </a:rPr>
              <a:t>WTP</a:t>
            </a:r>
          </a:p>
          <a:p>
            <a:pPr>
              <a:lnSpc>
                <a:spcPct val="150000"/>
              </a:lnSpc>
              <a:spcAft>
                <a:spcPts val="600"/>
              </a:spcAft>
            </a:pPr>
            <a:r>
              <a:rPr lang="en-US" sz="2400" b="1">
                <a:latin typeface="+mn-lt"/>
                <a:ea typeface="+mn-ea"/>
                <a:cs typeface="+mn-cs"/>
              </a:rPr>
              <a:t>MVS Name: </a:t>
            </a:r>
            <a:r>
              <a:rPr lang="en-US" sz="2400">
                <a:latin typeface="+mn-lt"/>
                <a:ea typeface="+mn-ea"/>
                <a:cs typeface="+mn-cs"/>
              </a:rPr>
              <a:t>Sanjay Sagar (</a:t>
            </a:r>
            <a:r>
              <a:rPr lang="en-US" sz="2400" err="1">
                <a:latin typeface="+mn-lt"/>
                <a:ea typeface="+mn-ea"/>
                <a:cs typeface="+mn-cs"/>
              </a:rPr>
              <a:t>Nehrayi</a:t>
            </a:r>
            <a:r>
              <a:rPr lang="en-US" sz="2400">
                <a:latin typeface="+mn-lt"/>
                <a:ea typeface="+mn-ea"/>
                <a:cs typeface="+mn-cs"/>
              </a:rPr>
              <a:t>) MVS</a:t>
            </a:r>
          </a:p>
          <a:p>
            <a:pPr>
              <a:lnSpc>
                <a:spcPct val="150000"/>
              </a:lnSpc>
              <a:spcAft>
                <a:spcPts val="600"/>
              </a:spcAft>
            </a:pPr>
            <a:r>
              <a:rPr lang="en-US" sz="2400" b="1">
                <a:latin typeface="+mn-lt"/>
                <a:ea typeface="+mn-ea"/>
                <a:cs typeface="+mn-cs"/>
              </a:rPr>
              <a:t>Inspection Date : </a:t>
            </a:r>
            <a:r>
              <a:rPr lang="en-US" sz="2400">
                <a:latin typeface="+mn-lt"/>
                <a:ea typeface="+mn-ea"/>
                <a:cs typeface="+mn-cs"/>
              </a:rPr>
              <a:t>30-01-2025</a:t>
            </a:r>
          </a:p>
          <a:p>
            <a:pPr>
              <a:lnSpc>
                <a:spcPct val="150000"/>
              </a:lnSpc>
              <a:spcAft>
                <a:spcPts val="600"/>
              </a:spcAft>
            </a:pPr>
            <a:r>
              <a:rPr lang="en-US" sz="2400" b="1">
                <a:latin typeface="+mn-lt"/>
                <a:ea typeface="+mn-ea"/>
                <a:cs typeface="+mn-cs"/>
              </a:rPr>
              <a:t>Status : </a:t>
            </a:r>
            <a:r>
              <a:rPr lang="en-US" sz="2400">
                <a:latin typeface="+mn-lt"/>
                <a:ea typeface="+mn-ea"/>
                <a:cs typeface="+mn-cs"/>
              </a:rPr>
              <a:t>Accepted</a:t>
            </a:r>
          </a:p>
          <a:p>
            <a:pPr indent="-228600">
              <a:spcAft>
                <a:spcPts val="600"/>
              </a:spcAft>
              <a:buFont typeface="Arial" panose="020B0604020202020204" pitchFamily="34" charset="0"/>
              <a:buChar char="•"/>
            </a:pPr>
            <a:endParaRPr lang="en-US" sz="1800">
              <a:latin typeface="+mn-lt"/>
              <a:ea typeface="+mn-ea"/>
              <a:cs typeface="+mn-cs"/>
            </a:endParaRPr>
          </a:p>
        </p:txBody>
      </p:sp>
      <p:sp>
        <p:nvSpPr>
          <p:cNvPr id="4" name="Title 1">
            <a:extLst>
              <a:ext uri="{FF2B5EF4-FFF2-40B4-BE49-F238E27FC236}">
                <a16:creationId xmlns="" xmlns:a16="http://schemas.microsoft.com/office/drawing/2014/main" id="{656B97D5-8759-E9AD-E4D0-4736FD658490}"/>
              </a:ext>
            </a:extLst>
          </p:cNvPr>
          <p:cNvSpPr txBox="1">
            <a:spLocks/>
          </p:cNvSpPr>
          <p:nvPr/>
        </p:nvSpPr>
        <p:spPr>
          <a:xfrm>
            <a:off x="1" y="1"/>
            <a:ext cx="12191999" cy="683408"/>
          </a:xfrm>
          <a:prstGeom prst="rect">
            <a:avLst/>
          </a:prstGeom>
          <a:solidFill>
            <a:schemeClr val="accent1">
              <a:lumMod val="20000"/>
              <a:lumOff val="80000"/>
            </a:schemeClr>
          </a:solidFill>
        </p:spPr>
        <p:txBody>
          <a:bodyPr anchor="ctr" anchorCtr="0">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300" b="1" dirty="0">
                <a:latin typeface="+mn-lt"/>
                <a:ea typeface="+mn-ea"/>
                <a:cs typeface="Arial" panose="020B0604020202020204" pitchFamily="34" charset="0"/>
              </a:rPr>
              <a:t>Jal Rekha – RFI</a:t>
            </a:r>
            <a:endParaRPr lang="en-IN" sz="3300" b="1" dirty="0">
              <a:latin typeface="+mn-lt"/>
              <a:ea typeface="+mn-ea"/>
              <a:cs typeface="Arial" panose="020B0604020202020204" pitchFamily="34" charset="0"/>
            </a:endParaRPr>
          </a:p>
        </p:txBody>
      </p:sp>
      <p:pic>
        <p:nvPicPr>
          <p:cNvPr id="3" name="Picture 2">
            <a:extLst>
              <a:ext uri="{FF2B5EF4-FFF2-40B4-BE49-F238E27FC236}">
                <a16:creationId xmlns="" xmlns:a16="http://schemas.microsoft.com/office/drawing/2014/main" id="{166513D3-2CB9-0A0B-4229-9F43A447D56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876800" y="2253343"/>
            <a:ext cx="3464377" cy="4223656"/>
          </a:xfrm>
          <a:prstGeom prst="rect">
            <a:avLst/>
          </a:prstGeom>
        </p:spPr>
      </p:pic>
      <p:pic>
        <p:nvPicPr>
          <p:cNvPr id="7" name="Picture 6">
            <a:extLst>
              <a:ext uri="{FF2B5EF4-FFF2-40B4-BE49-F238E27FC236}">
                <a16:creationId xmlns="" xmlns:a16="http://schemas.microsoft.com/office/drawing/2014/main" id="{13D7D1B6-6B8C-277F-D051-3392DA77814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477974" y="2253341"/>
            <a:ext cx="3256826" cy="4223657"/>
          </a:xfrm>
          <a:prstGeom prst="rect">
            <a:avLst/>
          </a:prstGeom>
        </p:spPr>
      </p:pic>
      <p:pic>
        <p:nvPicPr>
          <p:cNvPr id="11" name="Picture 10">
            <a:extLst>
              <a:ext uri="{FF2B5EF4-FFF2-40B4-BE49-F238E27FC236}">
                <a16:creationId xmlns="" xmlns:a16="http://schemas.microsoft.com/office/drawing/2014/main" id="{5FDB3DCA-D70F-90D7-EAAF-4A62D952CDC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2400" y="787870"/>
            <a:ext cx="11952514" cy="1465471"/>
          </a:xfrm>
          <a:prstGeom prst="rect">
            <a:avLst/>
          </a:prstGeom>
        </p:spPr>
      </p:pic>
    </p:spTree>
    <p:extLst>
      <p:ext uri="{BB962C8B-B14F-4D97-AF65-F5344CB8AC3E}">
        <p14:creationId xmlns:p14="http://schemas.microsoft.com/office/powerpoint/2010/main" val="164899730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07EDE58-3327-C704-45E8-92453CB8EF38}"/>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00FBE75B-F09B-756E-1DFD-2B94AF3D8BD8}"/>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err="1">
                <a:latin typeface="+mn-lt"/>
              </a:rPr>
              <a:t>Sahbhagita</a:t>
            </a:r>
            <a:r>
              <a:rPr lang="en-IN" sz="3200" b="1" dirty="0">
                <a:latin typeface="+mn-lt"/>
              </a:rPr>
              <a:t> </a:t>
            </a:r>
            <a:r>
              <a:rPr lang="en-IN" sz="3200" b="1" dirty="0" smtClean="0">
                <a:latin typeface="+mn-lt"/>
              </a:rPr>
              <a:t>Module – ISA Activities Monitoring</a:t>
            </a:r>
            <a:endParaRPr lang="en-IN" sz="3200" b="1" dirty="0">
              <a:latin typeface="+mn-lt"/>
            </a:endParaRPr>
          </a:p>
        </p:txBody>
      </p:sp>
      <p:sp>
        <p:nvSpPr>
          <p:cNvPr id="11" name="TextBox 10">
            <a:extLst>
              <a:ext uri="{FF2B5EF4-FFF2-40B4-BE49-F238E27FC236}">
                <a16:creationId xmlns="" xmlns:a16="http://schemas.microsoft.com/office/drawing/2014/main" id="{7E9B7930-1BEA-BEA6-ECE2-7544C3AA8A04}"/>
              </a:ext>
            </a:extLst>
          </p:cNvPr>
          <p:cNvSpPr txBox="1"/>
          <p:nvPr/>
        </p:nvSpPr>
        <p:spPr>
          <a:xfrm>
            <a:off x="4746173" y="1464980"/>
            <a:ext cx="6226628" cy="4247317"/>
          </a:xfrm>
          <a:prstGeom prst="rect">
            <a:avLst/>
          </a:prstGeom>
          <a:noFill/>
        </p:spPr>
        <p:txBody>
          <a:bodyPr wrap="square">
            <a:spAutoFit/>
          </a:bodyPr>
          <a:lstStyle/>
          <a:p>
            <a:pPr algn="just">
              <a:spcAft>
                <a:spcPts val="600"/>
              </a:spcAft>
              <a:tabLst>
                <a:tab pos="1948180" algn="l"/>
                <a:tab pos="457200" algn="l"/>
              </a:tabLst>
            </a:pPr>
            <a:r>
              <a:rPr lang="en-IN" sz="2400" b="1" err="1">
                <a:solidFill>
                  <a:srgbClr val="000000"/>
                </a:solidFill>
                <a:latin typeface="Calibri" panose="020F0502020204030204" pitchFamily="34" charset="0"/>
                <a:ea typeface="Calibri" panose="020F0502020204030204" pitchFamily="34" charset="0"/>
                <a:cs typeface="Calibri" panose="020F0502020204030204" pitchFamily="34" charset="0"/>
              </a:rPr>
              <a:t>Sahbhagita</a:t>
            </a:r>
            <a:r>
              <a:rPr lang="en-IN" sz="2400">
                <a:solidFill>
                  <a:srgbClr val="000000"/>
                </a:solidFill>
                <a:latin typeface="Calibri" panose="020F0502020204030204" pitchFamily="34" charset="0"/>
                <a:ea typeface="Calibri" panose="020F0502020204030204" pitchFamily="34" charset="0"/>
                <a:cs typeface="Calibri" panose="020F0502020204030204" pitchFamily="34" charset="0"/>
              </a:rPr>
              <a:t> Module tracks the activities performed by the Implementation and Support Agencies (ISAs) for awareness generation and information dissemination.</a:t>
            </a:r>
          </a:p>
          <a:p>
            <a:pPr algn="just">
              <a:spcAft>
                <a:spcPts val="600"/>
              </a:spcAft>
              <a:tabLst>
                <a:tab pos="1948180" algn="l"/>
                <a:tab pos="457200" algn="l"/>
              </a:tabLst>
            </a:pPr>
            <a:r>
              <a:rPr lang="en-IN" sz="2400" b="1">
                <a:solidFill>
                  <a:srgbClr val="000000"/>
                </a:solidFill>
                <a:latin typeface="Calibri" panose="020F0502020204030204" pitchFamily="34" charset="0"/>
                <a:ea typeface="Calibri" panose="020F0502020204030204" pitchFamily="34" charset="0"/>
                <a:cs typeface="Calibri" panose="020F0502020204030204" pitchFamily="34" charset="0"/>
              </a:rPr>
              <a:t>Key Benefits:</a:t>
            </a:r>
          </a:p>
          <a:p>
            <a:pPr marL="342900" indent="-342900" algn="just">
              <a:spcAft>
                <a:spcPts val="600"/>
              </a:spcAft>
              <a:buFont typeface="Arial" panose="020B0604020202020204" pitchFamily="34" charset="0"/>
              <a:buChar char="•"/>
              <a:tabLst>
                <a:tab pos="1948180" algn="l"/>
                <a:tab pos="457200" algn="l"/>
              </a:tabLst>
            </a:pPr>
            <a:r>
              <a:rPr lang="en-IN" sz="2400">
                <a:solidFill>
                  <a:srgbClr val="000000"/>
                </a:solidFill>
                <a:latin typeface="Calibri" panose="020F0502020204030204" pitchFamily="34" charset="0"/>
                <a:ea typeface="Calibri" panose="020F0502020204030204" pitchFamily="34" charset="0"/>
                <a:cs typeface="Calibri" panose="020F0502020204030204" pitchFamily="34" charset="0"/>
              </a:rPr>
              <a:t>Enhanced Monitoring &amp; Supervision</a:t>
            </a:r>
          </a:p>
          <a:p>
            <a:pPr marL="342900" indent="-342900" algn="just">
              <a:spcAft>
                <a:spcPts val="600"/>
              </a:spcAft>
              <a:buFont typeface="Arial" panose="020B0604020202020204" pitchFamily="34" charset="0"/>
              <a:buChar char="•"/>
              <a:tabLst>
                <a:tab pos="1948180" algn="l"/>
                <a:tab pos="457200" algn="l"/>
              </a:tabLst>
            </a:pPr>
            <a:r>
              <a:rPr lang="en-IN" sz="2400">
                <a:solidFill>
                  <a:srgbClr val="000000"/>
                </a:solidFill>
                <a:latin typeface="Calibri" panose="020F0502020204030204" pitchFamily="34" charset="0"/>
                <a:ea typeface="Calibri" panose="020F0502020204030204" pitchFamily="34" charset="0"/>
                <a:cs typeface="Calibri" panose="020F0502020204030204" pitchFamily="34" charset="0"/>
              </a:rPr>
              <a:t>Improved Data Management</a:t>
            </a:r>
          </a:p>
          <a:p>
            <a:pPr marL="342900" indent="-342900" algn="just">
              <a:spcAft>
                <a:spcPts val="600"/>
              </a:spcAft>
              <a:buFont typeface="Arial" panose="020B0604020202020204" pitchFamily="34" charset="0"/>
              <a:buChar char="•"/>
              <a:tabLst>
                <a:tab pos="1948180" algn="l"/>
                <a:tab pos="457200" algn="l"/>
              </a:tabLst>
            </a:pPr>
            <a:r>
              <a:rPr lang="en-IN" sz="2400">
                <a:solidFill>
                  <a:srgbClr val="000000"/>
                </a:solidFill>
                <a:latin typeface="Calibri" panose="020F0502020204030204" pitchFamily="34" charset="0"/>
                <a:ea typeface="Calibri" panose="020F0502020204030204" pitchFamily="34" charset="0"/>
                <a:cs typeface="Calibri" panose="020F0502020204030204" pitchFamily="34" charset="0"/>
              </a:rPr>
              <a:t>Transparency &amp; Accountability</a:t>
            </a:r>
          </a:p>
          <a:p>
            <a:pPr marL="342900" indent="-342900" algn="just">
              <a:spcAft>
                <a:spcPts val="600"/>
              </a:spcAft>
              <a:buFont typeface="Arial" panose="020B0604020202020204" pitchFamily="34" charset="0"/>
              <a:buChar char="•"/>
              <a:tabLst>
                <a:tab pos="1948180" algn="l"/>
                <a:tab pos="457200" algn="l"/>
              </a:tabLst>
            </a:pPr>
            <a:r>
              <a:rPr lang="en-IN" sz="2400">
                <a:solidFill>
                  <a:srgbClr val="000000"/>
                </a:solidFill>
                <a:latin typeface="Calibri" panose="020F0502020204030204" pitchFamily="34" charset="0"/>
                <a:ea typeface="Calibri" panose="020F0502020204030204" pitchFamily="34" charset="0"/>
                <a:cs typeface="Calibri" panose="020F0502020204030204" pitchFamily="34" charset="0"/>
              </a:rPr>
              <a:t>User-Friendly Interface &amp; Accessibility</a:t>
            </a:r>
          </a:p>
          <a:p>
            <a:pPr marL="342900" indent="-342900" algn="just">
              <a:spcAft>
                <a:spcPts val="600"/>
              </a:spcAft>
              <a:buFont typeface="Arial" panose="020B0604020202020204" pitchFamily="34" charset="0"/>
              <a:buChar char="•"/>
              <a:tabLst>
                <a:tab pos="1948180" algn="l"/>
                <a:tab pos="457200" algn="l"/>
              </a:tabLst>
            </a:pPr>
            <a:r>
              <a:rPr lang="en-IN" sz="2400">
                <a:solidFill>
                  <a:srgbClr val="000000"/>
                </a:solidFill>
                <a:latin typeface="Calibri" panose="020F0502020204030204" pitchFamily="34" charset="0"/>
                <a:ea typeface="Calibri" panose="020F0502020204030204" pitchFamily="34" charset="0"/>
                <a:cs typeface="Calibri" panose="020F0502020204030204" pitchFamily="34" charset="0"/>
              </a:rPr>
              <a:t>Strengthening Community Participation</a:t>
            </a:r>
          </a:p>
        </p:txBody>
      </p:sp>
      <p:pic>
        <p:nvPicPr>
          <p:cNvPr id="5" name="Picture 4" descr="A screenshot of a login screen&#10;&#10;Description automatically generated">
            <a:extLst>
              <a:ext uri="{FF2B5EF4-FFF2-40B4-BE49-F238E27FC236}">
                <a16:creationId xmlns="" xmlns:a16="http://schemas.microsoft.com/office/drawing/2014/main" id="{A767225F-5B25-F4CF-6300-D5AE0C18F296}"/>
              </a:ext>
            </a:extLst>
          </p:cNvPr>
          <p:cNvPicPr>
            <a:picLocks noChangeAspect="1"/>
          </p:cNvPicPr>
          <p:nvPr/>
        </p:nvPicPr>
        <p:blipFill>
          <a:blip r:embed="rId2" cstate="email">
            <a:extLst>
              <a:ext uri="{28A0092B-C50C-407E-A947-70E740481C1C}">
                <a14:useLocalDpi xmlns:a14="http://schemas.microsoft.com/office/drawing/2010/main"/>
              </a:ext>
            </a:extLst>
          </a:blip>
          <a:srcRect l="-708" b="-65"/>
          <a:stretch/>
        </p:blipFill>
        <p:spPr>
          <a:xfrm>
            <a:off x="1400783" y="1464980"/>
            <a:ext cx="2043289" cy="4247317"/>
          </a:xfrm>
          <a:prstGeom prst="rect">
            <a:avLst/>
          </a:prstGeom>
        </p:spPr>
      </p:pic>
      <p:pic>
        <p:nvPicPr>
          <p:cNvPr id="9" name="Picture 8">
            <a:extLst>
              <a:ext uri="{FF2B5EF4-FFF2-40B4-BE49-F238E27FC236}">
                <a16:creationId xmlns="" xmlns:a16="http://schemas.microsoft.com/office/drawing/2014/main" id="{E5F96F6D-B131-CE68-851D-EA06539B7396}"/>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981369" y="1145703"/>
            <a:ext cx="2882116" cy="4693593"/>
          </a:xfrm>
          <a:prstGeom prst="rect">
            <a:avLst/>
          </a:prstGeom>
        </p:spPr>
      </p:pic>
    </p:spTree>
    <p:extLst>
      <p:ext uri="{BB962C8B-B14F-4D97-AF65-F5344CB8AC3E}">
        <p14:creationId xmlns:p14="http://schemas.microsoft.com/office/powerpoint/2010/main" val="12826831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07EDE58-3327-C704-45E8-92453CB8EF38}"/>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00FBE75B-F09B-756E-1DFD-2B94AF3D8BD8}"/>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err="1">
                <a:latin typeface="+mn-lt"/>
              </a:rPr>
              <a:t>Sahbhagita</a:t>
            </a:r>
            <a:r>
              <a:rPr lang="en-IN" sz="3200" b="1" dirty="0">
                <a:latin typeface="+mn-lt"/>
              </a:rPr>
              <a:t> </a:t>
            </a:r>
            <a:r>
              <a:rPr lang="en-IN" sz="3200" b="1" dirty="0" smtClean="0">
                <a:latin typeface="+mn-lt"/>
              </a:rPr>
              <a:t>Module – ISA Activities Monitoring</a:t>
            </a:r>
            <a:endParaRPr lang="en-IN" sz="3200" b="1" dirty="0">
              <a:latin typeface="+mn-lt"/>
            </a:endParaRPr>
          </a:p>
        </p:txBody>
      </p:sp>
      <p:pic>
        <p:nvPicPr>
          <p:cNvPr id="3" name="Picture 2"/>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71450" y="584775"/>
            <a:ext cx="6861810" cy="6273225"/>
          </a:xfrm>
          <a:prstGeom prst="rect">
            <a:avLst/>
          </a:prstGeom>
        </p:spPr>
      </p:pic>
      <p:pic>
        <p:nvPicPr>
          <p:cNvPr id="4" name="Picture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033260" y="584775"/>
            <a:ext cx="5052060" cy="3240465"/>
          </a:xfrm>
          <a:prstGeom prst="rect">
            <a:avLst/>
          </a:prstGeom>
        </p:spPr>
      </p:pic>
      <p:pic>
        <p:nvPicPr>
          <p:cNvPr id="5" name="Picture 4"/>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138035" y="3931920"/>
            <a:ext cx="4914900" cy="2792730"/>
          </a:xfrm>
          <a:prstGeom prst="rect">
            <a:avLst/>
          </a:prstGeom>
        </p:spPr>
      </p:pic>
    </p:spTree>
    <p:extLst>
      <p:ext uri="{BB962C8B-B14F-4D97-AF65-F5344CB8AC3E}">
        <p14:creationId xmlns:p14="http://schemas.microsoft.com/office/powerpoint/2010/main" val="8824093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9BDF8AB-FF07-715D-FDC2-8F37E4421DC2}"/>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2BA1AFA6-F2B4-EB5E-E731-2ACB41AC5411}"/>
              </a:ext>
            </a:extLst>
          </p:cNvPr>
          <p:cNvSpPr>
            <a:spLocks noChangeArrowheads="1"/>
          </p:cNvSpPr>
          <p:nvPr/>
        </p:nvSpPr>
        <p:spPr bwMode="auto">
          <a:xfrm>
            <a:off x="0" y="0"/>
            <a:ext cx="12192000" cy="1077218"/>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latin typeface="+mn-lt"/>
              </a:rPr>
              <a:t>Sopan Module – Construction </a:t>
            </a:r>
            <a:r>
              <a:rPr lang="en-IN" sz="3200" b="1" dirty="0" smtClean="0">
                <a:latin typeface="+mn-lt"/>
              </a:rPr>
              <a:t>Work Progress Monitoring of Structures (WTP</a:t>
            </a:r>
            <a:r>
              <a:rPr lang="en-IN" sz="3200" b="1" dirty="0">
                <a:latin typeface="+mn-lt"/>
              </a:rPr>
              <a:t>, </a:t>
            </a:r>
            <a:r>
              <a:rPr lang="en-IN" sz="3200" b="1" dirty="0" smtClean="0">
                <a:latin typeface="+mn-lt"/>
              </a:rPr>
              <a:t>OHT </a:t>
            </a:r>
            <a:r>
              <a:rPr lang="en-IN" sz="3200" b="1" dirty="0" err="1" smtClean="0">
                <a:latin typeface="+mn-lt"/>
              </a:rPr>
              <a:t>etc</a:t>
            </a:r>
            <a:r>
              <a:rPr lang="en-IN" sz="3200" b="1" dirty="0" smtClean="0">
                <a:latin typeface="+mn-lt"/>
              </a:rPr>
              <a:t>)</a:t>
            </a:r>
            <a:endParaRPr lang="en-IN" sz="3200" b="1" dirty="0">
              <a:latin typeface="+mn-lt"/>
            </a:endParaRPr>
          </a:p>
        </p:txBody>
      </p:sp>
      <p:sp>
        <p:nvSpPr>
          <p:cNvPr id="11" name="TextBox 10">
            <a:extLst>
              <a:ext uri="{FF2B5EF4-FFF2-40B4-BE49-F238E27FC236}">
                <a16:creationId xmlns="" xmlns:a16="http://schemas.microsoft.com/office/drawing/2014/main" id="{F6039CC4-A3F4-96AD-B5E8-F5862164728A}"/>
              </a:ext>
            </a:extLst>
          </p:cNvPr>
          <p:cNvSpPr txBox="1"/>
          <p:nvPr/>
        </p:nvSpPr>
        <p:spPr>
          <a:xfrm>
            <a:off x="8500727" y="1523829"/>
            <a:ext cx="3626859" cy="3785652"/>
          </a:xfrm>
          <a:prstGeom prst="rect">
            <a:avLst/>
          </a:prstGeom>
          <a:noFill/>
        </p:spPr>
        <p:txBody>
          <a:bodyPr wrap="square">
            <a:spAutoFit/>
          </a:bodyPr>
          <a:lstStyle/>
          <a:p>
            <a:pPr algn="just">
              <a:spcAft>
                <a:spcPts val="600"/>
              </a:spcAft>
              <a:tabLst>
                <a:tab pos="1948180" algn="l"/>
                <a:tab pos="457200" algn="l"/>
              </a:tabLst>
            </a:pPr>
            <a:r>
              <a:rPr lang="en-IN" sz="2000" b="1" dirty="0" err="1">
                <a:solidFill>
                  <a:srgbClr val="000000"/>
                </a:solidFill>
                <a:latin typeface="Calibri" panose="020F0502020204030204" pitchFamily="34" charset="0"/>
                <a:ea typeface="Calibri" panose="020F0502020204030204" pitchFamily="34" charset="0"/>
                <a:cs typeface="Calibri" panose="020F0502020204030204" pitchFamily="34" charset="0"/>
              </a:rPr>
              <a:t>Sopan</a:t>
            </a:r>
            <a:r>
              <a:rPr lang="en-IN" sz="2000" dirty="0">
                <a:solidFill>
                  <a:srgbClr val="000000"/>
                </a:solidFill>
                <a:latin typeface="Calibri" panose="020F0502020204030204" pitchFamily="34" charset="0"/>
                <a:ea typeface="Calibri" panose="020F0502020204030204" pitchFamily="34" charset="0"/>
                <a:cs typeface="Calibri" panose="020F0502020204030204" pitchFamily="34" charset="0"/>
              </a:rPr>
              <a:t> Module tracks the stage wise activities performed at the time of implementation of Over Head Tanks.</a:t>
            </a:r>
          </a:p>
          <a:p>
            <a:pPr algn="just">
              <a:spcAft>
                <a:spcPts val="600"/>
              </a:spcAft>
              <a:tabLst>
                <a:tab pos="1948180" algn="l"/>
                <a:tab pos="457200" algn="l"/>
              </a:tabLst>
            </a:pPr>
            <a:r>
              <a:rPr lang="en-IN" sz="2000" b="1" dirty="0">
                <a:solidFill>
                  <a:srgbClr val="000000"/>
                </a:solidFill>
                <a:latin typeface="Calibri" panose="020F0502020204030204" pitchFamily="34" charset="0"/>
                <a:ea typeface="Calibri" panose="020F0502020204030204" pitchFamily="34" charset="0"/>
                <a:cs typeface="Calibri" panose="020F0502020204030204" pitchFamily="34" charset="0"/>
              </a:rPr>
              <a:t>Key Benefits:</a:t>
            </a:r>
          </a:p>
          <a:p>
            <a:pPr marL="342900" indent="-342900" algn="just">
              <a:spcAft>
                <a:spcPts val="600"/>
              </a:spcAft>
              <a:buFont typeface="Arial" panose="020B0604020202020204" pitchFamily="34" charset="0"/>
              <a:buChar char="•"/>
              <a:tabLst>
                <a:tab pos="1948180" algn="l"/>
                <a:tab pos="457200" algn="l"/>
              </a:tabLst>
            </a:pPr>
            <a:r>
              <a:rPr lang="en-IN" sz="2000" dirty="0">
                <a:solidFill>
                  <a:srgbClr val="000000"/>
                </a:solidFill>
                <a:latin typeface="Calibri" panose="020F0502020204030204" pitchFamily="34" charset="0"/>
                <a:ea typeface="Calibri" panose="020F0502020204030204" pitchFamily="34" charset="0"/>
                <a:cs typeface="Calibri" panose="020F0502020204030204" pitchFamily="34" charset="0"/>
              </a:rPr>
              <a:t>Help in track the actual stage of work completed</a:t>
            </a:r>
          </a:p>
          <a:p>
            <a:pPr marL="342900" indent="-342900" algn="just">
              <a:spcAft>
                <a:spcPts val="600"/>
              </a:spcAft>
              <a:buFont typeface="Arial" panose="020B0604020202020204" pitchFamily="34" charset="0"/>
              <a:buChar char="•"/>
              <a:tabLst>
                <a:tab pos="1948180" algn="l"/>
                <a:tab pos="457200" algn="l"/>
              </a:tabLst>
            </a:pPr>
            <a:r>
              <a:rPr lang="en-IN" sz="2000" dirty="0">
                <a:solidFill>
                  <a:srgbClr val="000000"/>
                </a:solidFill>
                <a:latin typeface="Calibri" panose="020F0502020204030204" pitchFamily="34" charset="0"/>
                <a:ea typeface="Calibri" panose="020F0502020204030204" pitchFamily="34" charset="0"/>
                <a:cs typeface="Calibri" panose="020F0502020204030204" pitchFamily="34" charset="0"/>
              </a:rPr>
              <a:t>Track the delays in Stage wise development</a:t>
            </a:r>
          </a:p>
          <a:p>
            <a:pPr marL="342900" indent="-342900" algn="just">
              <a:spcAft>
                <a:spcPts val="600"/>
              </a:spcAft>
              <a:buFont typeface="Arial" panose="020B0604020202020204" pitchFamily="34" charset="0"/>
              <a:buChar char="•"/>
              <a:tabLst>
                <a:tab pos="1948180" algn="l"/>
                <a:tab pos="457200" algn="l"/>
              </a:tabLst>
            </a:pPr>
            <a:r>
              <a:rPr lang="en-IN" sz="2000" dirty="0">
                <a:solidFill>
                  <a:srgbClr val="000000"/>
                </a:solidFill>
                <a:latin typeface="Calibri" panose="020F0502020204030204" pitchFamily="34" charset="0"/>
                <a:ea typeface="Calibri" panose="020F0502020204030204" pitchFamily="34" charset="0"/>
                <a:cs typeface="Calibri" panose="020F0502020204030204" pitchFamily="34" charset="0"/>
              </a:rPr>
              <a:t>Track the financial liabilities procured at site</a:t>
            </a: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98119" y="1165860"/>
            <a:ext cx="8243147" cy="5658802"/>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5828414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5E66965-0058-617D-0F7A-623D74E10021}"/>
            </a:ext>
          </a:extLst>
        </p:cNvPr>
        <p:cNvGrpSpPr/>
        <p:nvPr/>
      </p:nvGrpSpPr>
      <p:grpSpPr>
        <a:xfrm>
          <a:off x="0" y="0"/>
          <a:ext cx="0" cy="0"/>
          <a:chOff x="0" y="0"/>
          <a:chExt cx="0" cy="0"/>
        </a:xfrm>
      </p:grpSpPr>
      <p:sp>
        <p:nvSpPr>
          <p:cNvPr id="5" name="Rectangle 4">
            <a:extLst>
              <a:ext uri="{FF2B5EF4-FFF2-40B4-BE49-F238E27FC236}">
                <a16:creationId xmlns="" xmlns:a16="http://schemas.microsoft.com/office/drawing/2014/main" id="{93C9BC96-2505-A66D-32DD-33DB8A3E3AE8}"/>
              </a:ext>
            </a:extLst>
          </p:cNvPr>
          <p:cNvSpPr>
            <a:spLocks noChangeArrowheads="1"/>
          </p:cNvSpPr>
          <p:nvPr/>
        </p:nvSpPr>
        <p:spPr bwMode="auto">
          <a:xfrm>
            <a:off x="0" y="359"/>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err="1">
                <a:latin typeface="+mn-lt"/>
              </a:rPr>
              <a:t>ePRAMAN</a:t>
            </a:r>
            <a:r>
              <a:rPr lang="en-IN" sz="3200" b="1">
                <a:latin typeface="+mn-lt"/>
              </a:rPr>
              <a:t> (</a:t>
            </a:r>
            <a:r>
              <a:rPr lang="en-IN" sz="3200" b="1" err="1">
                <a:latin typeface="+mn-lt"/>
              </a:rPr>
              <a:t>eMB</a:t>
            </a:r>
            <a:r>
              <a:rPr lang="en-IN" sz="3200" b="1">
                <a:latin typeface="+mn-lt"/>
              </a:rPr>
              <a:t>)</a:t>
            </a:r>
          </a:p>
        </p:txBody>
      </p:sp>
      <p:pic>
        <p:nvPicPr>
          <p:cNvPr id="9" name="Picture 8">
            <a:extLst>
              <a:ext uri="{FF2B5EF4-FFF2-40B4-BE49-F238E27FC236}">
                <a16:creationId xmlns="" xmlns:a16="http://schemas.microsoft.com/office/drawing/2014/main" id="{10B4B47C-1A54-6B4D-A527-6337C950E167}"/>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218640" y="804402"/>
            <a:ext cx="5745046" cy="262459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2" name="TextBox 11">
            <a:extLst>
              <a:ext uri="{FF2B5EF4-FFF2-40B4-BE49-F238E27FC236}">
                <a16:creationId xmlns="" xmlns:a16="http://schemas.microsoft.com/office/drawing/2014/main" id="{4F98C9CC-FB23-DB12-FFB3-109FF8E77218}"/>
              </a:ext>
            </a:extLst>
          </p:cNvPr>
          <p:cNvSpPr txBox="1"/>
          <p:nvPr/>
        </p:nvSpPr>
        <p:spPr>
          <a:xfrm>
            <a:off x="311983" y="3943259"/>
            <a:ext cx="5558360" cy="2169825"/>
          </a:xfrm>
          <a:prstGeom prst="rect">
            <a:avLst/>
          </a:prstGeom>
          <a:noFill/>
        </p:spPr>
        <p:txBody>
          <a:bodyPr wrap="square">
            <a:spAutoFit/>
          </a:bodyPr>
          <a:lstStyle/>
          <a:p>
            <a:pPr marL="342900" indent="-342900">
              <a:spcAft>
                <a:spcPts val="1800"/>
              </a:spcAft>
              <a:buFont typeface="Arial" panose="020B0604020202020204" pitchFamily="34" charset="0"/>
              <a:buChar char="•"/>
            </a:pPr>
            <a:r>
              <a:rPr lang="en-US" sz="2000" dirty="0" err="1">
                <a:latin typeface="Calibri" panose="020F0502020204030204" pitchFamily="34" charset="0"/>
                <a:ea typeface="Calibri" panose="020F0502020204030204" pitchFamily="34" charset="0"/>
                <a:cs typeface="Calibri" panose="020F0502020204030204" pitchFamily="34" charset="0"/>
              </a:rPr>
              <a:t>ePRAMAN</a:t>
            </a:r>
            <a:r>
              <a:rPr lang="en-US" sz="2000" dirty="0">
                <a:latin typeface="Calibri" panose="020F0502020204030204" pitchFamily="34" charset="0"/>
                <a:ea typeface="Calibri" panose="020F0502020204030204" pitchFamily="34" charset="0"/>
                <a:cs typeface="Calibri" panose="020F0502020204030204" pitchFamily="34" charset="0"/>
              </a:rPr>
              <a:t> integrates a sophisticated system for capturing </a:t>
            </a:r>
            <a:r>
              <a:rPr lang="en-US" sz="2000" b="1" dirty="0">
                <a:solidFill>
                  <a:srgbClr val="FF0000"/>
                </a:solidFill>
                <a:latin typeface="Calibri" panose="020F0502020204030204" pitchFamily="34" charset="0"/>
                <a:ea typeface="Calibri" panose="020F0502020204030204" pitchFamily="34" charset="0"/>
                <a:cs typeface="Calibri" panose="020F0502020204030204" pitchFamily="34" charset="0"/>
              </a:rPr>
              <a:t>running bills </a:t>
            </a:r>
            <a:r>
              <a:rPr lang="en-US" sz="2000" dirty="0">
                <a:latin typeface="Calibri" panose="020F0502020204030204" pitchFamily="34" charset="0"/>
                <a:ea typeface="Calibri" panose="020F0502020204030204" pitchFamily="34" charset="0"/>
                <a:cs typeface="Calibri" panose="020F0502020204030204" pitchFamily="34" charset="0"/>
              </a:rPr>
              <a:t>information across various stages of construction and maintenance. </a:t>
            </a:r>
          </a:p>
          <a:p>
            <a:pPr marL="342900" indent="-342900">
              <a:spcAft>
                <a:spcPts val="1800"/>
              </a:spcAf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This solution would capture the </a:t>
            </a:r>
            <a:r>
              <a:rPr lang="en-US" sz="2000" dirty="0" err="1">
                <a:latin typeface="Calibri" panose="020F0502020204030204" pitchFamily="34" charset="0"/>
                <a:ea typeface="Calibri" panose="020F0502020204030204" pitchFamily="34" charset="0"/>
                <a:cs typeface="Calibri" panose="020F0502020204030204" pitchFamily="34" charset="0"/>
              </a:rPr>
              <a:t>lumpsum</a:t>
            </a:r>
            <a:r>
              <a:rPr lang="en-US" sz="2000" dirty="0">
                <a:latin typeface="Calibri" panose="020F0502020204030204" pitchFamily="34" charset="0"/>
                <a:ea typeface="Calibri" panose="020F0502020204030204" pitchFamily="34" charset="0"/>
                <a:cs typeface="Calibri" panose="020F0502020204030204" pitchFamily="34" charset="0"/>
              </a:rPr>
              <a:t> nature of MPJN contracts and detailed price breakup schedule of various components.</a:t>
            </a:r>
          </a:p>
        </p:txBody>
      </p:sp>
      <p:graphicFrame>
        <p:nvGraphicFramePr>
          <p:cNvPr id="13" name="Table 12">
            <a:extLst>
              <a:ext uri="{FF2B5EF4-FFF2-40B4-BE49-F238E27FC236}">
                <a16:creationId xmlns="" xmlns:a16="http://schemas.microsoft.com/office/drawing/2014/main" id="{6DDC5849-8AB3-1AB2-F8FC-6FB79CABD5FF}"/>
              </a:ext>
            </a:extLst>
          </p:cNvPr>
          <p:cNvGraphicFramePr>
            <a:graphicFrameLocks noGrp="1"/>
          </p:cNvGraphicFramePr>
          <p:nvPr/>
        </p:nvGraphicFramePr>
        <p:xfrm>
          <a:off x="6194353" y="3943259"/>
          <a:ext cx="5812969" cy="2418938"/>
        </p:xfrm>
        <a:graphic>
          <a:graphicData uri="http://schemas.openxmlformats.org/drawingml/2006/table">
            <a:tbl>
              <a:tblPr firstRow="1" bandRow="1">
                <a:tableStyleId>{5C22544A-7EE6-4342-B048-85BDC9FD1C3A}</a:tableStyleId>
              </a:tblPr>
              <a:tblGrid>
                <a:gridCol w="598333">
                  <a:extLst>
                    <a:ext uri="{9D8B030D-6E8A-4147-A177-3AD203B41FA5}">
                      <a16:colId xmlns="" xmlns:a16="http://schemas.microsoft.com/office/drawing/2014/main" val="1676267556"/>
                    </a:ext>
                  </a:extLst>
                </a:gridCol>
                <a:gridCol w="1948543">
                  <a:extLst>
                    <a:ext uri="{9D8B030D-6E8A-4147-A177-3AD203B41FA5}">
                      <a16:colId xmlns="" xmlns:a16="http://schemas.microsoft.com/office/drawing/2014/main" val="897942744"/>
                    </a:ext>
                  </a:extLst>
                </a:gridCol>
                <a:gridCol w="3266093">
                  <a:extLst>
                    <a:ext uri="{9D8B030D-6E8A-4147-A177-3AD203B41FA5}">
                      <a16:colId xmlns="" xmlns:a16="http://schemas.microsoft.com/office/drawing/2014/main" val="2281578691"/>
                    </a:ext>
                  </a:extLst>
                </a:gridCol>
              </a:tblGrid>
              <a:tr h="394067">
                <a:tc>
                  <a:txBody>
                    <a:bodyPr/>
                    <a:lstStyle/>
                    <a:p>
                      <a:pPr algn="ctr"/>
                      <a:r>
                        <a:rPr lang="en-US"/>
                        <a:t>S. No.</a:t>
                      </a:r>
                      <a:endParaRPr lang="en-IN"/>
                    </a:p>
                  </a:txBody>
                  <a:tcPr marL="0" marR="0" marT="0" marB="0"/>
                </a:tc>
                <a:tc>
                  <a:txBody>
                    <a:bodyPr/>
                    <a:lstStyle/>
                    <a:p>
                      <a:pPr algn="ctr"/>
                      <a:r>
                        <a:rPr lang="en-US"/>
                        <a:t>Modules</a:t>
                      </a:r>
                      <a:endParaRPr lang="en-IN"/>
                    </a:p>
                  </a:txBody>
                  <a:tcPr marL="0" marR="0" marT="0" marB="0"/>
                </a:tc>
                <a:tc>
                  <a:txBody>
                    <a:bodyPr/>
                    <a:lstStyle/>
                    <a:p>
                      <a:pPr algn="ctr"/>
                      <a:r>
                        <a:rPr lang="en-US"/>
                        <a:t>Description</a:t>
                      </a:r>
                      <a:endParaRPr lang="en-IN"/>
                    </a:p>
                  </a:txBody>
                  <a:tcPr marL="0" marR="0" marT="0" marB="0"/>
                </a:tc>
                <a:extLst>
                  <a:ext uri="{0D108BD9-81ED-4DB2-BD59-A6C34878D82A}">
                    <a16:rowId xmlns="" xmlns:a16="http://schemas.microsoft.com/office/drawing/2014/main" val="3432093687"/>
                  </a:ext>
                </a:extLst>
              </a:tr>
              <a:tr h="927591">
                <a:tc>
                  <a:txBody>
                    <a:bodyPr/>
                    <a:lstStyle/>
                    <a:p>
                      <a:pPr marL="0" indent="0" algn="ctr">
                        <a:buFont typeface="+mj-lt"/>
                        <a:buNone/>
                      </a:pPr>
                      <a:r>
                        <a:rPr lang="en-US"/>
                        <a:t>1. </a:t>
                      </a:r>
                      <a:endParaRPr lang="en-IN"/>
                    </a:p>
                  </a:txBody>
                  <a:tcPr marL="0" marR="0" marT="0" marB="0" anchor="ctr"/>
                </a:tc>
                <a:tc>
                  <a:txBody>
                    <a:bodyPr/>
                    <a:lstStyle/>
                    <a:p>
                      <a:pPr algn="ctr"/>
                      <a:r>
                        <a:rPr lang="en-US"/>
                        <a:t>ePRAMAN and Billing</a:t>
                      </a:r>
                      <a:endParaRPr lang="en-IN"/>
                    </a:p>
                  </a:txBody>
                  <a:tcPr marL="0" marR="0" marT="0" marB="0" anchor="ctr"/>
                </a:tc>
                <a:tc>
                  <a:txBody>
                    <a:bodyPr/>
                    <a:lstStyle/>
                    <a:p>
                      <a:r>
                        <a:rPr lang="en-US"/>
                        <a:t>To capture the measurements electronically and keep track record of the running bills as the work progresses.</a:t>
                      </a:r>
                      <a:endParaRPr lang="en-IN"/>
                    </a:p>
                  </a:txBody>
                  <a:tcPr marL="0" marR="0" marT="0" marB="0"/>
                </a:tc>
                <a:extLst>
                  <a:ext uri="{0D108BD9-81ED-4DB2-BD59-A6C34878D82A}">
                    <a16:rowId xmlns="" xmlns:a16="http://schemas.microsoft.com/office/drawing/2014/main" val="1709584556"/>
                  </a:ext>
                </a:extLst>
              </a:tr>
              <a:tr h="927591">
                <a:tc>
                  <a:txBody>
                    <a:bodyPr/>
                    <a:lstStyle/>
                    <a:p>
                      <a:pPr algn="ctr"/>
                      <a:r>
                        <a:rPr lang="en-US"/>
                        <a:t>2.</a:t>
                      </a:r>
                      <a:endParaRPr lang="en-IN"/>
                    </a:p>
                  </a:txBody>
                  <a:tcPr marL="0" marR="0" marT="0" marB="0" anchor="ctr"/>
                </a:tc>
                <a:tc>
                  <a:txBody>
                    <a:bodyPr/>
                    <a:lstStyle/>
                    <a:p>
                      <a:pPr algn="ctr"/>
                      <a:r>
                        <a:rPr lang="en-US"/>
                        <a:t>Documentation</a:t>
                      </a:r>
                      <a:endParaRPr lang="en-IN"/>
                    </a:p>
                  </a:txBody>
                  <a:tcPr marL="0" marR="0" marT="0" marB="0" anchor="ctr"/>
                </a:tc>
                <a:tc>
                  <a:txBody>
                    <a:bodyPr/>
                    <a:lstStyle/>
                    <a:p>
                      <a:r>
                        <a:rPr lang="en-US"/>
                        <a:t>To keep the record of all the relevant documents by uploading with respect to the work.</a:t>
                      </a:r>
                      <a:endParaRPr lang="en-IN"/>
                    </a:p>
                  </a:txBody>
                  <a:tcPr marL="0" marR="0" marT="0" marB="0"/>
                </a:tc>
                <a:extLst>
                  <a:ext uri="{0D108BD9-81ED-4DB2-BD59-A6C34878D82A}">
                    <a16:rowId xmlns="" xmlns:a16="http://schemas.microsoft.com/office/drawing/2014/main" val="3847156415"/>
                  </a:ext>
                </a:extLst>
              </a:tr>
            </a:tbl>
          </a:graphicData>
        </a:graphic>
      </p:graphicFrame>
      <p:pic>
        <p:nvPicPr>
          <p:cNvPr id="15" name="Picture 14">
            <a:extLst>
              <a:ext uri="{FF2B5EF4-FFF2-40B4-BE49-F238E27FC236}">
                <a16:creationId xmlns="" xmlns:a16="http://schemas.microsoft.com/office/drawing/2014/main" id="{733C34F8-6E67-091D-241C-B64A7C1783BC}"/>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6228316" y="804403"/>
            <a:ext cx="5784017" cy="262459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35472965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 xmlns:a16="http://schemas.microsoft.com/office/drawing/2014/main" id="{D7BA832C-DBD4-4EC7-B16B-74D1777B7A97}"/>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err="1">
                <a:latin typeface="+mn-lt"/>
              </a:rPr>
              <a:t>Dhara</a:t>
            </a:r>
            <a:r>
              <a:rPr lang="en-IN" sz="3200" b="1" dirty="0">
                <a:latin typeface="+mn-lt"/>
              </a:rPr>
              <a:t> </a:t>
            </a:r>
            <a:r>
              <a:rPr lang="en-IN" sz="3200" b="1" dirty="0" smtClean="0">
                <a:latin typeface="+mn-lt"/>
              </a:rPr>
              <a:t>Module – </a:t>
            </a:r>
            <a:r>
              <a:rPr lang="en-IN" sz="3200" b="1" dirty="0" smtClean="0">
                <a:solidFill>
                  <a:srgbClr val="FF0000"/>
                </a:solidFill>
                <a:latin typeface="+mn-lt"/>
              </a:rPr>
              <a:t>Water Supply Quantity Monitoring</a:t>
            </a:r>
            <a:endParaRPr lang="en-IN" sz="3200" b="1" dirty="0">
              <a:solidFill>
                <a:srgbClr val="FF0000"/>
              </a:solidFill>
              <a:latin typeface="+mn-lt"/>
            </a:endParaRPr>
          </a:p>
        </p:txBody>
      </p:sp>
      <p:sp>
        <p:nvSpPr>
          <p:cNvPr id="7" name="Rectangle 4">
            <a:extLst>
              <a:ext uri="{FF2B5EF4-FFF2-40B4-BE49-F238E27FC236}">
                <a16:creationId xmlns="" xmlns:a16="http://schemas.microsoft.com/office/drawing/2014/main" id="{CDFBF221-21DF-14F3-EBFF-82D00BC693E4}"/>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Content Placeholder 6">
            <a:extLst>
              <a:ext uri="{FF2B5EF4-FFF2-40B4-BE49-F238E27FC236}">
                <a16:creationId xmlns="" xmlns:a16="http://schemas.microsoft.com/office/drawing/2014/main" id="{57F49124-2A85-8996-2431-86291ACDC9F7}"/>
              </a:ext>
            </a:extLst>
          </p:cNvPr>
          <p:cNvSpPr>
            <a:spLocks noGrp="1"/>
          </p:cNvSpPr>
          <p:nvPr>
            <p:ph idx="1"/>
          </p:nvPr>
        </p:nvSpPr>
        <p:spPr>
          <a:xfrm>
            <a:off x="463501" y="3768634"/>
            <a:ext cx="11067537" cy="2822666"/>
          </a:xfrm>
        </p:spPr>
        <p:txBody>
          <a:bodyPr anchor="t">
            <a:noAutofit/>
          </a:bodyPr>
          <a:lstStyle/>
          <a:p>
            <a:pPr marL="285750" indent="-285750">
              <a:spcAft>
                <a:spcPts val="600"/>
              </a:spcAft>
              <a:buFont typeface="Arial" panose="020B0604020202020204" pitchFamily="34" charset="0"/>
              <a:buChar char="•"/>
            </a:pPr>
            <a:r>
              <a:rPr lang="en-IN" sz="2000" b="1"/>
              <a:t>Dhara module</a:t>
            </a:r>
            <a:r>
              <a:rPr lang="en-IN" sz="2000"/>
              <a:t> is a crucial component for maintaining and monitoring detailed volumetric data for all water supply schemes.</a:t>
            </a:r>
          </a:p>
          <a:p>
            <a:pPr marL="285750" indent="-285750">
              <a:spcAft>
                <a:spcPts val="600"/>
              </a:spcAft>
            </a:pPr>
            <a:r>
              <a:rPr lang="en-IN" sz="2000"/>
              <a:t>Daily Water Supply Report (DWSR) is the crucial output from this module on a daily basis.</a:t>
            </a:r>
          </a:p>
          <a:p>
            <a:pPr marL="285750" indent="-285750">
              <a:spcAft>
                <a:spcPts val="600"/>
              </a:spcAft>
              <a:buFont typeface="Arial" panose="020B0604020202020204" pitchFamily="34" charset="0"/>
              <a:buChar char="•"/>
            </a:pPr>
            <a:r>
              <a:rPr lang="en-IN" sz="2000"/>
              <a:t>Collected data is then utilized in the Panchayat Darpan Portal to generate and issue bulk water charges bills to the GPs.</a:t>
            </a:r>
          </a:p>
          <a:p>
            <a:pPr marL="285750" indent="-285750">
              <a:spcAft>
                <a:spcPts val="600"/>
              </a:spcAft>
              <a:buFont typeface="Arial" panose="020B0604020202020204" pitchFamily="34" charset="0"/>
              <a:buChar char="•"/>
            </a:pPr>
            <a:r>
              <a:rPr lang="en-IN" sz="2000"/>
              <a:t>Ensures accurate billing and transparent access to overall water usage information for the contractors as well as users (Gram Panchayats)</a:t>
            </a:r>
          </a:p>
        </p:txBody>
      </p:sp>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31520" y="584775"/>
            <a:ext cx="5501640" cy="2936113"/>
          </a:xfrm>
          <a:prstGeom prst="rect">
            <a:avLst/>
          </a:prstGeom>
        </p:spPr>
      </p:pic>
      <p:pic>
        <p:nvPicPr>
          <p:cNvPr id="3" name="Picture 2"/>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409739" y="717649"/>
            <a:ext cx="5040581" cy="2803240"/>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396223128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 xmlns:a16="http://schemas.microsoft.com/office/drawing/2014/main"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17</a:t>
            </a:fld>
            <a:endParaRPr lang="en-US"/>
          </a:p>
        </p:txBody>
      </p:sp>
      <p:pic>
        <p:nvPicPr>
          <p:cNvPr id="3" name="Picture 2" descr="A screenshot of a cell phone&#10;&#10;AI-generated content may be incorrect.">
            <a:extLst>
              <a:ext uri="{FF2B5EF4-FFF2-40B4-BE49-F238E27FC236}">
                <a16:creationId xmlns="" xmlns:a16="http://schemas.microsoft.com/office/drawing/2014/main" id="{ACD6450F-FBFF-5AD8-FFFA-BD4810ABF9EC}"/>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30480" y="868680"/>
            <a:ext cx="3086100" cy="5989320"/>
          </a:xfrm>
          <a:prstGeom prst="rect">
            <a:avLst/>
          </a:prstGeom>
          <a:ln>
            <a:solidFill>
              <a:schemeClr val="tx1"/>
            </a:solidFill>
          </a:ln>
        </p:spPr>
      </p:pic>
      <p:pic>
        <p:nvPicPr>
          <p:cNvPr id="8" name="Picture 7" descr="A screenshot of a phone&#10;&#10;AI-generated content may be incorrect.">
            <a:extLst>
              <a:ext uri="{FF2B5EF4-FFF2-40B4-BE49-F238E27FC236}">
                <a16:creationId xmlns="" xmlns:a16="http://schemas.microsoft.com/office/drawing/2014/main" id="{86600FB5-E81C-0D25-ED00-FB4BCD2D83A9}"/>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3185160" y="868680"/>
            <a:ext cx="3086100" cy="5989320"/>
          </a:xfrm>
          <a:prstGeom prst="rect">
            <a:avLst/>
          </a:prstGeom>
          <a:ln>
            <a:solidFill>
              <a:schemeClr val="tx1"/>
            </a:solidFill>
          </a:ln>
        </p:spPr>
      </p:pic>
      <p:pic>
        <p:nvPicPr>
          <p:cNvPr id="10" name="Picture 9">
            <a:extLst>
              <a:ext uri="{FF2B5EF4-FFF2-40B4-BE49-F238E27FC236}">
                <a16:creationId xmlns="" xmlns:a16="http://schemas.microsoft.com/office/drawing/2014/main" id="{C172DDE3-C591-A9AC-6402-E1DE57091CA5}"/>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6339840" y="868680"/>
            <a:ext cx="2827020" cy="5989320"/>
          </a:xfrm>
          <a:prstGeom prst="rect">
            <a:avLst/>
          </a:prstGeom>
          <a:ln>
            <a:solidFill>
              <a:schemeClr val="tx1"/>
            </a:solidFill>
          </a:ln>
        </p:spPr>
      </p:pic>
      <p:pic>
        <p:nvPicPr>
          <p:cNvPr id="13" name="Picture 12">
            <a:extLst>
              <a:ext uri="{FF2B5EF4-FFF2-40B4-BE49-F238E27FC236}">
                <a16:creationId xmlns="" xmlns:a16="http://schemas.microsoft.com/office/drawing/2014/main" id="{63383E4D-ED0A-B281-901F-A329582F9B75}"/>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9235440" y="868044"/>
            <a:ext cx="2941320" cy="5989320"/>
          </a:xfrm>
          <a:prstGeom prst="rect">
            <a:avLst/>
          </a:prstGeom>
          <a:ln>
            <a:solidFill>
              <a:schemeClr val="tx1"/>
            </a:solidFill>
          </a:ln>
        </p:spPr>
      </p:pic>
      <p:sp>
        <p:nvSpPr>
          <p:cNvPr id="2" name="Rectangle 5">
            <a:extLst>
              <a:ext uri="{FF2B5EF4-FFF2-40B4-BE49-F238E27FC236}">
                <a16:creationId xmlns="" xmlns:a16="http://schemas.microsoft.com/office/drawing/2014/main" id="{D8581523-4FC0-E4B9-8F76-517AE4F735AE}"/>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err="1"/>
              <a:t>Dhara</a:t>
            </a:r>
            <a:r>
              <a:rPr lang="en-IN" sz="3200" b="1" dirty="0"/>
              <a:t> Module – </a:t>
            </a:r>
            <a:r>
              <a:rPr lang="en-IN" sz="3200" b="1" dirty="0">
                <a:solidFill>
                  <a:srgbClr val="FF0000"/>
                </a:solidFill>
              </a:rPr>
              <a:t>Water Supply Quantity Monitoring</a:t>
            </a:r>
          </a:p>
        </p:txBody>
      </p:sp>
    </p:spTree>
    <p:extLst>
      <p:ext uri="{BB962C8B-B14F-4D97-AF65-F5344CB8AC3E}">
        <p14:creationId xmlns:p14="http://schemas.microsoft.com/office/powerpoint/2010/main" val="396187049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0F202A4-F39A-9F73-6D04-558588DDE019}"/>
            </a:ext>
          </a:extLst>
        </p:cNvPr>
        <p:cNvGrpSpPr/>
        <p:nvPr/>
      </p:nvGrpSpPr>
      <p:grpSpPr>
        <a:xfrm>
          <a:off x="0" y="0"/>
          <a:ext cx="0" cy="0"/>
          <a:chOff x="0" y="0"/>
          <a:chExt cx="0" cy="0"/>
        </a:xfrm>
      </p:grpSpPr>
      <p:sp>
        <p:nvSpPr>
          <p:cNvPr id="4" name="Slide Number Placeholder 3">
            <a:extLst>
              <a:ext uri="{FF2B5EF4-FFF2-40B4-BE49-F238E27FC236}">
                <a16:creationId xmlns="" xmlns:a16="http://schemas.microsoft.com/office/drawing/2014/main" id="{6332CBCC-447B-9C0C-E0F4-5885FDD4D7B6}"/>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18</a:t>
            </a:fld>
            <a:endParaRPr lang="en-US"/>
          </a:p>
        </p:txBody>
      </p:sp>
      <p:pic>
        <p:nvPicPr>
          <p:cNvPr id="6" name="Picture 5" descr="A screenshot of a phone&#10;&#10;AI-generated content may be incorrect.">
            <a:extLst>
              <a:ext uri="{FF2B5EF4-FFF2-40B4-BE49-F238E27FC236}">
                <a16:creationId xmlns="" xmlns:a16="http://schemas.microsoft.com/office/drawing/2014/main" id="{17A2ED3B-CC6F-C23F-87E5-36FAD15CCC48}"/>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952500" y="914400"/>
            <a:ext cx="4137660" cy="5943600"/>
          </a:xfrm>
          <a:prstGeom prst="rect">
            <a:avLst/>
          </a:prstGeom>
        </p:spPr>
      </p:pic>
      <p:pic>
        <p:nvPicPr>
          <p:cNvPr id="2" name="Picture 1" descr="A screenshot of a phone&#10;&#10;AI-generated content may be incorrect.">
            <a:extLst>
              <a:ext uri="{FF2B5EF4-FFF2-40B4-BE49-F238E27FC236}">
                <a16:creationId xmlns="" xmlns:a16="http://schemas.microsoft.com/office/drawing/2014/main" id="{10DDE262-ACEC-397E-3BCC-5D67F1A436EB}"/>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6263640" y="914400"/>
            <a:ext cx="4975860" cy="5760402"/>
          </a:xfrm>
          <a:prstGeom prst="rect">
            <a:avLst/>
          </a:prstGeom>
        </p:spPr>
      </p:pic>
      <p:sp>
        <p:nvSpPr>
          <p:cNvPr id="3" name="Rectangle 5">
            <a:extLst>
              <a:ext uri="{FF2B5EF4-FFF2-40B4-BE49-F238E27FC236}">
                <a16:creationId xmlns="" xmlns:a16="http://schemas.microsoft.com/office/drawing/2014/main" id="{DF41A3D2-2D6D-2228-3B5F-5916F96C8058}"/>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err="1"/>
              <a:t>Dhara</a:t>
            </a:r>
            <a:r>
              <a:rPr lang="en-IN" sz="3200" b="1" dirty="0"/>
              <a:t> Module – </a:t>
            </a:r>
            <a:r>
              <a:rPr lang="en-IN" sz="3200" b="1" dirty="0">
                <a:solidFill>
                  <a:srgbClr val="FF0000"/>
                </a:solidFill>
              </a:rPr>
              <a:t>Water Supply Quantity Monitoring</a:t>
            </a:r>
          </a:p>
        </p:txBody>
      </p:sp>
    </p:spTree>
    <p:extLst>
      <p:ext uri="{BB962C8B-B14F-4D97-AF65-F5344CB8AC3E}">
        <p14:creationId xmlns:p14="http://schemas.microsoft.com/office/powerpoint/2010/main" val="41579572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116408E-9ACF-7272-F1A9-8E1DDB127133}"/>
            </a:ext>
          </a:extLst>
        </p:cNvPr>
        <p:cNvGrpSpPr/>
        <p:nvPr/>
      </p:nvGrpSpPr>
      <p:grpSpPr>
        <a:xfrm>
          <a:off x="0" y="0"/>
          <a:ext cx="0" cy="0"/>
          <a:chOff x="0" y="0"/>
          <a:chExt cx="0" cy="0"/>
        </a:xfrm>
      </p:grpSpPr>
      <p:sp>
        <p:nvSpPr>
          <p:cNvPr id="3" name="Rectangle 5">
            <a:extLst>
              <a:ext uri="{FF2B5EF4-FFF2-40B4-BE49-F238E27FC236}">
                <a16:creationId xmlns="" xmlns:a16="http://schemas.microsoft.com/office/drawing/2014/main" id="{7F6D8666-5E28-6F6E-A0A4-30D2BD48C247}"/>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err="1"/>
              <a:t>Dhara</a:t>
            </a:r>
            <a:r>
              <a:rPr lang="en-IN" sz="3200" b="1" dirty="0"/>
              <a:t> Module – </a:t>
            </a:r>
            <a:r>
              <a:rPr lang="en-IN" sz="3200" b="1" dirty="0">
                <a:solidFill>
                  <a:srgbClr val="FF0000"/>
                </a:solidFill>
              </a:rPr>
              <a:t>Water Supply Quantity Monitoring</a:t>
            </a:r>
          </a:p>
        </p:txBody>
      </p:sp>
      <p:pic>
        <p:nvPicPr>
          <p:cNvPr id="6" name="Picture 5">
            <a:extLst>
              <a:ext uri="{FF2B5EF4-FFF2-40B4-BE49-F238E27FC236}">
                <a16:creationId xmlns="" xmlns:a16="http://schemas.microsoft.com/office/drawing/2014/main" id="{FB3E605B-F05A-C75E-2660-5D3E2461E831}"/>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62955" y="1114425"/>
            <a:ext cx="11868727" cy="4629150"/>
          </a:xfrm>
          <a:prstGeom prst="rect">
            <a:avLst/>
          </a:prstGeom>
        </p:spPr>
      </p:pic>
    </p:spTree>
    <p:extLst>
      <p:ext uri="{BB962C8B-B14F-4D97-AF65-F5344CB8AC3E}">
        <p14:creationId xmlns:p14="http://schemas.microsoft.com/office/powerpoint/2010/main" val="281222450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912268A-690C-CB94-0059-9EAFA80B624D}"/>
            </a:ext>
          </a:extLst>
        </p:cNvPr>
        <p:cNvGrpSpPr/>
        <p:nvPr/>
      </p:nvGrpSpPr>
      <p:grpSpPr>
        <a:xfrm>
          <a:off x="0" y="0"/>
          <a:ext cx="0" cy="0"/>
          <a:chOff x="0" y="0"/>
          <a:chExt cx="0" cy="0"/>
        </a:xfrm>
      </p:grpSpPr>
      <p:sp>
        <p:nvSpPr>
          <p:cNvPr id="5" name="Rectangle 5">
            <a:extLst>
              <a:ext uri="{FF2B5EF4-FFF2-40B4-BE49-F238E27FC236}">
                <a16:creationId xmlns="" xmlns:a16="http://schemas.microsoft.com/office/drawing/2014/main" id="{BB461C0D-3799-3025-28C5-0E18CC6BCDC5}"/>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US" sz="3200" b="1" dirty="0" err="1"/>
              <a:t>Nirmal</a:t>
            </a:r>
            <a:r>
              <a:rPr lang="en-US" sz="3200" b="1" dirty="0"/>
              <a:t> Module – </a:t>
            </a:r>
            <a:r>
              <a:rPr lang="en-US" sz="3200" b="1" dirty="0">
                <a:solidFill>
                  <a:srgbClr val="0071FE"/>
                </a:solidFill>
              </a:rPr>
              <a:t>Water Quality Monitoring</a:t>
            </a:r>
          </a:p>
        </p:txBody>
      </p:sp>
      <p:sp>
        <p:nvSpPr>
          <p:cNvPr id="7" name="Rectangle 4">
            <a:extLst>
              <a:ext uri="{FF2B5EF4-FFF2-40B4-BE49-F238E27FC236}">
                <a16:creationId xmlns="" xmlns:a16="http://schemas.microsoft.com/office/drawing/2014/main" id="{AEA1CBE9-24C5-134C-C46B-406A0BB3D6D6}"/>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 name="Picture 1" descr="A screenshot of a computer&#10;&#10;AI-generated content may be incorrect.">
            <a:extLst>
              <a:ext uri="{FF2B5EF4-FFF2-40B4-BE49-F238E27FC236}">
                <a16:creationId xmlns="" xmlns:a16="http://schemas.microsoft.com/office/drawing/2014/main" id="{2C21D03A-E506-EB19-EC2C-6B19E81683A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0543" y="2259294"/>
            <a:ext cx="5916776" cy="336290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2" descr="A screenshot of a computer">
            <a:extLst>
              <a:ext uri="{FF2B5EF4-FFF2-40B4-BE49-F238E27FC236}">
                <a16:creationId xmlns="" xmlns:a16="http://schemas.microsoft.com/office/drawing/2014/main" id="{CCCCDC0C-2CAC-9C10-4462-3DD9A372A7F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234701" y="2797521"/>
            <a:ext cx="5731510" cy="357950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TextBox 10">
            <a:extLst>
              <a:ext uri="{FF2B5EF4-FFF2-40B4-BE49-F238E27FC236}">
                <a16:creationId xmlns="" xmlns:a16="http://schemas.microsoft.com/office/drawing/2014/main" id="{56475AA6-EC3F-3A9D-8E61-00261CB46939}"/>
              </a:ext>
            </a:extLst>
          </p:cNvPr>
          <p:cNvSpPr txBox="1"/>
          <p:nvPr/>
        </p:nvSpPr>
        <p:spPr>
          <a:xfrm>
            <a:off x="791404" y="821870"/>
            <a:ext cx="11174807" cy="1200329"/>
          </a:xfrm>
          <a:prstGeom prst="rect">
            <a:avLst/>
          </a:prstGeom>
          <a:noFill/>
        </p:spPr>
        <p:txBody>
          <a:bodyPr wrap="square">
            <a:spAutoFit/>
          </a:bodyPr>
          <a:lstStyle/>
          <a:p>
            <a:pPr algn="just">
              <a:spcAft>
                <a:spcPts val="4800"/>
              </a:spcAft>
              <a:tabLst>
                <a:tab pos="1948180" algn="l"/>
                <a:tab pos="457200" algn="l"/>
              </a:tabLst>
            </a:pPr>
            <a:r>
              <a:rPr lang="en-US" sz="2400" b="1" dirty="0" err="1">
                <a:solidFill>
                  <a:srgbClr val="000000"/>
                </a:solidFill>
                <a:latin typeface="Calibri" panose="020F0502020204030204" pitchFamily="34" charset="0"/>
                <a:ea typeface="Calibri" panose="020F0502020204030204" pitchFamily="34" charset="0"/>
                <a:cs typeface="Calibri" panose="020F0502020204030204" pitchFamily="34" charset="0"/>
              </a:rPr>
              <a:t>Nirmal</a:t>
            </a:r>
            <a:r>
              <a:rPr lang="en-US" sz="24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24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IN" sz="2400" dirty="0" err="1">
                <a:solidFill>
                  <a:srgbClr val="000000"/>
                </a:solidFill>
                <a:latin typeface="Calibri" panose="020F0502020204030204" pitchFamily="34" charset="0"/>
                <a:ea typeface="Calibri" panose="020F0502020204030204" pitchFamily="34" charset="0"/>
                <a:cs typeface="Calibri" panose="020F0502020204030204" pitchFamily="34" charset="0"/>
              </a:rPr>
              <a:t>Nirmal</a:t>
            </a:r>
            <a:r>
              <a:rPr lang="en-IN" sz="2400" dirty="0">
                <a:solidFill>
                  <a:srgbClr val="000000"/>
                </a:solidFill>
                <a:latin typeface="Calibri" panose="020F0502020204030204" pitchFamily="34" charset="0"/>
                <a:ea typeface="Calibri" panose="020F0502020204030204" pitchFamily="34" charset="0"/>
                <a:cs typeface="Calibri" panose="020F0502020204030204" pitchFamily="34" charset="0"/>
              </a:rPr>
              <a:t> module is developed to assess and monitor the quality of water supplied by the schemes, to ensure that the water supplied meets various quality standards. Regular testing ensures drinking water supply as per BIS:10500 in the planning area.</a:t>
            </a:r>
            <a:endParaRPr lang="en-US" sz="2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00438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529DDE0-E861-EEAB-B078-B0A95B7363B6}"/>
            </a:ext>
          </a:extLst>
        </p:cNvPr>
        <p:cNvGrpSpPr/>
        <p:nvPr/>
      </p:nvGrpSpPr>
      <p:grpSpPr>
        <a:xfrm>
          <a:off x="0" y="0"/>
          <a:ext cx="0" cy="0"/>
          <a:chOff x="0" y="0"/>
          <a:chExt cx="0" cy="0"/>
        </a:xfrm>
      </p:grpSpPr>
      <p:sp>
        <p:nvSpPr>
          <p:cNvPr id="3" name="Rectangle 5">
            <a:extLst>
              <a:ext uri="{FF2B5EF4-FFF2-40B4-BE49-F238E27FC236}">
                <a16:creationId xmlns="" xmlns:a16="http://schemas.microsoft.com/office/drawing/2014/main" id="{4F22B07A-4A13-8C6B-E5E6-F006EBDC2402}"/>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US" sz="3200" b="1" dirty="0" err="1"/>
              <a:t>Nirmal</a:t>
            </a:r>
            <a:r>
              <a:rPr lang="en-US" sz="3200" b="1" dirty="0"/>
              <a:t> Module – </a:t>
            </a:r>
            <a:r>
              <a:rPr lang="en-US" sz="3200" b="1" dirty="0">
                <a:solidFill>
                  <a:srgbClr val="0071FE"/>
                </a:solidFill>
              </a:rPr>
              <a:t>Water Quality Monitoring</a:t>
            </a:r>
          </a:p>
        </p:txBody>
      </p:sp>
      <p:pic>
        <p:nvPicPr>
          <p:cNvPr id="2" name="Picture 1" descr="A screenshot of a cell phone&#10;&#10;AI-generated content may be incorrect.">
            <a:extLst>
              <a:ext uri="{FF2B5EF4-FFF2-40B4-BE49-F238E27FC236}">
                <a16:creationId xmlns="" xmlns:a16="http://schemas.microsoft.com/office/drawing/2014/main" id="{2F8BD460-041D-E191-6BE9-E6DB05324E38}"/>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84632" y="718624"/>
            <a:ext cx="2967584" cy="5900878"/>
          </a:xfrm>
          <a:prstGeom prst="rect">
            <a:avLst/>
          </a:prstGeom>
          <a:ln>
            <a:solidFill>
              <a:schemeClr val="tx1"/>
            </a:solidFill>
          </a:ln>
        </p:spPr>
      </p:pic>
      <p:pic>
        <p:nvPicPr>
          <p:cNvPr id="6" name="Picture 5" descr="A screenshot of a phone&#10;&#10;AI-generated content may be incorrect.">
            <a:extLst>
              <a:ext uri="{FF2B5EF4-FFF2-40B4-BE49-F238E27FC236}">
                <a16:creationId xmlns="" xmlns:a16="http://schemas.microsoft.com/office/drawing/2014/main" id="{A91FD4DC-5B2B-754C-0AD2-A2D5CCB93E61}"/>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3170732" y="718624"/>
            <a:ext cx="2967584" cy="5900878"/>
          </a:xfrm>
          <a:prstGeom prst="rect">
            <a:avLst/>
          </a:prstGeom>
          <a:ln>
            <a:solidFill>
              <a:schemeClr val="tx1"/>
            </a:solidFill>
          </a:ln>
        </p:spPr>
      </p:pic>
      <p:pic>
        <p:nvPicPr>
          <p:cNvPr id="7" name="Picture 6">
            <a:extLst>
              <a:ext uri="{FF2B5EF4-FFF2-40B4-BE49-F238E27FC236}">
                <a16:creationId xmlns="" xmlns:a16="http://schemas.microsoft.com/office/drawing/2014/main" id="{C95B179E-7A02-9ABB-5485-5B6ABDC0CF49}"/>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9224416" y="718624"/>
            <a:ext cx="2967584" cy="5900878"/>
          </a:xfrm>
          <a:prstGeom prst="rect">
            <a:avLst/>
          </a:prstGeom>
          <a:ln>
            <a:solidFill>
              <a:schemeClr val="tx1"/>
            </a:solidFill>
          </a:ln>
        </p:spPr>
      </p:pic>
      <p:pic>
        <p:nvPicPr>
          <p:cNvPr id="8" name="Picture 7" descr="A screenshot of a phone&#10;&#10;AI-generated content may be incorrect.">
            <a:extLst>
              <a:ext uri="{FF2B5EF4-FFF2-40B4-BE49-F238E27FC236}">
                <a16:creationId xmlns="" xmlns:a16="http://schemas.microsoft.com/office/drawing/2014/main" id="{907FD5DF-E14E-D05C-DDF6-518B6D26A248}"/>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6256832" y="718624"/>
            <a:ext cx="2849068" cy="5900878"/>
          </a:xfrm>
          <a:prstGeom prst="rect">
            <a:avLst/>
          </a:prstGeom>
          <a:ln>
            <a:solidFill>
              <a:schemeClr val="tx1"/>
            </a:solidFill>
          </a:ln>
        </p:spPr>
      </p:pic>
    </p:spTree>
    <p:extLst>
      <p:ext uri="{BB962C8B-B14F-4D97-AF65-F5344CB8AC3E}">
        <p14:creationId xmlns:p14="http://schemas.microsoft.com/office/powerpoint/2010/main" val="223184543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lastic container with liquid in it&#10;&#10;AI-generated content may be incorrect.">
            <a:extLst>
              <a:ext uri="{FF2B5EF4-FFF2-40B4-BE49-F238E27FC236}">
                <a16:creationId xmlns="" xmlns:a16="http://schemas.microsoft.com/office/drawing/2014/main" id="{15260898-ABD7-C91A-BBBB-F8F60A33258D}"/>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7816130" y="-2"/>
            <a:ext cx="4375870" cy="6858000"/>
          </a:xfrm>
          <a:custGeom>
            <a:avLst/>
            <a:gdLst/>
            <a:ahLst/>
            <a:cxnLst/>
            <a:rect l="l" t="t" r="r" b="b"/>
            <a:pathLst>
              <a:path w="4375870" h="6858000">
                <a:moveTo>
                  <a:pt x="4441" y="0"/>
                </a:moveTo>
                <a:lnTo>
                  <a:pt x="4375870" y="0"/>
                </a:lnTo>
                <a:lnTo>
                  <a:pt x="4375870" y="23"/>
                </a:lnTo>
                <a:lnTo>
                  <a:pt x="4375870" y="6858000"/>
                </a:lnTo>
                <a:lnTo>
                  <a:pt x="0" y="6858000"/>
                </a:lnTo>
                <a:lnTo>
                  <a:pt x="106674" y="6638378"/>
                </a:lnTo>
                <a:cubicBezTo>
                  <a:pt x="530028" y="5720938"/>
                  <a:pt x="777229" y="4614948"/>
                  <a:pt x="777229" y="3424428"/>
                </a:cubicBezTo>
                <a:cubicBezTo>
                  <a:pt x="777229" y="2233909"/>
                  <a:pt x="530028" y="1127919"/>
                  <a:pt x="106674" y="210478"/>
                </a:cubicBezTo>
                <a:close/>
              </a:path>
            </a:pathLst>
          </a:custGeom>
        </p:spPr>
      </p:pic>
      <p:pic>
        <p:nvPicPr>
          <p:cNvPr id="3" name="Picture 2" descr="A hand holding a beaker with water&#10;&#10;AI-generated content may be incorrect.">
            <a:extLst>
              <a:ext uri="{FF2B5EF4-FFF2-40B4-BE49-F238E27FC236}">
                <a16:creationId xmlns="" xmlns:a16="http://schemas.microsoft.com/office/drawing/2014/main" id="{A97080F9-03D6-DC0A-F843-BCA3C2923E7A}"/>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3595404" y="33"/>
            <a:ext cx="4942298" cy="6857999"/>
          </a:xfrm>
          <a:custGeom>
            <a:avLst/>
            <a:gdLst/>
            <a:ahLst/>
            <a:cxnLst/>
            <a:rect l="l" t="t" r="r" b="b"/>
            <a:pathLst>
              <a:path w="4942298" h="6857999">
                <a:moveTo>
                  <a:pt x="0" y="0"/>
                </a:moveTo>
                <a:lnTo>
                  <a:pt x="4164238" y="0"/>
                </a:lnTo>
                <a:lnTo>
                  <a:pt x="4271743" y="210478"/>
                </a:lnTo>
                <a:cubicBezTo>
                  <a:pt x="4695097" y="1127919"/>
                  <a:pt x="4942298" y="2233909"/>
                  <a:pt x="4942298" y="3424428"/>
                </a:cubicBezTo>
                <a:cubicBezTo>
                  <a:pt x="4942298" y="4614948"/>
                  <a:pt x="4695097" y="5720938"/>
                  <a:pt x="4271743" y="6638378"/>
                </a:cubicBezTo>
                <a:lnTo>
                  <a:pt x="4159568" y="6857999"/>
                </a:lnTo>
                <a:lnTo>
                  <a:pt x="49488" y="6857999"/>
                </a:lnTo>
                <a:lnTo>
                  <a:pt x="119616" y="6721637"/>
                </a:lnTo>
                <a:cubicBezTo>
                  <a:pt x="540124" y="5863919"/>
                  <a:pt x="796416" y="4724528"/>
                  <a:pt x="796416" y="3474162"/>
                </a:cubicBezTo>
                <a:cubicBezTo>
                  <a:pt x="796416" y="2140439"/>
                  <a:pt x="504812" y="932979"/>
                  <a:pt x="33352" y="58950"/>
                </a:cubicBezTo>
                <a:close/>
              </a:path>
            </a:pathLst>
          </a:custGeom>
        </p:spPr>
      </p:pic>
      <p:sp>
        <p:nvSpPr>
          <p:cNvPr id="7" name="Title 1">
            <a:extLst>
              <a:ext uri="{FF2B5EF4-FFF2-40B4-BE49-F238E27FC236}">
                <a16:creationId xmlns="" xmlns:a16="http://schemas.microsoft.com/office/drawing/2014/main" id="{4C0E957C-E754-7078-3472-3907866811A6}"/>
              </a:ext>
            </a:extLst>
          </p:cNvPr>
          <p:cNvSpPr txBox="1">
            <a:spLocks/>
          </p:cNvSpPr>
          <p:nvPr/>
        </p:nvSpPr>
        <p:spPr>
          <a:xfrm>
            <a:off x="438913" y="1511589"/>
            <a:ext cx="3430958" cy="2896432"/>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dirty="0"/>
              <a:t>Clear water Sample at WTP</a:t>
            </a:r>
          </a:p>
          <a:p>
            <a:pPr algn="l">
              <a:spcAft>
                <a:spcPts val="600"/>
              </a:spcAft>
            </a:pPr>
            <a:r>
              <a:rPr lang="en-US" sz="4000" dirty="0"/>
              <a:t>&amp;</a:t>
            </a:r>
          </a:p>
          <a:p>
            <a:pPr algn="l">
              <a:spcAft>
                <a:spcPts val="600"/>
              </a:spcAft>
            </a:pPr>
            <a:r>
              <a:rPr lang="en-US" sz="4000" dirty="0"/>
              <a:t> </a:t>
            </a:r>
            <a:r>
              <a:rPr lang="en-US" sz="4000" kern="1200" dirty="0">
                <a:solidFill>
                  <a:schemeClr val="tx1"/>
                </a:solidFill>
                <a:latin typeface="+mj-lt"/>
                <a:ea typeface="+mj-ea"/>
                <a:cs typeface="+mj-cs"/>
              </a:rPr>
              <a:t>Raw Water Sample at Inlet WTP</a:t>
            </a:r>
          </a:p>
        </p:txBody>
      </p:sp>
      <p:sp>
        <p:nvSpPr>
          <p:cNvPr id="6" name="Rectangle 5">
            <a:extLst>
              <a:ext uri="{FF2B5EF4-FFF2-40B4-BE49-F238E27FC236}">
                <a16:creationId xmlns="" xmlns:a16="http://schemas.microsoft.com/office/drawing/2014/main" id="{4F22B07A-4A13-8C6B-E5E6-F006EBDC2402}"/>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US" sz="3200" b="1" dirty="0" err="1"/>
              <a:t>Nirmal</a:t>
            </a:r>
            <a:r>
              <a:rPr lang="en-US" sz="3200" b="1" dirty="0"/>
              <a:t> Module – </a:t>
            </a:r>
            <a:r>
              <a:rPr lang="en-US" sz="3200" b="1" dirty="0">
                <a:solidFill>
                  <a:srgbClr val="0071FE"/>
                </a:solidFill>
              </a:rPr>
              <a:t>Water Quality Monitoring</a:t>
            </a:r>
          </a:p>
        </p:txBody>
      </p:sp>
    </p:spTree>
    <p:extLst>
      <p:ext uri="{BB962C8B-B14F-4D97-AF65-F5344CB8AC3E}">
        <p14:creationId xmlns:p14="http://schemas.microsoft.com/office/powerpoint/2010/main" val="103787146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B095079-6D73-2F86-7D7B-729CB90EF1F9}"/>
            </a:ext>
          </a:extLst>
        </p:cNvPr>
        <p:cNvGrpSpPr/>
        <p:nvPr/>
      </p:nvGrpSpPr>
      <p:grpSpPr>
        <a:xfrm>
          <a:off x="0" y="0"/>
          <a:ext cx="0" cy="0"/>
          <a:chOff x="0" y="0"/>
          <a:chExt cx="0" cy="0"/>
        </a:xfrm>
      </p:grpSpPr>
      <p:pic>
        <p:nvPicPr>
          <p:cNvPr id="4" name="Picture 3" descr="A person standing next to a bucket of water&#10;&#10;AI-generated content may be incorrect.">
            <a:extLst>
              <a:ext uri="{FF2B5EF4-FFF2-40B4-BE49-F238E27FC236}">
                <a16:creationId xmlns="" xmlns:a16="http://schemas.microsoft.com/office/drawing/2014/main" id="{775C0858-C24F-3832-BBD6-1FCA86E3FE54}"/>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7816130" y="-2"/>
            <a:ext cx="4375870" cy="6858000"/>
          </a:xfrm>
          <a:custGeom>
            <a:avLst/>
            <a:gdLst/>
            <a:ahLst/>
            <a:cxnLst/>
            <a:rect l="l" t="t" r="r" b="b"/>
            <a:pathLst>
              <a:path w="4375870" h="6858000">
                <a:moveTo>
                  <a:pt x="4441" y="0"/>
                </a:moveTo>
                <a:lnTo>
                  <a:pt x="4375870" y="0"/>
                </a:lnTo>
                <a:lnTo>
                  <a:pt x="4375870" y="23"/>
                </a:lnTo>
                <a:lnTo>
                  <a:pt x="4375870" y="6858000"/>
                </a:lnTo>
                <a:lnTo>
                  <a:pt x="0" y="6858000"/>
                </a:lnTo>
                <a:lnTo>
                  <a:pt x="106674" y="6638378"/>
                </a:lnTo>
                <a:cubicBezTo>
                  <a:pt x="530028" y="5720938"/>
                  <a:pt x="777229" y="4614948"/>
                  <a:pt x="777229" y="3424428"/>
                </a:cubicBezTo>
                <a:cubicBezTo>
                  <a:pt x="777229" y="2233909"/>
                  <a:pt x="530028" y="1127919"/>
                  <a:pt x="106674" y="210478"/>
                </a:cubicBezTo>
                <a:close/>
              </a:path>
            </a:pathLst>
          </a:custGeom>
        </p:spPr>
      </p:pic>
      <p:pic>
        <p:nvPicPr>
          <p:cNvPr id="8" name="Picture 7" descr="A person holding a glass&#10;&#10;AI-generated content may be incorrect.">
            <a:extLst>
              <a:ext uri="{FF2B5EF4-FFF2-40B4-BE49-F238E27FC236}">
                <a16:creationId xmlns="" xmlns:a16="http://schemas.microsoft.com/office/drawing/2014/main" id="{05CD95FB-4078-76BE-8C4C-90AA1744FB1F}"/>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3595404" y="33"/>
            <a:ext cx="4942298" cy="6857999"/>
          </a:xfrm>
          <a:custGeom>
            <a:avLst/>
            <a:gdLst/>
            <a:ahLst/>
            <a:cxnLst/>
            <a:rect l="l" t="t" r="r" b="b"/>
            <a:pathLst>
              <a:path w="4942298" h="6857999">
                <a:moveTo>
                  <a:pt x="0" y="0"/>
                </a:moveTo>
                <a:lnTo>
                  <a:pt x="4164238" y="0"/>
                </a:lnTo>
                <a:lnTo>
                  <a:pt x="4271743" y="210478"/>
                </a:lnTo>
                <a:cubicBezTo>
                  <a:pt x="4695097" y="1127919"/>
                  <a:pt x="4942298" y="2233909"/>
                  <a:pt x="4942298" y="3424428"/>
                </a:cubicBezTo>
                <a:cubicBezTo>
                  <a:pt x="4942298" y="4614948"/>
                  <a:pt x="4695097" y="5720938"/>
                  <a:pt x="4271743" y="6638378"/>
                </a:cubicBezTo>
                <a:lnTo>
                  <a:pt x="4159568" y="6857999"/>
                </a:lnTo>
                <a:lnTo>
                  <a:pt x="49488" y="6857999"/>
                </a:lnTo>
                <a:lnTo>
                  <a:pt x="119616" y="6721637"/>
                </a:lnTo>
                <a:cubicBezTo>
                  <a:pt x="540124" y="5863919"/>
                  <a:pt x="796416" y="4724528"/>
                  <a:pt x="796416" y="3474162"/>
                </a:cubicBezTo>
                <a:cubicBezTo>
                  <a:pt x="796416" y="2140439"/>
                  <a:pt x="504812" y="932979"/>
                  <a:pt x="33352" y="58950"/>
                </a:cubicBezTo>
                <a:close/>
              </a:path>
            </a:pathLst>
          </a:custGeom>
        </p:spPr>
      </p:pic>
      <p:sp>
        <p:nvSpPr>
          <p:cNvPr id="7" name="Title 1">
            <a:extLst>
              <a:ext uri="{FF2B5EF4-FFF2-40B4-BE49-F238E27FC236}">
                <a16:creationId xmlns="" xmlns:a16="http://schemas.microsoft.com/office/drawing/2014/main" id="{090FE99D-9368-324C-15EE-A7A073111F72}"/>
              </a:ext>
            </a:extLst>
          </p:cNvPr>
          <p:cNvSpPr txBox="1">
            <a:spLocks/>
          </p:cNvSpPr>
          <p:nvPr/>
        </p:nvSpPr>
        <p:spPr>
          <a:xfrm>
            <a:off x="438913" y="1511589"/>
            <a:ext cx="3430958" cy="28964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kern="1200" dirty="0">
                <a:solidFill>
                  <a:schemeClr val="tx1"/>
                </a:solidFill>
                <a:latin typeface="+mj-lt"/>
                <a:ea typeface="+mj-ea"/>
                <a:cs typeface="+mj-cs"/>
              </a:rPr>
              <a:t>Sample at OHT</a:t>
            </a:r>
          </a:p>
          <a:p>
            <a:pPr algn="l">
              <a:spcAft>
                <a:spcPts val="600"/>
              </a:spcAft>
            </a:pPr>
            <a:r>
              <a:rPr lang="en-US" sz="4000" dirty="0"/>
              <a:t>&amp; </a:t>
            </a:r>
          </a:p>
          <a:p>
            <a:pPr algn="l">
              <a:spcAft>
                <a:spcPts val="600"/>
              </a:spcAft>
            </a:pPr>
            <a:r>
              <a:rPr lang="en-US" sz="4000" kern="1200" dirty="0">
                <a:solidFill>
                  <a:schemeClr val="tx1"/>
                </a:solidFill>
                <a:latin typeface="+mj-lt"/>
                <a:ea typeface="+mj-ea"/>
                <a:cs typeface="+mj-cs"/>
              </a:rPr>
              <a:t>Beneficiary at Village</a:t>
            </a:r>
          </a:p>
        </p:txBody>
      </p:sp>
      <p:sp>
        <p:nvSpPr>
          <p:cNvPr id="5" name="Rectangle 5">
            <a:extLst>
              <a:ext uri="{FF2B5EF4-FFF2-40B4-BE49-F238E27FC236}">
                <a16:creationId xmlns="" xmlns:a16="http://schemas.microsoft.com/office/drawing/2014/main" id="{4F22B07A-4A13-8C6B-E5E6-F006EBDC2402}"/>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US" sz="3200" b="1" dirty="0" err="1"/>
              <a:t>Nirmal</a:t>
            </a:r>
            <a:r>
              <a:rPr lang="en-US" sz="3200" b="1" dirty="0"/>
              <a:t> Module – </a:t>
            </a:r>
            <a:r>
              <a:rPr lang="en-US" sz="3200" b="1" dirty="0">
                <a:solidFill>
                  <a:srgbClr val="0071FE"/>
                </a:solidFill>
              </a:rPr>
              <a:t>Water Quality Monitoring</a:t>
            </a:r>
          </a:p>
        </p:txBody>
      </p:sp>
    </p:spTree>
    <p:extLst>
      <p:ext uri="{BB962C8B-B14F-4D97-AF65-F5344CB8AC3E}">
        <p14:creationId xmlns:p14="http://schemas.microsoft.com/office/powerpoint/2010/main" val="72652097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529DDE0-E861-EEAB-B078-B0A95B7363B6}"/>
            </a:ext>
          </a:extLst>
        </p:cNvPr>
        <p:cNvGrpSpPr/>
        <p:nvPr/>
      </p:nvGrpSpPr>
      <p:grpSpPr>
        <a:xfrm>
          <a:off x="0" y="0"/>
          <a:ext cx="0" cy="0"/>
          <a:chOff x="0" y="0"/>
          <a:chExt cx="0" cy="0"/>
        </a:xfrm>
      </p:grpSpPr>
      <p:sp>
        <p:nvSpPr>
          <p:cNvPr id="3" name="Rectangle 5">
            <a:extLst>
              <a:ext uri="{FF2B5EF4-FFF2-40B4-BE49-F238E27FC236}">
                <a16:creationId xmlns="" xmlns:a16="http://schemas.microsoft.com/office/drawing/2014/main" id="{4F22B07A-4A13-8C6B-E5E6-F006EBDC2402}"/>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US" sz="3200" b="1" dirty="0" err="1"/>
              <a:t>Nirmal</a:t>
            </a:r>
            <a:r>
              <a:rPr lang="en-US" sz="3200" b="1" dirty="0"/>
              <a:t> Module – </a:t>
            </a:r>
            <a:r>
              <a:rPr lang="en-US" sz="3200" b="1" dirty="0">
                <a:solidFill>
                  <a:srgbClr val="0071FE"/>
                </a:solidFill>
              </a:rPr>
              <a:t>Water Quality Monitoring</a:t>
            </a:r>
          </a:p>
        </p:txBody>
      </p:sp>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27090" y="769256"/>
            <a:ext cx="4248796" cy="6066973"/>
          </a:xfrm>
          <a:prstGeom prst="rect">
            <a:avLst/>
          </a:prstGeom>
        </p:spPr>
      </p:pic>
      <p:pic>
        <p:nvPicPr>
          <p:cNvPr id="7" name="Picture 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912960" y="725715"/>
            <a:ext cx="3803914" cy="6066973"/>
          </a:xfrm>
          <a:prstGeom prst="rect">
            <a:avLst/>
          </a:prstGeom>
        </p:spPr>
      </p:pic>
      <p:pic>
        <p:nvPicPr>
          <p:cNvPr id="8" name="Picture 7"/>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8988" y="711198"/>
            <a:ext cx="3683756" cy="6066973"/>
          </a:xfrm>
          <a:prstGeom prst="rect">
            <a:avLst/>
          </a:prstGeom>
        </p:spPr>
      </p:pic>
    </p:spTree>
    <p:extLst>
      <p:ext uri="{BB962C8B-B14F-4D97-AF65-F5344CB8AC3E}">
        <p14:creationId xmlns:p14="http://schemas.microsoft.com/office/powerpoint/2010/main" val="281858035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529DDE0-E861-EEAB-B078-B0A95B7363B6}"/>
            </a:ext>
          </a:extLst>
        </p:cNvPr>
        <p:cNvGrpSpPr/>
        <p:nvPr/>
      </p:nvGrpSpPr>
      <p:grpSpPr>
        <a:xfrm>
          <a:off x="0" y="0"/>
          <a:ext cx="0" cy="0"/>
          <a:chOff x="0" y="0"/>
          <a:chExt cx="0" cy="0"/>
        </a:xfrm>
      </p:grpSpPr>
      <p:sp>
        <p:nvSpPr>
          <p:cNvPr id="3" name="Rectangle 5">
            <a:extLst>
              <a:ext uri="{FF2B5EF4-FFF2-40B4-BE49-F238E27FC236}">
                <a16:creationId xmlns="" xmlns:a16="http://schemas.microsoft.com/office/drawing/2014/main" id="{4F22B07A-4A13-8C6B-E5E6-F006EBDC2402}"/>
              </a:ext>
            </a:extLst>
          </p:cNvPr>
          <p:cNvSpPr>
            <a:spLocks noChangeArrowheads="1"/>
          </p:cNvSpPr>
          <p:nvPr/>
        </p:nvSpPr>
        <p:spPr bwMode="auto">
          <a:xfrm>
            <a:off x="0" y="0"/>
            <a:ext cx="12194639"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US" sz="3200" b="1" dirty="0" err="1"/>
              <a:t>Nirmal</a:t>
            </a:r>
            <a:r>
              <a:rPr lang="en-US" sz="3200" b="1" dirty="0"/>
              <a:t> Module – </a:t>
            </a:r>
            <a:r>
              <a:rPr lang="en-US" sz="3200" b="1" dirty="0">
                <a:solidFill>
                  <a:srgbClr val="0071FE"/>
                </a:solidFill>
              </a:rPr>
              <a:t>Water Quality Monitoring</a:t>
            </a:r>
          </a:p>
        </p:txBody>
      </p:sp>
      <p:pic>
        <p:nvPicPr>
          <p:cNvPr id="5" name="Picture 4" descr="A screenshot of a computer&#10;&#10;AI-generated content may be incorrect.">
            <a:extLst>
              <a:ext uri="{FF2B5EF4-FFF2-40B4-BE49-F238E27FC236}">
                <a16:creationId xmlns="" xmlns:a16="http://schemas.microsoft.com/office/drawing/2014/main" id="{A66CB164-EA72-BBCE-8B4A-793E1732DBC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90535" y="584775"/>
            <a:ext cx="12013948" cy="5932068"/>
          </a:xfrm>
          <a:prstGeom prst="rect">
            <a:avLst/>
          </a:prstGeom>
        </p:spPr>
      </p:pic>
    </p:spTree>
    <p:extLst>
      <p:ext uri="{BB962C8B-B14F-4D97-AF65-F5344CB8AC3E}">
        <p14:creationId xmlns:p14="http://schemas.microsoft.com/office/powerpoint/2010/main" val="188010698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D1BE55F-A444-036A-64F4-B321D247C9DF}"/>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5A7BEC66-B859-CA4C-8276-31EEE212F745}"/>
              </a:ext>
            </a:extLst>
          </p:cNvPr>
          <p:cNvSpPr>
            <a:spLocks noChangeArrowheads="1"/>
          </p:cNvSpPr>
          <p:nvPr/>
        </p:nvSpPr>
        <p:spPr bwMode="auto">
          <a:xfrm>
            <a:off x="0" y="0"/>
            <a:ext cx="12192000" cy="584775"/>
          </a:xfrm>
          <a:prstGeom prst="rect">
            <a:avLst/>
          </a:prstGeom>
          <a:solidFill>
            <a:srgbClr val="DAE3F3"/>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a:latin typeface="+mn-lt"/>
              </a:rPr>
              <a:t>Bharosa – Pre-dispatch material inspection by TPIA</a:t>
            </a:r>
          </a:p>
        </p:txBody>
      </p:sp>
      <p:sp>
        <p:nvSpPr>
          <p:cNvPr id="3" name="TextBox 1">
            <a:extLst>
              <a:ext uri="{FF2B5EF4-FFF2-40B4-BE49-F238E27FC236}">
                <a16:creationId xmlns="" xmlns:a16="http://schemas.microsoft.com/office/drawing/2014/main" id="{C95B2807-69D5-F81B-9269-C743D6D2C11E}"/>
              </a:ext>
            </a:extLst>
          </p:cNvPr>
          <p:cNvSpPr txBox="1">
            <a:spLocks noChangeArrowheads="1"/>
          </p:cNvSpPr>
          <p:nvPr/>
        </p:nvSpPr>
        <p:spPr bwMode="auto">
          <a:xfrm>
            <a:off x="339048" y="886490"/>
            <a:ext cx="11548152" cy="4212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800100" indent="-3429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indent="0" algn="just">
              <a:spcAft>
                <a:spcPts val="1200"/>
              </a:spcAft>
              <a:buNone/>
              <a:tabLst>
                <a:tab pos="1948180" algn="l"/>
                <a:tab pos="457200" algn="l"/>
              </a:tabLst>
            </a:pPr>
            <a:r>
              <a:rPr lang="en-IN" sz="2400" b="1">
                <a:solidFill>
                  <a:srgbClr val="000000"/>
                </a:solidFill>
                <a:effectLst/>
                <a:latin typeface="+mn-lt"/>
                <a:ea typeface="Calibri" panose="020F0502020204030204" pitchFamily="34" charset="0"/>
                <a:cs typeface="Calibri" panose="020F0502020204030204" pitchFamily="34" charset="0"/>
              </a:rPr>
              <a:t>“Bharosa”</a:t>
            </a:r>
            <a:r>
              <a:rPr lang="en-IN" sz="2400">
                <a:solidFill>
                  <a:srgbClr val="000000"/>
                </a:solidFill>
                <a:effectLst/>
                <a:latin typeface="+mn-lt"/>
                <a:ea typeface="Calibri" panose="020F0502020204030204" pitchFamily="34" charset="0"/>
                <a:cs typeface="Calibri" panose="020F0502020204030204" pitchFamily="34" charset="0"/>
              </a:rPr>
              <a:t> module to be developed</a:t>
            </a:r>
            <a:r>
              <a:rPr lang="en-US" sz="2400">
                <a:solidFill>
                  <a:srgbClr val="000000"/>
                </a:solidFill>
                <a:latin typeface="+mn-lt"/>
                <a:ea typeface="Calibri" panose="020F0502020204030204" pitchFamily="34" charset="0"/>
                <a:cs typeface="Calibri" panose="020F0502020204030204" pitchFamily="34" charset="0"/>
              </a:rPr>
              <a:t>:</a:t>
            </a:r>
            <a:endParaRPr lang="en-US" sz="2400">
              <a:solidFill>
                <a:srgbClr val="000000"/>
              </a:solidFill>
              <a:effectLst/>
              <a:latin typeface="+mn-lt"/>
              <a:ea typeface="Calibri" panose="020F0502020204030204" pitchFamily="34" charset="0"/>
              <a:cs typeface="Calibri" panose="020F0502020204030204" pitchFamily="34" charset="0"/>
            </a:endParaRPr>
          </a:p>
          <a:p>
            <a:pPr marL="285750" indent="-285750" algn="just">
              <a:spcAft>
                <a:spcPts val="1200"/>
              </a:spcAft>
              <a:buFont typeface="Arial" panose="020B0604020202020204" pitchFamily="34" charset="0"/>
              <a:buChar char="•"/>
              <a:tabLst>
                <a:tab pos="1948180" algn="l"/>
                <a:tab pos="457200" algn="l"/>
              </a:tabLst>
            </a:pPr>
            <a:r>
              <a:rPr lang="en-IN" sz="2400" b="1">
                <a:solidFill>
                  <a:srgbClr val="000000"/>
                </a:solidFill>
                <a:effectLst/>
                <a:latin typeface="+mn-lt"/>
                <a:ea typeface="Calibri" panose="020F0502020204030204" pitchFamily="34" charset="0"/>
                <a:cs typeface="Calibri" panose="020F0502020204030204" pitchFamily="34" charset="0"/>
              </a:rPr>
              <a:t>QAPs: </a:t>
            </a:r>
            <a:r>
              <a:rPr lang="en-IN" sz="2400">
                <a:solidFill>
                  <a:srgbClr val="000000"/>
                </a:solidFill>
                <a:effectLst/>
                <a:latin typeface="+mn-lt"/>
                <a:ea typeface="Calibri" panose="020F0502020204030204" pitchFamily="34" charset="0"/>
                <a:cs typeface="Calibri" panose="020F0502020204030204" pitchFamily="34" charset="0"/>
              </a:rPr>
              <a:t>Uploading approved Quality Assurance Plans (QAPs) for all material to be procured.</a:t>
            </a:r>
            <a:endParaRPr lang="en-IN" sz="2400" b="1">
              <a:solidFill>
                <a:srgbClr val="000000"/>
              </a:solidFill>
              <a:effectLst/>
              <a:latin typeface="+mn-lt"/>
              <a:ea typeface="Calibri" panose="020F0502020204030204" pitchFamily="34" charset="0"/>
              <a:cs typeface="Calibri" panose="020F0502020204030204" pitchFamily="34" charset="0"/>
            </a:endParaRPr>
          </a:p>
          <a:p>
            <a:pPr marL="285750" indent="-285750" algn="just">
              <a:spcAft>
                <a:spcPts val="1200"/>
              </a:spcAft>
              <a:buFont typeface="Arial" panose="020B0604020202020204" pitchFamily="34" charset="0"/>
              <a:buChar char="•"/>
              <a:tabLst>
                <a:tab pos="1948180" algn="l"/>
                <a:tab pos="457200" algn="l"/>
              </a:tabLst>
            </a:pPr>
            <a:r>
              <a:rPr lang="en-IN" sz="2400" b="1">
                <a:solidFill>
                  <a:srgbClr val="000000"/>
                </a:solidFill>
                <a:effectLst/>
                <a:latin typeface="+mn-lt"/>
                <a:ea typeface="Calibri" panose="020F0502020204030204" pitchFamily="34" charset="0"/>
                <a:cs typeface="Calibri" panose="020F0502020204030204" pitchFamily="34" charset="0"/>
              </a:rPr>
              <a:t>Material Testing Record Keeping:</a:t>
            </a:r>
            <a:r>
              <a:rPr lang="en-IN" sz="2400">
                <a:solidFill>
                  <a:srgbClr val="000000"/>
                </a:solidFill>
                <a:effectLst/>
                <a:latin typeface="+mn-lt"/>
                <a:ea typeface="Calibri" panose="020F0502020204030204" pitchFamily="34" charset="0"/>
                <a:cs typeface="Calibri" panose="020F0502020204030204" pitchFamily="34" charset="0"/>
              </a:rPr>
              <a:t> The module facilitates recording comprehensive pre-dispatch material testing details to ensure quality and compliance with standards.</a:t>
            </a:r>
            <a:endParaRPr lang="en-US" sz="2400">
              <a:solidFill>
                <a:srgbClr val="000000"/>
              </a:solidFill>
              <a:latin typeface="+mn-lt"/>
              <a:ea typeface="Calibri" panose="020F0502020204030204" pitchFamily="34" charset="0"/>
              <a:cs typeface="Calibri" panose="020F0502020204030204" pitchFamily="34" charset="0"/>
            </a:endParaRPr>
          </a:p>
          <a:p>
            <a:pPr marL="285750" indent="-285750" algn="just">
              <a:spcAft>
                <a:spcPts val="1200"/>
              </a:spcAft>
              <a:buFont typeface="Arial" panose="020B0604020202020204" pitchFamily="34" charset="0"/>
              <a:buChar char="•"/>
              <a:tabLst>
                <a:tab pos="1948180" algn="l"/>
                <a:tab pos="457200" algn="l"/>
              </a:tabLst>
            </a:pPr>
            <a:r>
              <a:rPr lang="en-IN" sz="2400" b="1">
                <a:solidFill>
                  <a:srgbClr val="000000"/>
                </a:solidFill>
                <a:effectLst/>
                <a:latin typeface="+mn-lt"/>
                <a:ea typeface="Calibri" panose="020F0502020204030204" pitchFamily="34" charset="0"/>
                <a:cs typeface="Calibri" panose="020F0502020204030204" pitchFamily="34" charset="0"/>
              </a:rPr>
              <a:t>Real-Time Updates:</a:t>
            </a:r>
            <a:r>
              <a:rPr lang="en-IN" sz="2400">
                <a:solidFill>
                  <a:srgbClr val="000000"/>
                </a:solidFill>
                <a:effectLst/>
                <a:latin typeface="+mn-lt"/>
                <a:ea typeface="Calibri" panose="020F0502020204030204" pitchFamily="34" charset="0"/>
                <a:cs typeface="Calibri" panose="020F0502020204030204" pitchFamily="34" charset="0"/>
              </a:rPr>
              <a:t> Provides real-time notifications and updates on testing results, enhancing transparency and decision-making.</a:t>
            </a:r>
          </a:p>
          <a:p>
            <a:pPr marL="285750" indent="-285750" algn="just">
              <a:spcAft>
                <a:spcPts val="1200"/>
              </a:spcAft>
              <a:buFont typeface="Arial" panose="020B0604020202020204" pitchFamily="34" charset="0"/>
              <a:buChar char="•"/>
              <a:tabLst>
                <a:tab pos="1948180" algn="l"/>
                <a:tab pos="457200" algn="l"/>
              </a:tabLst>
            </a:pPr>
            <a:r>
              <a:rPr lang="en-IN" sz="2400" b="1">
                <a:solidFill>
                  <a:srgbClr val="000000"/>
                </a:solidFill>
                <a:effectLst/>
                <a:latin typeface="+mn-lt"/>
                <a:ea typeface="Calibri" panose="020F0502020204030204" pitchFamily="34" charset="0"/>
                <a:cs typeface="Calibri" panose="020F0502020204030204" pitchFamily="34" charset="0"/>
              </a:rPr>
              <a:t>Streamlined Process:</a:t>
            </a:r>
            <a:r>
              <a:rPr lang="en-IN" sz="2400">
                <a:solidFill>
                  <a:srgbClr val="000000"/>
                </a:solidFill>
                <a:effectLst/>
                <a:latin typeface="+mn-lt"/>
                <a:ea typeface="Calibri" panose="020F0502020204030204" pitchFamily="34" charset="0"/>
                <a:cs typeface="Calibri" panose="020F0502020204030204" pitchFamily="34" charset="0"/>
              </a:rPr>
              <a:t> Integrates seamlessly with existing workflows, improving efficiency in the material dispatch process and reducing delays.</a:t>
            </a:r>
            <a:endParaRPr lang="en-US" sz="2400">
              <a:solidFill>
                <a:srgbClr val="000000"/>
              </a:solidFill>
              <a:effectLst/>
              <a:latin typeface="+mn-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8764609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erson pouring water into a bucket&#10;&#10;Description automatically generated with low confidence">
            <a:extLst>
              <a:ext uri="{FF2B5EF4-FFF2-40B4-BE49-F238E27FC236}">
                <a16:creationId xmlns="" xmlns:a16="http://schemas.microsoft.com/office/drawing/2014/main" id="{7CDD3BBE-6D9F-87D6-576F-CCE1B8C4D382}"/>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r="-4"/>
          <a:stretch/>
        </p:blipFill>
        <p:spPr>
          <a:xfrm>
            <a:off x="8274952" y="0"/>
            <a:ext cx="3913376" cy="3281569"/>
          </a:xfrm>
          <a:custGeom>
            <a:avLst/>
            <a:gdLst/>
            <a:ahLst/>
            <a:cxnLst/>
            <a:rect l="l" t="t" r="r" b="b"/>
            <a:pathLst>
              <a:path w="3913376" h="3281569">
                <a:moveTo>
                  <a:pt x="267865" y="0"/>
                </a:moveTo>
                <a:lnTo>
                  <a:pt x="3913376" y="0"/>
                </a:lnTo>
                <a:lnTo>
                  <a:pt x="3913376" y="2499938"/>
                </a:lnTo>
                <a:lnTo>
                  <a:pt x="3794714" y="2630499"/>
                </a:lnTo>
                <a:cubicBezTo>
                  <a:pt x="3392450" y="3032763"/>
                  <a:pt x="2836727" y="3281569"/>
                  <a:pt x="2222892" y="3281569"/>
                </a:cubicBezTo>
                <a:cubicBezTo>
                  <a:pt x="995223" y="3281569"/>
                  <a:pt x="0" y="2286346"/>
                  <a:pt x="0" y="1058677"/>
                </a:cubicBezTo>
                <a:cubicBezTo>
                  <a:pt x="0" y="751760"/>
                  <a:pt x="62202" y="459370"/>
                  <a:pt x="174686" y="193427"/>
                </a:cubicBezTo>
                <a:close/>
              </a:path>
            </a:pathLst>
          </a:custGeom>
        </p:spPr>
      </p:pic>
      <p:pic>
        <p:nvPicPr>
          <p:cNvPr id="6" name="Picture 5" descr="A picture containing ground, outdoor, tool&#10;&#10;Description automatically generated">
            <a:extLst>
              <a:ext uri="{FF2B5EF4-FFF2-40B4-BE49-F238E27FC236}">
                <a16:creationId xmlns="" xmlns:a16="http://schemas.microsoft.com/office/drawing/2014/main" id="{BBDC6E97-231D-C635-A4F1-66A7BA20DCC7}"/>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r="-2"/>
          <a:stretch/>
        </p:blipFill>
        <p:spPr>
          <a:xfrm>
            <a:off x="9009416" y="4131546"/>
            <a:ext cx="3178912" cy="2726454"/>
          </a:xfrm>
          <a:custGeom>
            <a:avLst/>
            <a:gdLst/>
            <a:ahLst/>
            <a:cxnLst/>
            <a:rect l="l" t="t" r="r" b="b"/>
            <a:pathLst>
              <a:path w="3178912" h="2726454">
                <a:moveTo>
                  <a:pt x="1837818" y="0"/>
                </a:moveTo>
                <a:cubicBezTo>
                  <a:pt x="2345318" y="0"/>
                  <a:pt x="2804772" y="205705"/>
                  <a:pt x="3137352" y="538285"/>
                </a:cubicBezTo>
                <a:lnTo>
                  <a:pt x="3178912" y="584013"/>
                </a:lnTo>
                <a:lnTo>
                  <a:pt x="3178912" y="2726454"/>
                </a:lnTo>
                <a:lnTo>
                  <a:pt x="229483" y="2726454"/>
                </a:lnTo>
                <a:lnTo>
                  <a:pt x="221815" y="2713832"/>
                </a:lnTo>
                <a:cubicBezTo>
                  <a:pt x="80353" y="2453425"/>
                  <a:pt x="0" y="2155005"/>
                  <a:pt x="0" y="1837818"/>
                </a:cubicBezTo>
                <a:cubicBezTo>
                  <a:pt x="0" y="822819"/>
                  <a:pt x="822819" y="0"/>
                  <a:pt x="1837818" y="0"/>
                </a:cubicBezTo>
                <a:close/>
              </a:path>
            </a:pathLst>
          </a:custGeom>
        </p:spPr>
      </p:pic>
      <p:sp>
        <p:nvSpPr>
          <p:cNvPr id="7" name="Rectangle 5">
            <a:extLst>
              <a:ext uri="{FF2B5EF4-FFF2-40B4-BE49-F238E27FC236}">
                <a16:creationId xmlns="" xmlns:a16="http://schemas.microsoft.com/office/drawing/2014/main" id="{70E3C360-BEE2-4808-3676-DCF2EFEBED1E}"/>
              </a:ext>
            </a:extLst>
          </p:cNvPr>
          <p:cNvSpPr>
            <a:spLocks noChangeArrowheads="1"/>
          </p:cNvSpPr>
          <p:nvPr/>
        </p:nvSpPr>
        <p:spPr bwMode="auto">
          <a:xfrm>
            <a:off x="812126" y="1114230"/>
            <a:ext cx="4509236" cy="1139139"/>
          </a:xfrm>
          <a:prstGeom prst="rect">
            <a:avLst/>
          </a:prstGeom>
        </p:spPr>
        <p:txBody>
          <a:bodyPr vert="horz" lIns="91440" tIns="45720" rIns="91440" bIns="45720" rtlCol="0" anchor="ctr">
            <a:norm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90000"/>
              </a:lnSpc>
              <a:spcBef>
                <a:spcPct val="0"/>
              </a:spcBef>
              <a:spcAft>
                <a:spcPts val="600"/>
              </a:spcAft>
              <a:buClrTx/>
              <a:buSzTx/>
              <a:buFontTx/>
              <a:buNone/>
              <a:tabLst/>
              <a:defRPr/>
            </a:pPr>
            <a:endParaRPr kumimoji="0" lang="en-US" sz="3600" b="1" i="0" u="none" strike="noStrike" kern="1200" cap="none" spc="0" normalizeH="0" baseline="0" noProof="0" dirty="0">
              <a:ln>
                <a:noFill/>
              </a:ln>
              <a:effectLst/>
              <a:uLnTx/>
              <a:uFillTx/>
              <a:latin typeface="Calibri Light"/>
              <a:ea typeface="+mn-ea"/>
              <a:cs typeface="Arial" panose="020B0604020202020204" pitchFamily="34" charset="0"/>
            </a:endParaRPr>
          </a:p>
        </p:txBody>
      </p:sp>
      <p:pic>
        <p:nvPicPr>
          <p:cNvPr id="8" name="Picture 7" descr="A picture containing person&#10;&#10;Description automatically generated">
            <a:extLst>
              <a:ext uri="{FF2B5EF4-FFF2-40B4-BE49-F238E27FC236}">
                <a16:creationId xmlns="" xmlns:a16="http://schemas.microsoft.com/office/drawing/2014/main" id="{ED63FF0D-EB9F-7088-AE70-8CC43E56048B}"/>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4544429" y="160534"/>
            <a:ext cx="2363682" cy="2363682"/>
          </a:xfrm>
          <a:custGeom>
            <a:avLst/>
            <a:gdLst/>
            <a:ahLst/>
            <a:cxnLst/>
            <a:rect l="l" t="t" r="r" b="b"/>
            <a:pathLst>
              <a:path w="1956816" h="1956816">
                <a:moveTo>
                  <a:pt x="978408" y="0"/>
                </a:moveTo>
                <a:cubicBezTo>
                  <a:pt x="1518768" y="0"/>
                  <a:pt x="1956816" y="438048"/>
                  <a:pt x="1956816" y="978408"/>
                </a:cubicBezTo>
                <a:cubicBezTo>
                  <a:pt x="1956816" y="1518768"/>
                  <a:pt x="1518768" y="1956816"/>
                  <a:pt x="978408" y="1956816"/>
                </a:cubicBezTo>
                <a:cubicBezTo>
                  <a:pt x="438048" y="1956816"/>
                  <a:pt x="0" y="1518768"/>
                  <a:pt x="0" y="978408"/>
                </a:cubicBezTo>
                <a:cubicBezTo>
                  <a:pt x="0" y="438048"/>
                  <a:pt x="438048" y="0"/>
                  <a:pt x="978408" y="0"/>
                </a:cubicBezTo>
                <a:close/>
              </a:path>
            </a:pathLst>
          </a:custGeom>
        </p:spPr>
      </p:pic>
      <p:pic>
        <p:nvPicPr>
          <p:cNvPr id="9" name="Picture 8" descr="A picture containing ground, person, outdoor&#10;&#10;Description automatically generated">
            <a:extLst>
              <a:ext uri="{FF2B5EF4-FFF2-40B4-BE49-F238E27FC236}">
                <a16:creationId xmlns="" xmlns:a16="http://schemas.microsoft.com/office/drawing/2014/main" id="{9934CD1A-B5B9-963E-9877-7AEE0F394654}"/>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839608" y="1342375"/>
            <a:ext cx="2632394" cy="2632394"/>
          </a:xfrm>
          <a:custGeom>
            <a:avLst/>
            <a:gdLst/>
            <a:ahLst/>
            <a:cxnLst/>
            <a:rect l="l" t="t" r="r" b="b"/>
            <a:pathLst>
              <a:path w="2834640" h="2834640">
                <a:moveTo>
                  <a:pt x="1417320" y="0"/>
                </a:moveTo>
                <a:cubicBezTo>
                  <a:pt x="2200084" y="0"/>
                  <a:pt x="2834640" y="634556"/>
                  <a:pt x="2834640" y="1417320"/>
                </a:cubicBezTo>
                <a:cubicBezTo>
                  <a:pt x="2834640" y="2200084"/>
                  <a:pt x="2200084" y="2834640"/>
                  <a:pt x="1417320" y="2834640"/>
                </a:cubicBezTo>
                <a:cubicBezTo>
                  <a:pt x="634556" y="2834640"/>
                  <a:pt x="0" y="2200084"/>
                  <a:pt x="0" y="1417320"/>
                </a:cubicBezTo>
                <a:cubicBezTo>
                  <a:pt x="0" y="634556"/>
                  <a:pt x="634556" y="0"/>
                  <a:pt x="1417320" y="0"/>
                </a:cubicBezTo>
                <a:close/>
              </a:path>
            </a:pathLst>
          </a:custGeom>
        </p:spPr>
      </p:pic>
      <p:pic>
        <p:nvPicPr>
          <p:cNvPr id="10" name="Picture 9" descr="A group of people standing outside&#10;&#10;Description automatically generated with medium confidence">
            <a:extLst>
              <a:ext uri="{FF2B5EF4-FFF2-40B4-BE49-F238E27FC236}">
                <a16:creationId xmlns="" xmlns:a16="http://schemas.microsoft.com/office/drawing/2014/main" id="{D134DF97-33EB-A37F-78AC-784EF31E56C9}"/>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1194777" y="4642538"/>
            <a:ext cx="3613640" cy="1910520"/>
          </a:xfrm>
          <a:custGeom>
            <a:avLst/>
            <a:gdLst/>
            <a:ahLst/>
            <a:cxnLst/>
            <a:rect l="l" t="t" r="r" b="b"/>
            <a:pathLst>
              <a:path w="3950208" h="2088462">
                <a:moveTo>
                  <a:pt x="1975104" y="0"/>
                </a:moveTo>
                <a:cubicBezTo>
                  <a:pt x="3065924" y="0"/>
                  <a:pt x="3950208" y="884284"/>
                  <a:pt x="3950208" y="1975104"/>
                </a:cubicBezTo>
                <a:lnTo>
                  <a:pt x="3944484" y="2088462"/>
                </a:lnTo>
                <a:lnTo>
                  <a:pt x="5724" y="2088462"/>
                </a:lnTo>
                <a:lnTo>
                  <a:pt x="0" y="1975104"/>
                </a:lnTo>
                <a:cubicBezTo>
                  <a:pt x="0" y="884284"/>
                  <a:pt x="884284" y="0"/>
                  <a:pt x="1975104" y="0"/>
                </a:cubicBezTo>
                <a:close/>
              </a:path>
            </a:pathLst>
          </a:custGeom>
        </p:spPr>
      </p:pic>
      <p:sp>
        <p:nvSpPr>
          <p:cNvPr id="13" name="TextBox 12">
            <a:extLst>
              <a:ext uri="{FF2B5EF4-FFF2-40B4-BE49-F238E27FC236}">
                <a16:creationId xmlns="" xmlns:a16="http://schemas.microsoft.com/office/drawing/2014/main" id="{BA3C0AF0-F4D2-A82B-0D07-64FCFD143364}"/>
              </a:ext>
            </a:extLst>
          </p:cNvPr>
          <p:cNvSpPr txBox="1"/>
          <p:nvPr/>
        </p:nvSpPr>
        <p:spPr>
          <a:xfrm>
            <a:off x="3827605" y="5839996"/>
            <a:ext cx="6096000" cy="646331"/>
          </a:xfrm>
          <a:prstGeom prst="rect">
            <a:avLst/>
          </a:prstGeom>
          <a:noFill/>
        </p:spPr>
        <p:txBody>
          <a:bodyPr wrap="square">
            <a:spAutoFit/>
          </a:bodyPr>
          <a:lstStyle/>
          <a:p>
            <a:pPr algn="ctr"/>
            <a:r>
              <a:rPr lang="hi-IN" b="1" dirty="0">
                <a:solidFill>
                  <a:srgbClr val="000099"/>
                </a:solidFill>
              </a:rPr>
              <a:t>जल जीवन </a:t>
            </a:r>
            <a:r>
              <a:rPr lang="hi-IN" b="1" dirty="0" smtClean="0">
                <a:solidFill>
                  <a:srgbClr val="000099"/>
                </a:solidFill>
              </a:rPr>
              <a:t>मिशन</a:t>
            </a:r>
            <a:r>
              <a:rPr lang="en-US" b="1" dirty="0" smtClean="0">
                <a:solidFill>
                  <a:srgbClr val="000099"/>
                </a:solidFill>
              </a:rPr>
              <a:t> </a:t>
            </a:r>
            <a:r>
              <a:rPr lang="hi-IN" b="1" dirty="0" smtClean="0">
                <a:solidFill>
                  <a:srgbClr val="000099"/>
                </a:solidFill>
              </a:rPr>
              <a:t>के </a:t>
            </a:r>
            <a:r>
              <a:rPr lang="hi-IN" b="1" dirty="0">
                <a:solidFill>
                  <a:srgbClr val="000099"/>
                </a:solidFill>
              </a:rPr>
              <a:t>जतन का फल।</a:t>
            </a:r>
          </a:p>
          <a:p>
            <a:pPr algn="ctr"/>
            <a:r>
              <a:rPr lang="hi-IN" b="1" dirty="0">
                <a:solidFill>
                  <a:srgbClr val="000099"/>
                </a:solidFill>
              </a:rPr>
              <a:t>घर-घर पहुँचे निर्मल जल।।</a:t>
            </a:r>
            <a:endParaRPr lang="en-IN" b="1" dirty="0">
              <a:solidFill>
                <a:srgbClr val="000099"/>
              </a:solidFill>
            </a:endParaRPr>
          </a:p>
        </p:txBody>
      </p:sp>
      <p:pic>
        <p:nvPicPr>
          <p:cNvPr id="11" name="Picture 10"/>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129678" y="2749942"/>
            <a:ext cx="3634729" cy="2049529"/>
          </a:xfrm>
          <a:prstGeom prst="rect">
            <a:avLst/>
          </a:prstGeom>
        </p:spPr>
      </p:pic>
    </p:spTree>
    <p:extLst>
      <p:ext uri="{BB962C8B-B14F-4D97-AF65-F5344CB8AC3E}">
        <p14:creationId xmlns:p14="http://schemas.microsoft.com/office/powerpoint/2010/main" val="204737878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D46C426-3FE7-D25A-6406-147CC0C0F485}"/>
            </a:ext>
          </a:extLst>
        </p:cNvPr>
        <p:cNvGrpSpPr/>
        <p:nvPr/>
      </p:nvGrpSpPr>
      <p:grpSpPr>
        <a:xfrm>
          <a:off x="0" y="0"/>
          <a:ext cx="0" cy="0"/>
          <a:chOff x="0" y="0"/>
          <a:chExt cx="0" cy="0"/>
        </a:xfrm>
      </p:grpSpPr>
      <p:sp>
        <p:nvSpPr>
          <p:cNvPr id="3" name="Rectangle 2">
            <a:extLst>
              <a:ext uri="{FF2B5EF4-FFF2-40B4-BE49-F238E27FC236}">
                <a16:creationId xmlns="" xmlns:a16="http://schemas.microsoft.com/office/drawing/2014/main" id="{69484DB3-10DC-D616-18B8-78D7CE58A677}"/>
              </a:ext>
            </a:extLst>
          </p:cNvPr>
          <p:cNvSpPr>
            <a:spLocks noChangeArrowheads="1"/>
          </p:cNvSpPr>
          <p:nvPr/>
        </p:nvSpPr>
        <p:spPr bwMode="auto">
          <a:xfrm>
            <a:off x="3709" y="0"/>
            <a:ext cx="12188291" cy="646331"/>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456971">
              <a:defRPr/>
            </a:pPr>
            <a:r>
              <a:rPr lang="en-IN" sz="3600" b="1">
                <a:solidFill>
                  <a:prstClr val="black"/>
                </a:solidFill>
                <a:latin typeface="Calibri" panose="020F0502020204030204" pitchFamily="34" charset="0"/>
                <a:ea typeface="Calibri" panose="020F0502020204030204" pitchFamily="34" charset="0"/>
                <a:cs typeface="Calibri" panose="020F0502020204030204" pitchFamily="34" charset="0"/>
              </a:rPr>
              <a:t>Progress since launch of Jal Jeevan Mission in Madhya Pradesh</a:t>
            </a:r>
          </a:p>
        </p:txBody>
      </p:sp>
      <p:pic>
        <p:nvPicPr>
          <p:cNvPr id="9" name="Picture 8">
            <a:extLst>
              <a:ext uri="{FF2B5EF4-FFF2-40B4-BE49-F238E27FC236}">
                <a16:creationId xmlns="" xmlns:a16="http://schemas.microsoft.com/office/drawing/2014/main" id="{E27627F6-73EF-5CE8-E978-BA616039F45D}"/>
              </a:ext>
            </a:extLst>
          </p:cNvPr>
          <p:cNvPicPr>
            <a:picLocks noChangeAspect="1"/>
          </p:cNvPicPr>
          <p:nvPr/>
        </p:nvPicPr>
        <p:blipFill>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68821" y="1335924"/>
            <a:ext cx="4093707" cy="3075373"/>
          </a:xfrm>
          <a:prstGeom prst="rect">
            <a:avLst/>
          </a:prstGeom>
        </p:spPr>
      </p:pic>
      <p:graphicFrame>
        <p:nvGraphicFramePr>
          <p:cNvPr id="12" name="Table 2132">
            <a:extLst>
              <a:ext uri="{FF2B5EF4-FFF2-40B4-BE49-F238E27FC236}">
                <a16:creationId xmlns="" xmlns:a16="http://schemas.microsoft.com/office/drawing/2014/main" id="{DDFC4C05-E00F-12F9-C84A-D0D4A8523912}"/>
              </a:ext>
            </a:extLst>
          </p:cNvPr>
          <p:cNvGraphicFramePr>
            <a:graphicFrameLocks noGrp="1"/>
          </p:cNvGraphicFramePr>
          <p:nvPr/>
        </p:nvGraphicFramePr>
        <p:xfrm>
          <a:off x="5221801" y="1149599"/>
          <a:ext cx="1301726" cy="1194300"/>
        </p:xfrm>
        <a:graphic>
          <a:graphicData uri="http://schemas.openxmlformats.org/drawingml/2006/table">
            <a:tbl>
              <a:tblPr firstRow="1" bandRow="1"/>
              <a:tblGrid>
                <a:gridCol w="299463">
                  <a:extLst>
                    <a:ext uri="{9D8B030D-6E8A-4147-A177-3AD203B41FA5}">
                      <a16:colId xmlns="" xmlns:a16="http://schemas.microsoft.com/office/drawing/2014/main" val="2658602175"/>
                    </a:ext>
                  </a:extLst>
                </a:gridCol>
                <a:gridCol w="1002263">
                  <a:extLst>
                    <a:ext uri="{9D8B030D-6E8A-4147-A177-3AD203B41FA5}">
                      <a16:colId xmlns="" xmlns:a16="http://schemas.microsoft.com/office/drawing/2014/main" val="4183103568"/>
                    </a:ext>
                  </a:extLst>
                </a:gridCol>
              </a:tblGrid>
              <a:tr h="360622">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endParaRPr lang="en-IN" sz="1000" b="1">
                        <a:solidFill>
                          <a:srgbClr val="224B70"/>
                        </a:solidFill>
                        <a:latin typeface="Arial" panose="020B0604020202020204" pitchFamily="34" charset="0"/>
                        <a:cs typeface="Arial" panose="020B0604020202020204" pitchFamily="34" charset="0"/>
                      </a:endParaRPr>
                    </a:p>
                  </a:txBody>
                  <a:tcPr marL="55982" marR="55982" marT="27990" marB="27990">
                    <a:lnL w="57150" cap="flat" cmpd="sng" algn="ctr">
                      <a:solidFill>
                        <a:sysClr val="window" lastClr="FFFFFF"/>
                      </a:solidFill>
                      <a:prstDash val="solid"/>
                      <a:round/>
                      <a:headEnd type="none" w="med" len="med"/>
                      <a:tailEnd type="none" w="med" len="med"/>
                    </a:lnL>
                    <a:lnR w="57150" cap="flat" cmpd="sng" algn="ctr">
                      <a:solidFill>
                        <a:sysClr val="window" lastClr="FFFFFF"/>
                      </a:solidFill>
                      <a:prstDash val="solid"/>
                      <a:round/>
                      <a:headEnd type="none" w="med" len="med"/>
                      <a:tailEnd type="none" w="med" len="med"/>
                    </a:lnR>
                    <a:lnT w="57150" cap="flat" cmpd="sng" algn="ctr">
                      <a:solidFill>
                        <a:sysClr val="window" lastClr="FFFFFF"/>
                      </a:solidFill>
                      <a:prstDash val="solid"/>
                      <a:round/>
                      <a:headEnd type="none" w="med" len="med"/>
                      <a:tailEnd type="none" w="med" len="med"/>
                    </a:lnT>
                    <a:lnB w="571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182BD"/>
                    </a:solid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r>
                        <a:rPr lang="en-IN" sz="1000" b="1">
                          <a:solidFill>
                            <a:srgbClr val="2E73B6"/>
                          </a:solidFill>
                          <a:latin typeface="Arial" panose="020B0604020202020204" pitchFamily="34" charset="0"/>
                          <a:cs typeface="Arial" panose="020B0604020202020204" pitchFamily="34" charset="0"/>
                        </a:rPr>
                        <a:t>More than 75%</a:t>
                      </a:r>
                    </a:p>
                  </a:txBody>
                  <a:tcPr marL="55982" marR="55982" marT="27990" marB="27990">
                    <a:lnL w="57150" cap="flat" cmpd="sng" algn="ctr">
                      <a:solidFill>
                        <a:sysClr val="window" lastClr="FFFFFF"/>
                      </a:solidFill>
                      <a:prstDash val="solid"/>
                      <a:round/>
                      <a:headEnd type="none" w="med" len="med"/>
                      <a:tailEnd type="none" w="med" len="med"/>
                    </a:lnL>
                    <a:lnR w="57150" cap="flat" cmpd="sng" algn="ctr">
                      <a:solidFill>
                        <a:sysClr val="window" lastClr="FFFFFF"/>
                      </a:solidFill>
                      <a:prstDash val="solid"/>
                      <a:round/>
                      <a:headEnd type="none" w="med" len="med"/>
                      <a:tailEnd type="none" w="med" len="med"/>
                    </a:lnR>
                    <a:lnT w="57150" cap="flat" cmpd="sng" algn="ctr">
                      <a:solidFill>
                        <a:sysClr val="window" lastClr="FFFFFF"/>
                      </a:solidFill>
                      <a:prstDash val="solid"/>
                      <a:round/>
                      <a:headEnd type="none" w="med" len="med"/>
                      <a:tailEnd type="none" w="med" len="med"/>
                    </a:lnT>
                    <a:lnB w="571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3672139956"/>
                  </a:ext>
                </a:extLst>
              </a:tr>
              <a:tr h="208302">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endParaRPr lang="en-IN" sz="1000" b="1">
                        <a:solidFill>
                          <a:srgbClr val="224B70"/>
                        </a:solidFill>
                        <a:latin typeface="Arial" panose="020B0604020202020204" pitchFamily="34" charset="0"/>
                        <a:cs typeface="Arial" panose="020B0604020202020204" pitchFamily="34" charset="0"/>
                      </a:endParaRPr>
                    </a:p>
                  </a:txBody>
                  <a:tcPr marL="55982" marR="55982" marT="27990" marB="27990">
                    <a:lnL w="57150" cap="flat" cmpd="sng" algn="ctr">
                      <a:solidFill>
                        <a:sysClr val="window" lastClr="FFFFFF"/>
                      </a:solidFill>
                      <a:prstDash val="solid"/>
                      <a:round/>
                      <a:headEnd type="none" w="med" len="med"/>
                      <a:tailEnd type="none" w="med" len="med"/>
                    </a:lnL>
                    <a:lnR w="57150" cap="flat" cmpd="sng" algn="ctr">
                      <a:solidFill>
                        <a:sysClr val="window" lastClr="FFFFFF"/>
                      </a:solidFill>
                      <a:prstDash val="solid"/>
                      <a:round/>
                      <a:headEnd type="none" w="med" len="med"/>
                      <a:tailEnd type="none" w="med" len="med"/>
                    </a:lnR>
                    <a:lnT w="57150" cap="flat" cmpd="sng" algn="ctr">
                      <a:solidFill>
                        <a:sysClr val="window" lastClr="FFFFFF"/>
                      </a:solidFill>
                      <a:prstDash val="solid"/>
                      <a:round/>
                      <a:headEnd type="none" w="med" len="med"/>
                      <a:tailEnd type="none" w="med" len="med"/>
                    </a:lnT>
                    <a:lnB w="571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6BAED6"/>
                    </a:solid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r>
                        <a:rPr lang="en-IN" sz="1000" b="1">
                          <a:solidFill>
                            <a:srgbClr val="2E73B6"/>
                          </a:solidFill>
                          <a:latin typeface="Arial" panose="020B0604020202020204" pitchFamily="34" charset="0"/>
                          <a:cs typeface="Arial" panose="020B0604020202020204" pitchFamily="34" charset="0"/>
                        </a:rPr>
                        <a:t>51 to 75%</a:t>
                      </a:r>
                    </a:p>
                  </a:txBody>
                  <a:tcPr marL="55982" marR="55982" marT="27990" marB="27990">
                    <a:lnL w="57150" cap="flat" cmpd="sng" algn="ctr">
                      <a:solidFill>
                        <a:sysClr val="window" lastClr="FFFFFF"/>
                      </a:solidFill>
                      <a:prstDash val="solid"/>
                      <a:round/>
                      <a:headEnd type="none" w="med" len="med"/>
                      <a:tailEnd type="none" w="med" len="med"/>
                    </a:lnL>
                    <a:lnR w="57150" cap="flat" cmpd="sng" algn="ctr">
                      <a:solidFill>
                        <a:sysClr val="window" lastClr="FFFFFF"/>
                      </a:solidFill>
                      <a:prstDash val="solid"/>
                      <a:round/>
                      <a:headEnd type="none" w="med" len="med"/>
                      <a:tailEnd type="none" w="med" len="med"/>
                    </a:lnR>
                    <a:lnT w="57150" cap="flat" cmpd="sng" algn="ctr">
                      <a:solidFill>
                        <a:sysClr val="window" lastClr="FFFFFF"/>
                      </a:solidFill>
                      <a:prstDash val="solid"/>
                      <a:round/>
                      <a:headEnd type="none" w="med" len="med"/>
                      <a:tailEnd type="none" w="med" len="med"/>
                    </a:lnT>
                    <a:lnB w="571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699826787"/>
                  </a:ext>
                </a:extLst>
              </a:tr>
              <a:tr h="208302">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endParaRPr lang="en-IN" sz="1000" b="1">
                        <a:solidFill>
                          <a:srgbClr val="224B70"/>
                        </a:solidFill>
                        <a:latin typeface="Arial" panose="020B0604020202020204" pitchFamily="34" charset="0"/>
                        <a:cs typeface="Arial" panose="020B0604020202020204" pitchFamily="34" charset="0"/>
                      </a:endParaRPr>
                    </a:p>
                  </a:txBody>
                  <a:tcPr marL="55982" marR="55982" marT="27990" marB="27990">
                    <a:lnL w="57150" cap="flat" cmpd="sng" algn="ctr">
                      <a:solidFill>
                        <a:sysClr val="window" lastClr="FFFFFF"/>
                      </a:solidFill>
                      <a:prstDash val="solid"/>
                      <a:round/>
                      <a:headEnd type="none" w="med" len="med"/>
                      <a:tailEnd type="none" w="med" len="med"/>
                    </a:lnL>
                    <a:lnR w="57150" cap="flat" cmpd="sng" algn="ctr">
                      <a:solidFill>
                        <a:sysClr val="window" lastClr="FFFFFF"/>
                      </a:solidFill>
                      <a:prstDash val="solid"/>
                      <a:round/>
                      <a:headEnd type="none" w="med" len="med"/>
                      <a:tailEnd type="none" w="med" len="med"/>
                    </a:lnR>
                    <a:lnT w="57150" cap="flat" cmpd="sng" algn="ctr">
                      <a:solidFill>
                        <a:sysClr val="window" lastClr="FFFFFF"/>
                      </a:solidFill>
                      <a:prstDash val="solid"/>
                      <a:round/>
                      <a:headEnd type="none" w="med" len="med"/>
                      <a:tailEnd type="none" w="med" len="med"/>
                    </a:lnT>
                    <a:lnB w="571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BDD7E7"/>
                    </a:solid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r>
                        <a:rPr lang="en-IN" sz="1000" b="1">
                          <a:solidFill>
                            <a:srgbClr val="2E73B6"/>
                          </a:solidFill>
                          <a:latin typeface="Arial" panose="020B0604020202020204" pitchFamily="34" charset="0"/>
                          <a:cs typeface="Arial" panose="020B0604020202020204" pitchFamily="34" charset="0"/>
                        </a:rPr>
                        <a:t>26 to 50%</a:t>
                      </a:r>
                    </a:p>
                  </a:txBody>
                  <a:tcPr marL="55982" marR="55982" marT="27990" marB="27990">
                    <a:lnL w="57150" cap="flat" cmpd="sng" algn="ctr">
                      <a:solidFill>
                        <a:sysClr val="window" lastClr="FFFFFF"/>
                      </a:solidFill>
                      <a:prstDash val="solid"/>
                      <a:round/>
                      <a:headEnd type="none" w="med" len="med"/>
                      <a:tailEnd type="none" w="med" len="med"/>
                    </a:lnL>
                    <a:lnR w="57150" cap="flat" cmpd="sng" algn="ctr">
                      <a:solidFill>
                        <a:sysClr val="window" lastClr="FFFFFF"/>
                      </a:solidFill>
                      <a:prstDash val="solid"/>
                      <a:round/>
                      <a:headEnd type="none" w="med" len="med"/>
                      <a:tailEnd type="none" w="med" len="med"/>
                    </a:lnR>
                    <a:lnT w="57150" cap="flat" cmpd="sng" algn="ctr">
                      <a:solidFill>
                        <a:sysClr val="window" lastClr="FFFFFF"/>
                      </a:solidFill>
                      <a:prstDash val="solid"/>
                      <a:round/>
                      <a:headEnd type="none" w="med" len="med"/>
                      <a:tailEnd type="none" w="med" len="med"/>
                    </a:lnT>
                    <a:lnB w="571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2864974183"/>
                  </a:ext>
                </a:extLst>
              </a:tr>
              <a:tr h="208302">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endParaRPr lang="en-IN" sz="1000" b="1">
                        <a:solidFill>
                          <a:srgbClr val="224B70"/>
                        </a:solidFill>
                        <a:latin typeface="Arial" panose="020B0604020202020204" pitchFamily="34" charset="0"/>
                        <a:cs typeface="Arial" panose="020B0604020202020204" pitchFamily="34" charset="0"/>
                      </a:endParaRPr>
                    </a:p>
                  </a:txBody>
                  <a:tcPr marL="55982" marR="55982" marT="27990" marB="27990">
                    <a:lnL w="57150" cap="flat" cmpd="sng" algn="ctr">
                      <a:solidFill>
                        <a:sysClr val="window" lastClr="FFFFFF"/>
                      </a:solidFill>
                      <a:prstDash val="solid"/>
                      <a:round/>
                      <a:headEnd type="none" w="med" len="med"/>
                      <a:tailEnd type="none" w="med" len="med"/>
                    </a:lnL>
                    <a:lnR w="57150" cap="flat" cmpd="sng" algn="ctr">
                      <a:solidFill>
                        <a:sysClr val="window" lastClr="FFFFFF"/>
                      </a:solidFill>
                      <a:prstDash val="solid"/>
                      <a:round/>
                      <a:headEnd type="none" w="med" len="med"/>
                      <a:tailEnd type="none" w="med" len="med"/>
                    </a:lnR>
                    <a:lnT w="57150" cap="flat" cmpd="sng" algn="ctr">
                      <a:solidFill>
                        <a:sysClr val="window" lastClr="FFFFFF"/>
                      </a:solidFill>
                      <a:prstDash val="solid"/>
                      <a:round/>
                      <a:headEnd type="none" w="med" len="med"/>
                      <a:tailEnd type="none" w="med" len="med"/>
                    </a:lnT>
                    <a:lnB w="571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EE5D9"/>
                    </a:solid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r>
                        <a:rPr lang="en-IN" sz="1000" b="1">
                          <a:solidFill>
                            <a:srgbClr val="2E73B6"/>
                          </a:solidFill>
                          <a:latin typeface="Arial" panose="020B0604020202020204" pitchFamily="34" charset="0"/>
                          <a:cs typeface="Arial" panose="020B0604020202020204" pitchFamily="34" charset="0"/>
                        </a:rPr>
                        <a:t>11 to 25%</a:t>
                      </a:r>
                    </a:p>
                  </a:txBody>
                  <a:tcPr marL="55982" marR="55982" marT="27990" marB="27990">
                    <a:lnL w="57150" cap="flat" cmpd="sng" algn="ctr">
                      <a:solidFill>
                        <a:sysClr val="window" lastClr="FFFFFF"/>
                      </a:solidFill>
                      <a:prstDash val="solid"/>
                      <a:round/>
                      <a:headEnd type="none" w="med" len="med"/>
                      <a:tailEnd type="none" w="med" len="med"/>
                    </a:lnL>
                    <a:lnR w="57150" cap="flat" cmpd="sng" algn="ctr">
                      <a:solidFill>
                        <a:sysClr val="window" lastClr="FFFFFF"/>
                      </a:solidFill>
                      <a:prstDash val="solid"/>
                      <a:round/>
                      <a:headEnd type="none" w="med" len="med"/>
                      <a:tailEnd type="none" w="med" len="med"/>
                    </a:lnR>
                    <a:lnT w="57150" cap="flat" cmpd="sng" algn="ctr">
                      <a:solidFill>
                        <a:sysClr val="window" lastClr="FFFFFF"/>
                      </a:solidFill>
                      <a:prstDash val="solid"/>
                      <a:round/>
                      <a:headEnd type="none" w="med" len="med"/>
                      <a:tailEnd type="none" w="med" len="med"/>
                    </a:lnT>
                    <a:lnB w="571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559469734"/>
                  </a:ext>
                </a:extLst>
              </a:tr>
              <a:tr h="208302">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endParaRPr lang="en-IN" sz="1000" b="1">
                        <a:solidFill>
                          <a:srgbClr val="224B70"/>
                        </a:solidFill>
                        <a:latin typeface="Arial" panose="020B0604020202020204" pitchFamily="34" charset="0"/>
                        <a:cs typeface="Arial" panose="020B0604020202020204" pitchFamily="34" charset="0"/>
                      </a:endParaRPr>
                    </a:p>
                  </a:txBody>
                  <a:tcPr marL="55982" marR="55982" marT="27990" marB="27990">
                    <a:lnL w="57150" cap="flat" cmpd="sng" algn="ctr">
                      <a:solidFill>
                        <a:sysClr val="window" lastClr="FFFFFF"/>
                      </a:solidFill>
                      <a:prstDash val="solid"/>
                      <a:round/>
                      <a:headEnd type="none" w="med" len="med"/>
                      <a:tailEnd type="none" w="med" len="med"/>
                    </a:lnL>
                    <a:lnR w="57150" cap="flat" cmpd="sng" algn="ctr">
                      <a:solidFill>
                        <a:sysClr val="window" lastClr="FFFFFF"/>
                      </a:solidFill>
                      <a:prstDash val="solid"/>
                      <a:round/>
                      <a:headEnd type="none" w="med" len="med"/>
                      <a:tailEnd type="none" w="med" len="med"/>
                    </a:lnR>
                    <a:lnT w="57150" cap="flat" cmpd="sng" algn="ctr">
                      <a:solidFill>
                        <a:sysClr val="window" lastClr="FFFFFF"/>
                      </a:solidFill>
                      <a:prstDash val="solid"/>
                      <a:round/>
                      <a:headEnd type="none" w="med" len="med"/>
                      <a:tailEnd type="none" w="med" len="med"/>
                    </a:lnT>
                    <a:lnB w="571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CAE91"/>
                    </a:solidFill>
                  </a:tcPr>
                </a:tc>
                <a:tc>
                  <a:txBody>
                    <a:bodyPr/>
                    <a:lstStyle>
                      <a:lvl1pPr marL="0" algn="l" defTabSz="913943" rtl="0" eaLnBrk="1" latinLnBrk="0" hangingPunct="1">
                        <a:defRPr sz="1799" kern="1200">
                          <a:solidFill>
                            <a:schemeClr val="tx1"/>
                          </a:solidFill>
                          <a:latin typeface="Calibri" panose="020F0502020204030204"/>
                        </a:defRPr>
                      </a:lvl1pPr>
                      <a:lvl2pPr marL="456971" algn="l" defTabSz="913943" rtl="0" eaLnBrk="1" latinLnBrk="0" hangingPunct="1">
                        <a:defRPr sz="1799" kern="1200">
                          <a:solidFill>
                            <a:schemeClr val="tx1"/>
                          </a:solidFill>
                          <a:latin typeface="Calibri" panose="020F0502020204030204"/>
                        </a:defRPr>
                      </a:lvl2pPr>
                      <a:lvl3pPr marL="913943" algn="l" defTabSz="913943" rtl="0" eaLnBrk="1" latinLnBrk="0" hangingPunct="1">
                        <a:defRPr sz="1799" kern="1200">
                          <a:solidFill>
                            <a:schemeClr val="tx1"/>
                          </a:solidFill>
                          <a:latin typeface="Calibri" panose="020F0502020204030204"/>
                        </a:defRPr>
                      </a:lvl3pPr>
                      <a:lvl4pPr marL="1370914" algn="l" defTabSz="913943" rtl="0" eaLnBrk="1" latinLnBrk="0" hangingPunct="1">
                        <a:defRPr sz="1799" kern="1200">
                          <a:solidFill>
                            <a:schemeClr val="tx1"/>
                          </a:solidFill>
                          <a:latin typeface="Calibri" panose="020F0502020204030204"/>
                        </a:defRPr>
                      </a:lvl4pPr>
                      <a:lvl5pPr marL="1827886" algn="l" defTabSz="913943" rtl="0" eaLnBrk="1" latinLnBrk="0" hangingPunct="1">
                        <a:defRPr sz="1799" kern="1200">
                          <a:solidFill>
                            <a:schemeClr val="tx1"/>
                          </a:solidFill>
                          <a:latin typeface="Calibri" panose="020F0502020204030204"/>
                        </a:defRPr>
                      </a:lvl5pPr>
                      <a:lvl6pPr marL="2284857" algn="l" defTabSz="913943" rtl="0" eaLnBrk="1" latinLnBrk="0" hangingPunct="1">
                        <a:defRPr sz="1799" kern="1200">
                          <a:solidFill>
                            <a:schemeClr val="tx1"/>
                          </a:solidFill>
                          <a:latin typeface="Calibri" panose="020F0502020204030204"/>
                        </a:defRPr>
                      </a:lvl6pPr>
                      <a:lvl7pPr marL="2741828" algn="l" defTabSz="913943" rtl="0" eaLnBrk="1" latinLnBrk="0" hangingPunct="1">
                        <a:defRPr sz="1799" kern="1200">
                          <a:solidFill>
                            <a:schemeClr val="tx1"/>
                          </a:solidFill>
                          <a:latin typeface="Calibri" panose="020F0502020204030204"/>
                        </a:defRPr>
                      </a:lvl7pPr>
                      <a:lvl8pPr marL="3198800" algn="l" defTabSz="913943" rtl="0" eaLnBrk="1" latinLnBrk="0" hangingPunct="1">
                        <a:defRPr sz="1799" kern="1200">
                          <a:solidFill>
                            <a:schemeClr val="tx1"/>
                          </a:solidFill>
                          <a:latin typeface="Calibri" panose="020F0502020204030204"/>
                        </a:defRPr>
                      </a:lvl8pPr>
                      <a:lvl9pPr marL="3655771" algn="l" defTabSz="913943" rtl="0" eaLnBrk="1" latinLnBrk="0" hangingPunct="1">
                        <a:defRPr sz="1799" kern="1200">
                          <a:solidFill>
                            <a:schemeClr val="tx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b="1">
                          <a:solidFill>
                            <a:srgbClr val="2E73B6"/>
                          </a:solidFill>
                          <a:latin typeface="Arial" panose="020B0604020202020204" pitchFamily="34" charset="0"/>
                          <a:cs typeface="Arial" panose="020B0604020202020204" pitchFamily="34" charset="0"/>
                        </a:rPr>
                        <a:t>0 to 10%</a:t>
                      </a:r>
                    </a:p>
                  </a:txBody>
                  <a:tcPr marL="55982" marR="55982" marT="27990" marB="27990">
                    <a:lnL w="57150" cap="flat" cmpd="sng" algn="ctr">
                      <a:solidFill>
                        <a:sysClr val="window" lastClr="FFFFFF"/>
                      </a:solidFill>
                      <a:prstDash val="solid"/>
                      <a:round/>
                      <a:headEnd type="none" w="med" len="med"/>
                      <a:tailEnd type="none" w="med" len="med"/>
                    </a:lnL>
                    <a:lnR w="57150" cap="flat" cmpd="sng" algn="ctr">
                      <a:solidFill>
                        <a:sysClr val="window" lastClr="FFFFFF"/>
                      </a:solidFill>
                      <a:prstDash val="solid"/>
                      <a:round/>
                      <a:headEnd type="none" w="med" len="med"/>
                      <a:tailEnd type="none" w="med" len="med"/>
                    </a:lnR>
                    <a:lnT w="57150" cap="flat" cmpd="sng" algn="ctr">
                      <a:solidFill>
                        <a:sysClr val="window" lastClr="FFFFFF"/>
                      </a:solidFill>
                      <a:prstDash val="solid"/>
                      <a:round/>
                      <a:headEnd type="none" w="med" len="med"/>
                      <a:tailEnd type="none" w="med" len="med"/>
                    </a:lnT>
                    <a:lnB w="571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86778559"/>
                  </a:ext>
                </a:extLst>
              </a:tr>
            </a:tbl>
          </a:graphicData>
        </a:graphic>
      </p:graphicFrame>
      <p:sp>
        <p:nvSpPr>
          <p:cNvPr id="13" name="Arrow: Right 12">
            <a:extLst>
              <a:ext uri="{FF2B5EF4-FFF2-40B4-BE49-F238E27FC236}">
                <a16:creationId xmlns="" xmlns:a16="http://schemas.microsoft.com/office/drawing/2014/main" id="{DCC7884D-A3C9-CBE2-1779-292B5318F3CF}"/>
              </a:ext>
            </a:extLst>
          </p:cNvPr>
          <p:cNvSpPr/>
          <p:nvPr/>
        </p:nvSpPr>
        <p:spPr>
          <a:xfrm>
            <a:off x="5126046" y="2739396"/>
            <a:ext cx="1397483" cy="409362"/>
          </a:xfrm>
          <a:prstGeom prst="rightArrow">
            <a:avLst/>
          </a:prstGeom>
          <a:solidFill>
            <a:srgbClr val="4472C4"/>
          </a:solidFill>
          <a:ln w="12700" cap="flat" cmpd="sng" algn="ctr">
            <a:solidFill>
              <a:srgbClr val="4472C4">
                <a:shade val="50000"/>
              </a:srgbClr>
            </a:solidFill>
            <a:prstDash val="solid"/>
            <a:miter lim="800000"/>
          </a:ln>
          <a:effectLst/>
        </p:spPr>
        <p:txBody>
          <a:bodyPr rtlCol="0" anchor="ctr"/>
          <a:lstStyle/>
          <a:p>
            <a:pPr algn="ctr" defTabSz="913943">
              <a:defRPr/>
            </a:pPr>
            <a:endParaRPr lang="en-IN" sz="1799" kern="0">
              <a:solidFill>
                <a:prstClr val="white"/>
              </a:solidFill>
              <a:latin typeface="Calibri"/>
            </a:endParaRPr>
          </a:p>
        </p:txBody>
      </p:sp>
      <p:sp>
        <p:nvSpPr>
          <p:cNvPr id="17" name="TextBox 16">
            <a:extLst>
              <a:ext uri="{FF2B5EF4-FFF2-40B4-BE49-F238E27FC236}">
                <a16:creationId xmlns="" xmlns:a16="http://schemas.microsoft.com/office/drawing/2014/main" id="{C964F79B-1450-8899-D968-0C23ACAC8181}"/>
              </a:ext>
            </a:extLst>
          </p:cNvPr>
          <p:cNvSpPr txBox="1"/>
          <p:nvPr/>
        </p:nvSpPr>
        <p:spPr>
          <a:xfrm>
            <a:off x="309342" y="1013330"/>
            <a:ext cx="2060534" cy="369140"/>
          </a:xfrm>
          <a:prstGeom prst="rect">
            <a:avLst/>
          </a:prstGeom>
          <a:noFill/>
        </p:spPr>
        <p:txBody>
          <a:bodyPr wrap="square" rtlCol="0">
            <a:spAutoFit/>
          </a:bodyPr>
          <a:lstStyle/>
          <a:p>
            <a:pPr defTabSz="456971">
              <a:defRPr/>
            </a:pPr>
            <a:r>
              <a:rPr lang="en-IN" sz="1799" b="1">
                <a:solidFill>
                  <a:srgbClr val="2E73B6"/>
                </a:solidFill>
                <a:latin typeface="Arial" panose="020B0604020202020204" pitchFamily="34" charset="0"/>
                <a:cs typeface="Arial" panose="020B0604020202020204" pitchFamily="34" charset="0"/>
              </a:rPr>
              <a:t>As on 15.08.2019</a:t>
            </a:r>
          </a:p>
        </p:txBody>
      </p:sp>
      <p:sp>
        <p:nvSpPr>
          <p:cNvPr id="18" name="TextBox 17">
            <a:extLst>
              <a:ext uri="{FF2B5EF4-FFF2-40B4-BE49-F238E27FC236}">
                <a16:creationId xmlns="" xmlns:a16="http://schemas.microsoft.com/office/drawing/2014/main" id="{B57432E7-F88F-4035-8C49-4F4CE348A9DC}"/>
              </a:ext>
            </a:extLst>
          </p:cNvPr>
          <p:cNvSpPr txBox="1"/>
          <p:nvPr/>
        </p:nvSpPr>
        <p:spPr>
          <a:xfrm>
            <a:off x="8361902" y="951569"/>
            <a:ext cx="2284138" cy="369204"/>
          </a:xfrm>
          <a:prstGeom prst="rect">
            <a:avLst/>
          </a:prstGeom>
          <a:noFill/>
        </p:spPr>
        <p:txBody>
          <a:bodyPr wrap="square" rtlCol="0">
            <a:spAutoFit/>
          </a:bodyPr>
          <a:lstStyle/>
          <a:p>
            <a:pPr defTabSz="456971">
              <a:defRPr/>
            </a:pPr>
            <a:r>
              <a:rPr lang="en-IN" sz="1799" b="1" dirty="0">
                <a:solidFill>
                  <a:srgbClr val="2E73B6"/>
                </a:solidFill>
                <a:latin typeface="Arial" panose="020B0604020202020204" pitchFamily="34" charset="0"/>
                <a:cs typeface="Arial" panose="020B0604020202020204" pitchFamily="34" charset="0"/>
              </a:rPr>
              <a:t>As on 16</a:t>
            </a:r>
            <a:r>
              <a:rPr lang="en-US" sz="1799" b="1" dirty="0">
                <a:solidFill>
                  <a:srgbClr val="2E73B6"/>
                </a:solidFill>
                <a:latin typeface="Arial" panose="020B0604020202020204" pitchFamily="34" charset="0"/>
                <a:cs typeface="Arial" panose="020B0604020202020204" pitchFamily="34" charset="0"/>
              </a:rPr>
              <a:t>.11.2025</a:t>
            </a:r>
            <a:endParaRPr lang="en-IN" sz="1799" b="1" dirty="0">
              <a:solidFill>
                <a:srgbClr val="2E73B6"/>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 xmlns:a16="http://schemas.microsoft.com/office/drawing/2014/main" id="{D309AD1C-F97B-218C-AA7F-C48E79605F7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490232" y="1877153"/>
            <a:ext cx="4232950" cy="2637420"/>
          </a:xfrm>
          <a:prstGeom prst="rect">
            <a:avLst/>
          </a:prstGeom>
        </p:spPr>
      </p:pic>
      <p:sp>
        <p:nvSpPr>
          <p:cNvPr id="10" name="Oval 18">
            <a:extLst>
              <a:ext uri="{FF2B5EF4-FFF2-40B4-BE49-F238E27FC236}">
                <a16:creationId xmlns="" xmlns:a16="http://schemas.microsoft.com/office/drawing/2014/main" id="{8B7AC293-973F-96F6-D213-C2AE2401E257}"/>
              </a:ext>
            </a:extLst>
          </p:cNvPr>
          <p:cNvSpPr/>
          <p:nvPr/>
        </p:nvSpPr>
        <p:spPr>
          <a:xfrm>
            <a:off x="11042612" y="4812696"/>
            <a:ext cx="986101" cy="498676"/>
          </a:xfrm>
          <a:prstGeom prst="roundRect">
            <a:avLst/>
          </a:prstGeom>
          <a:solidFill>
            <a:srgbClr val="FFE600">
              <a:hueOff val="0"/>
              <a:satOff val="0"/>
              <a:lumOff val="0"/>
              <a:alphaOff val="0"/>
            </a:srgbClr>
          </a:solidFill>
          <a:ln w="25400" cap="flat" cmpd="sng" algn="ctr">
            <a:noFill/>
            <a:prstDash val="solid"/>
          </a:ln>
          <a:effectLst/>
        </p:spPr>
        <p:txBody>
          <a:bodyPr/>
          <a:lstStyle/>
          <a:p>
            <a:pPr marL="0" marR="0" lvl="0" indent="0" algn="ctr" defTabSz="914400" rtl="0" eaLnBrk="1" fontAlgn="auto" latinLnBrk="0" hangingPunct="1">
              <a:lnSpc>
                <a:spcPct val="85000"/>
              </a:lnSpc>
              <a:spcBef>
                <a:spcPts val="0"/>
              </a:spcBef>
              <a:spcAft>
                <a:spcPts val="600"/>
              </a:spcAft>
              <a:buClr>
                <a:srgbClr val="ED7D31"/>
              </a:buClr>
              <a:buSzPct val="70000"/>
              <a:buFontTx/>
              <a:buNone/>
              <a:tabLst/>
              <a:defRPr/>
            </a:pPr>
            <a:r>
              <a:rPr kumimoji="0" lang="en-IN" sz="1600" b="1" i="1" u="none" strike="noStrike" kern="1200" cap="none" spc="0" normalizeH="0" baseline="0" noProof="0">
                <a:ln>
                  <a:noFill/>
                </a:ln>
                <a:solidFill>
                  <a:srgbClr val="44546A"/>
                </a:solidFill>
                <a:uLnTx/>
                <a:uFillTx/>
                <a:latin typeface="Kokila" panose="020B0604020202020204" pitchFamily="34" charset="0"/>
                <a:ea typeface="+mn-ea"/>
                <a:cs typeface="Kokila" panose="020B0604020202020204" pitchFamily="34" charset="0"/>
              </a:rPr>
              <a:t>Progress – 70.52%</a:t>
            </a:r>
          </a:p>
        </p:txBody>
      </p:sp>
      <p:pic>
        <p:nvPicPr>
          <p:cNvPr id="11" name="Picture 8">
            <a:extLst>
              <a:ext uri="{FF2B5EF4-FFF2-40B4-BE49-F238E27FC236}">
                <a16:creationId xmlns="" xmlns:a16="http://schemas.microsoft.com/office/drawing/2014/main" id="{2A1C4EB8-E202-71F4-3C3D-EA00F8EF3B21}"/>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l="24184" t="11984" r="24412" b="34737"/>
          <a:stretch>
            <a:fillRect/>
          </a:stretch>
        </p:blipFill>
        <p:spPr bwMode="auto">
          <a:xfrm>
            <a:off x="11254418" y="4161207"/>
            <a:ext cx="562488" cy="55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 xmlns:a16="http://schemas.microsoft.com/office/drawing/2014/main" id="{2382CF6F-E912-9B9C-CDA9-370BEC18FB71}"/>
              </a:ext>
            </a:extLst>
          </p:cNvPr>
          <p:cNvSpPr txBox="1"/>
          <p:nvPr/>
        </p:nvSpPr>
        <p:spPr>
          <a:xfrm>
            <a:off x="2862753" y="6141024"/>
            <a:ext cx="7783287" cy="369332"/>
          </a:xfrm>
          <a:prstGeom prst="rect">
            <a:avLst/>
          </a:prstGeom>
          <a:solidFill>
            <a:srgbClr val="FFFF00"/>
          </a:solidFill>
        </p:spPr>
        <p:txBody>
          <a:bodyPr wrap="square" rtlCol="0">
            <a:spAutoFit/>
          </a:bodyPr>
          <a:lstStyle/>
          <a:p>
            <a:pPr marL="0" marR="0" lvl="0" indent="0" algn="ctr" defTabSz="914400" rtl="0" eaLnBrk="1" fontAlgn="auto" latinLnBrk="0" hangingPunct="1">
              <a:spcBef>
                <a:spcPts val="600"/>
              </a:spcBef>
              <a:spcAft>
                <a:spcPts val="600"/>
              </a:spcAft>
              <a:buClrTx/>
              <a:buSzTx/>
              <a:buFontTx/>
              <a:buNone/>
              <a:tabLst/>
              <a:defRPr/>
            </a:pPr>
            <a:r>
              <a:rPr kumimoji="0" lang="en-IN" b="1" i="0" u="none" strike="noStrike" kern="1200" cap="none" spc="0" normalizeH="0" baseline="0" noProof="0">
                <a:ln>
                  <a:noFill/>
                </a:ln>
                <a:solidFill>
                  <a:prstClr val="black"/>
                </a:solidFill>
                <a:effectLst/>
                <a:uLnTx/>
                <a:uFillTx/>
                <a:latin typeface="Aptos" panose="020B0004020202020204" pitchFamily="34" charset="0"/>
                <a:cs typeface="Kokila" panose="020B0604020202020204" pitchFamily="34" charset="0"/>
              </a:rPr>
              <a:t>More than 70% rural families in the state are getting tap water.</a:t>
            </a:r>
          </a:p>
        </p:txBody>
      </p:sp>
      <p:grpSp>
        <p:nvGrpSpPr>
          <p:cNvPr id="19" name="Group 18">
            <a:extLst>
              <a:ext uri="{FF2B5EF4-FFF2-40B4-BE49-F238E27FC236}">
                <a16:creationId xmlns="" xmlns:a16="http://schemas.microsoft.com/office/drawing/2014/main" id="{645BA257-303C-AD5D-98CE-9D8737F4ADB0}"/>
              </a:ext>
            </a:extLst>
          </p:cNvPr>
          <p:cNvGrpSpPr/>
          <p:nvPr/>
        </p:nvGrpSpPr>
        <p:grpSpPr>
          <a:xfrm>
            <a:off x="2058353" y="6115357"/>
            <a:ext cx="815836" cy="473352"/>
            <a:chOff x="5588000" y="2801938"/>
            <a:chExt cx="1019175" cy="1257301"/>
          </a:xfrm>
          <a:effectLst>
            <a:outerShdw blurRad="50800" dist="25400" dir="2700000" algn="tl" rotWithShape="0">
              <a:prstClr val="black">
                <a:alpha val="36000"/>
              </a:prstClr>
            </a:outerShdw>
          </a:effectLst>
        </p:grpSpPr>
        <p:sp>
          <p:nvSpPr>
            <p:cNvPr id="20" name="AutoShape 3">
              <a:extLst>
                <a:ext uri="{FF2B5EF4-FFF2-40B4-BE49-F238E27FC236}">
                  <a16:creationId xmlns="" xmlns:a16="http://schemas.microsoft.com/office/drawing/2014/main" id="{8D24B866-ABD2-2B10-668B-4BEE169E00E4}"/>
                </a:ext>
              </a:extLst>
            </p:cNvPr>
            <p:cNvSpPr>
              <a:spLocks noChangeAspect="1" noChangeArrowheads="1" noTextEdit="1"/>
            </p:cNvSpPr>
            <p:nvPr/>
          </p:nvSpPr>
          <p:spPr bwMode="auto">
            <a:xfrm>
              <a:off x="5588000" y="2801938"/>
              <a:ext cx="1016000" cy="125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0" cap="none" spc="0" normalizeH="0" baseline="0" noProof="0">
                <a:ln>
                  <a:noFill/>
                </a:ln>
                <a:solidFill>
                  <a:srgbClr val="414042"/>
                </a:solidFill>
                <a:effectLst/>
                <a:uLnTx/>
                <a:uFillTx/>
                <a:latin typeface="Aptos" panose="020B0004020202020204" pitchFamily="34" charset="0"/>
                <a:ea typeface="+mn-ea"/>
                <a:cs typeface="+mn-cs"/>
              </a:endParaRPr>
            </a:p>
          </p:txBody>
        </p:sp>
        <p:sp>
          <p:nvSpPr>
            <p:cNvPr id="21" name="Freeform 5">
              <a:extLst>
                <a:ext uri="{FF2B5EF4-FFF2-40B4-BE49-F238E27FC236}">
                  <a16:creationId xmlns="" xmlns:a16="http://schemas.microsoft.com/office/drawing/2014/main" id="{37B24429-6EE1-C324-672B-CFA0DDB22570}"/>
                </a:ext>
              </a:extLst>
            </p:cNvPr>
            <p:cNvSpPr>
              <a:spLocks/>
            </p:cNvSpPr>
            <p:nvPr/>
          </p:nvSpPr>
          <p:spPr bwMode="auto">
            <a:xfrm>
              <a:off x="5588000" y="2805113"/>
              <a:ext cx="601663" cy="514350"/>
            </a:xfrm>
            <a:custGeom>
              <a:avLst/>
              <a:gdLst>
                <a:gd name="T0" fmla="*/ 379 w 379"/>
                <a:gd name="T1" fmla="*/ 324 h 324"/>
                <a:gd name="T2" fmla="*/ 264 w 379"/>
                <a:gd name="T3" fmla="*/ 324 h 324"/>
                <a:gd name="T4" fmla="*/ 0 w 379"/>
                <a:gd name="T5" fmla="*/ 0 h 324"/>
                <a:gd name="T6" fmla="*/ 144 w 379"/>
                <a:gd name="T7" fmla="*/ 0 h 324"/>
                <a:gd name="T8" fmla="*/ 379 w 379"/>
                <a:gd name="T9" fmla="*/ 324 h 324"/>
              </a:gdLst>
              <a:ahLst/>
              <a:cxnLst>
                <a:cxn ang="0">
                  <a:pos x="T0" y="T1"/>
                </a:cxn>
                <a:cxn ang="0">
                  <a:pos x="T2" y="T3"/>
                </a:cxn>
                <a:cxn ang="0">
                  <a:pos x="T4" y="T5"/>
                </a:cxn>
                <a:cxn ang="0">
                  <a:pos x="T6" y="T7"/>
                </a:cxn>
                <a:cxn ang="0">
                  <a:pos x="T8" y="T9"/>
                </a:cxn>
              </a:cxnLst>
              <a:rect l="0" t="0" r="r" b="b"/>
              <a:pathLst>
                <a:path w="379" h="324">
                  <a:moveTo>
                    <a:pt x="379" y="324"/>
                  </a:moveTo>
                  <a:lnTo>
                    <a:pt x="264" y="324"/>
                  </a:lnTo>
                  <a:lnTo>
                    <a:pt x="0" y="0"/>
                  </a:lnTo>
                  <a:lnTo>
                    <a:pt x="144" y="0"/>
                  </a:lnTo>
                  <a:lnTo>
                    <a:pt x="379" y="324"/>
                  </a:lnTo>
                  <a:close/>
                </a:path>
              </a:pathLst>
            </a:custGeom>
            <a:gradFill flip="none" rotWithShape="1">
              <a:gsLst>
                <a:gs pos="20000">
                  <a:srgbClr val="03A2E9"/>
                </a:gs>
                <a:gs pos="100000">
                  <a:srgbClr val="03A9F4">
                    <a:lumMod val="50000"/>
                  </a:srgbClr>
                </a:gs>
                <a:gs pos="0">
                  <a:srgbClr val="03A9F4">
                    <a:lumMod val="50000"/>
                  </a:srgbClr>
                </a:gs>
                <a:gs pos="11000">
                  <a:srgbClr val="03A9F4">
                    <a:lumMod val="60000"/>
                    <a:lumOff val="40000"/>
                  </a:srgbClr>
                </a:gs>
              </a:gsLst>
              <a:lin ang="5400000" scaled="0"/>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0" cap="none" spc="0" normalizeH="0" baseline="0" noProof="0">
                <a:ln>
                  <a:noFill/>
                </a:ln>
                <a:solidFill>
                  <a:srgbClr val="414042"/>
                </a:solidFill>
                <a:effectLst/>
                <a:uLnTx/>
                <a:uFillTx/>
                <a:latin typeface="Aptos" panose="020B0004020202020204" pitchFamily="34" charset="0"/>
                <a:ea typeface="+mn-ea"/>
                <a:cs typeface="+mn-cs"/>
              </a:endParaRPr>
            </a:p>
          </p:txBody>
        </p:sp>
        <p:sp>
          <p:nvSpPr>
            <p:cNvPr id="23" name="Freeform 6">
              <a:extLst>
                <a:ext uri="{FF2B5EF4-FFF2-40B4-BE49-F238E27FC236}">
                  <a16:creationId xmlns="" xmlns:a16="http://schemas.microsoft.com/office/drawing/2014/main" id="{FA8D6AE0-6D5E-E636-6D10-7C92B2088B95}"/>
                </a:ext>
              </a:extLst>
            </p:cNvPr>
            <p:cNvSpPr>
              <a:spLocks/>
            </p:cNvSpPr>
            <p:nvPr/>
          </p:nvSpPr>
          <p:spPr bwMode="auto">
            <a:xfrm>
              <a:off x="5661025" y="2805113"/>
              <a:ext cx="474663" cy="514350"/>
            </a:xfrm>
            <a:custGeom>
              <a:avLst/>
              <a:gdLst>
                <a:gd name="T0" fmla="*/ 0 w 299"/>
                <a:gd name="T1" fmla="*/ 0 h 324"/>
                <a:gd name="T2" fmla="*/ 258 w 299"/>
                <a:gd name="T3" fmla="*/ 324 h 324"/>
                <a:gd name="T4" fmla="*/ 299 w 299"/>
                <a:gd name="T5" fmla="*/ 324 h 324"/>
                <a:gd name="T6" fmla="*/ 43 w 299"/>
                <a:gd name="T7" fmla="*/ 0 h 324"/>
                <a:gd name="T8" fmla="*/ 0 w 299"/>
                <a:gd name="T9" fmla="*/ 0 h 324"/>
              </a:gdLst>
              <a:ahLst/>
              <a:cxnLst>
                <a:cxn ang="0">
                  <a:pos x="T0" y="T1"/>
                </a:cxn>
                <a:cxn ang="0">
                  <a:pos x="T2" y="T3"/>
                </a:cxn>
                <a:cxn ang="0">
                  <a:pos x="T4" y="T5"/>
                </a:cxn>
                <a:cxn ang="0">
                  <a:pos x="T6" y="T7"/>
                </a:cxn>
                <a:cxn ang="0">
                  <a:pos x="T8" y="T9"/>
                </a:cxn>
              </a:cxnLst>
              <a:rect l="0" t="0" r="r" b="b"/>
              <a:pathLst>
                <a:path w="299" h="324">
                  <a:moveTo>
                    <a:pt x="0" y="0"/>
                  </a:moveTo>
                  <a:lnTo>
                    <a:pt x="258" y="324"/>
                  </a:lnTo>
                  <a:lnTo>
                    <a:pt x="299" y="324"/>
                  </a:lnTo>
                  <a:lnTo>
                    <a:pt x="43" y="0"/>
                  </a:lnTo>
                  <a:lnTo>
                    <a:pt x="0" y="0"/>
                  </a:lnTo>
                  <a:close/>
                </a:path>
              </a:pathLst>
            </a:custGeom>
            <a:solidFill>
              <a:srgbClr val="03A9F4">
                <a:lumMod val="50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0" cap="none" spc="0" normalizeH="0" baseline="0" noProof="0">
                <a:ln>
                  <a:noFill/>
                </a:ln>
                <a:solidFill>
                  <a:srgbClr val="414042"/>
                </a:solidFill>
                <a:effectLst/>
                <a:uLnTx/>
                <a:uFillTx/>
                <a:latin typeface="Aptos" panose="020B0004020202020204" pitchFamily="34" charset="0"/>
                <a:ea typeface="+mn-ea"/>
                <a:cs typeface="+mn-cs"/>
              </a:endParaRPr>
            </a:p>
          </p:txBody>
        </p:sp>
        <p:sp>
          <p:nvSpPr>
            <p:cNvPr id="24" name="Freeform 7">
              <a:extLst>
                <a:ext uri="{FF2B5EF4-FFF2-40B4-BE49-F238E27FC236}">
                  <a16:creationId xmlns="" xmlns:a16="http://schemas.microsoft.com/office/drawing/2014/main" id="{2F655688-3DA5-5CE7-3FD6-78A79DFE5BD8}"/>
                </a:ext>
              </a:extLst>
            </p:cNvPr>
            <p:cNvSpPr>
              <a:spLocks noEditPoints="1"/>
            </p:cNvSpPr>
            <p:nvPr/>
          </p:nvSpPr>
          <p:spPr bwMode="auto">
            <a:xfrm>
              <a:off x="5964238" y="3186113"/>
              <a:ext cx="263525" cy="261938"/>
            </a:xfrm>
            <a:custGeom>
              <a:avLst/>
              <a:gdLst>
                <a:gd name="T0" fmla="*/ 35 w 69"/>
                <a:gd name="T1" fmla="*/ 0 h 69"/>
                <a:gd name="T2" fmla="*/ 0 w 69"/>
                <a:gd name="T3" fmla="*/ 35 h 69"/>
                <a:gd name="T4" fmla="*/ 35 w 69"/>
                <a:gd name="T5" fmla="*/ 69 h 69"/>
                <a:gd name="T6" fmla="*/ 69 w 69"/>
                <a:gd name="T7" fmla="*/ 35 h 69"/>
                <a:gd name="T8" fmla="*/ 35 w 69"/>
                <a:gd name="T9" fmla="*/ 0 h 69"/>
                <a:gd name="T10" fmla="*/ 35 w 69"/>
                <a:gd name="T11" fmla="*/ 65 h 69"/>
                <a:gd name="T12" fmla="*/ 4 w 69"/>
                <a:gd name="T13" fmla="*/ 35 h 69"/>
                <a:gd name="T14" fmla="*/ 35 w 69"/>
                <a:gd name="T15" fmla="*/ 4 h 69"/>
                <a:gd name="T16" fmla="*/ 65 w 69"/>
                <a:gd name="T17" fmla="*/ 35 h 69"/>
                <a:gd name="T18" fmla="*/ 35 w 69"/>
                <a:gd name="T19" fmla="*/ 65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69">
                  <a:moveTo>
                    <a:pt x="35" y="0"/>
                  </a:moveTo>
                  <a:cubicBezTo>
                    <a:pt x="15" y="0"/>
                    <a:pt x="0" y="15"/>
                    <a:pt x="0" y="35"/>
                  </a:cubicBezTo>
                  <a:cubicBezTo>
                    <a:pt x="0" y="54"/>
                    <a:pt x="15" y="69"/>
                    <a:pt x="35" y="69"/>
                  </a:cubicBezTo>
                  <a:cubicBezTo>
                    <a:pt x="54" y="69"/>
                    <a:pt x="69" y="54"/>
                    <a:pt x="69" y="35"/>
                  </a:cubicBezTo>
                  <a:cubicBezTo>
                    <a:pt x="69" y="15"/>
                    <a:pt x="54" y="0"/>
                    <a:pt x="35" y="0"/>
                  </a:cubicBezTo>
                  <a:close/>
                  <a:moveTo>
                    <a:pt x="35" y="65"/>
                  </a:moveTo>
                  <a:cubicBezTo>
                    <a:pt x="18" y="65"/>
                    <a:pt x="4" y="51"/>
                    <a:pt x="4" y="35"/>
                  </a:cubicBezTo>
                  <a:cubicBezTo>
                    <a:pt x="4" y="18"/>
                    <a:pt x="18" y="4"/>
                    <a:pt x="35" y="4"/>
                  </a:cubicBezTo>
                  <a:cubicBezTo>
                    <a:pt x="51" y="4"/>
                    <a:pt x="65" y="18"/>
                    <a:pt x="65" y="35"/>
                  </a:cubicBezTo>
                  <a:cubicBezTo>
                    <a:pt x="65" y="51"/>
                    <a:pt x="51" y="65"/>
                    <a:pt x="35" y="65"/>
                  </a:cubicBezTo>
                  <a:close/>
                </a:path>
              </a:pathLst>
            </a:custGeom>
            <a:solidFill>
              <a:srgbClr val="FFD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0" cap="none" spc="0" normalizeH="0" baseline="0" noProof="0">
                <a:ln>
                  <a:noFill/>
                </a:ln>
                <a:solidFill>
                  <a:srgbClr val="414042"/>
                </a:solidFill>
                <a:effectLst/>
                <a:uLnTx/>
                <a:uFillTx/>
                <a:latin typeface="Aptos" panose="020B0004020202020204" pitchFamily="34" charset="0"/>
                <a:ea typeface="+mn-ea"/>
                <a:cs typeface="+mn-cs"/>
              </a:endParaRPr>
            </a:p>
          </p:txBody>
        </p:sp>
        <p:sp>
          <p:nvSpPr>
            <p:cNvPr id="25" name="Freeform 8">
              <a:extLst>
                <a:ext uri="{FF2B5EF4-FFF2-40B4-BE49-F238E27FC236}">
                  <a16:creationId xmlns="" xmlns:a16="http://schemas.microsoft.com/office/drawing/2014/main" id="{F3F36144-3037-D4D5-855D-80DEDAF78DB3}"/>
                </a:ext>
              </a:extLst>
            </p:cNvPr>
            <p:cNvSpPr>
              <a:spLocks noEditPoints="1"/>
            </p:cNvSpPr>
            <p:nvPr/>
          </p:nvSpPr>
          <p:spPr bwMode="auto">
            <a:xfrm>
              <a:off x="5980113" y="3200401"/>
              <a:ext cx="231775" cy="231775"/>
            </a:xfrm>
            <a:custGeom>
              <a:avLst/>
              <a:gdLst>
                <a:gd name="T0" fmla="*/ 31 w 61"/>
                <a:gd name="T1" fmla="*/ 0 h 61"/>
                <a:gd name="T2" fmla="*/ 0 w 61"/>
                <a:gd name="T3" fmla="*/ 31 h 61"/>
                <a:gd name="T4" fmla="*/ 31 w 61"/>
                <a:gd name="T5" fmla="*/ 61 h 61"/>
                <a:gd name="T6" fmla="*/ 61 w 61"/>
                <a:gd name="T7" fmla="*/ 31 h 61"/>
                <a:gd name="T8" fmla="*/ 31 w 61"/>
                <a:gd name="T9" fmla="*/ 0 h 61"/>
                <a:gd name="T10" fmla="*/ 31 w 61"/>
                <a:gd name="T11" fmla="*/ 58 h 61"/>
                <a:gd name="T12" fmla="*/ 4 w 61"/>
                <a:gd name="T13" fmla="*/ 31 h 61"/>
                <a:gd name="T14" fmla="*/ 31 w 61"/>
                <a:gd name="T15" fmla="*/ 4 h 61"/>
                <a:gd name="T16" fmla="*/ 58 w 61"/>
                <a:gd name="T17" fmla="*/ 31 h 61"/>
                <a:gd name="T18" fmla="*/ 31 w 61"/>
                <a:gd name="T19" fmla="*/ 58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1" h="61">
                  <a:moveTo>
                    <a:pt x="31" y="0"/>
                  </a:moveTo>
                  <a:cubicBezTo>
                    <a:pt x="14" y="0"/>
                    <a:pt x="0" y="14"/>
                    <a:pt x="0" y="31"/>
                  </a:cubicBezTo>
                  <a:cubicBezTo>
                    <a:pt x="0" y="47"/>
                    <a:pt x="14" y="61"/>
                    <a:pt x="31" y="61"/>
                  </a:cubicBezTo>
                  <a:cubicBezTo>
                    <a:pt x="47" y="61"/>
                    <a:pt x="61" y="47"/>
                    <a:pt x="61" y="31"/>
                  </a:cubicBezTo>
                  <a:cubicBezTo>
                    <a:pt x="61" y="14"/>
                    <a:pt x="47" y="0"/>
                    <a:pt x="31" y="0"/>
                  </a:cubicBezTo>
                  <a:close/>
                  <a:moveTo>
                    <a:pt x="31" y="58"/>
                  </a:moveTo>
                  <a:cubicBezTo>
                    <a:pt x="16" y="58"/>
                    <a:pt x="4" y="46"/>
                    <a:pt x="4" y="31"/>
                  </a:cubicBezTo>
                  <a:cubicBezTo>
                    <a:pt x="4" y="16"/>
                    <a:pt x="16" y="4"/>
                    <a:pt x="31" y="4"/>
                  </a:cubicBezTo>
                  <a:cubicBezTo>
                    <a:pt x="46" y="4"/>
                    <a:pt x="58" y="16"/>
                    <a:pt x="58" y="31"/>
                  </a:cubicBezTo>
                  <a:cubicBezTo>
                    <a:pt x="58" y="46"/>
                    <a:pt x="46" y="58"/>
                    <a:pt x="31" y="58"/>
                  </a:cubicBez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0" cap="none" spc="0" normalizeH="0" baseline="0" noProof="0">
                <a:ln>
                  <a:noFill/>
                </a:ln>
                <a:solidFill>
                  <a:srgbClr val="414042"/>
                </a:solidFill>
                <a:effectLst/>
                <a:uLnTx/>
                <a:uFillTx/>
                <a:latin typeface="Aptos" panose="020B0004020202020204" pitchFamily="34" charset="0"/>
                <a:ea typeface="+mn-ea"/>
                <a:cs typeface="+mn-cs"/>
              </a:endParaRPr>
            </a:p>
          </p:txBody>
        </p:sp>
        <p:sp>
          <p:nvSpPr>
            <p:cNvPr id="26" name="Freeform 9">
              <a:extLst>
                <a:ext uri="{FF2B5EF4-FFF2-40B4-BE49-F238E27FC236}">
                  <a16:creationId xmlns="" xmlns:a16="http://schemas.microsoft.com/office/drawing/2014/main" id="{8B4BD0BA-F2CA-5F44-225E-3C2454A2715C}"/>
                </a:ext>
              </a:extLst>
            </p:cNvPr>
            <p:cNvSpPr>
              <a:spLocks noEditPoints="1"/>
            </p:cNvSpPr>
            <p:nvPr/>
          </p:nvSpPr>
          <p:spPr bwMode="auto">
            <a:xfrm>
              <a:off x="5994400" y="3216276"/>
              <a:ext cx="206375" cy="204788"/>
            </a:xfrm>
            <a:custGeom>
              <a:avLst/>
              <a:gdLst>
                <a:gd name="T0" fmla="*/ 27 w 54"/>
                <a:gd name="T1" fmla="*/ 0 h 54"/>
                <a:gd name="T2" fmla="*/ 0 w 54"/>
                <a:gd name="T3" fmla="*/ 27 h 54"/>
                <a:gd name="T4" fmla="*/ 27 w 54"/>
                <a:gd name="T5" fmla="*/ 54 h 54"/>
                <a:gd name="T6" fmla="*/ 54 w 54"/>
                <a:gd name="T7" fmla="*/ 27 h 54"/>
                <a:gd name="T8" fmla="*/ 27 w 54"/>
                <a:gd name="T9" fmla="*/ 0 h 54"/>
                <a:gd name="T10" fmla="*/ 27 w 54"/>
                <a:gd name="T11" fmla="*/ 51 h 54"/>
                <a:gd name="T12" fmla="*/ 3 w 54"/>
                <a:gd name="T13" fmla="*/ 27 h 54"/>
                <a:gd name="T14" fmla="*/ 27 w 54"/>
                <a:gd name="T15" fmla="*/ 3 h 54"/>
                <a:gd name="T16" fmla="*/ 51 w 54"/>
                <a:gd name="T17" fmla="*/ 27 h 54"/>
                <a:gd name="T18" fmla="*/ 27 w 54"/>
                <a:gd name="T19" fmla="*/ 5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54">
                  <a:moveTo>
                    <a:pt x="27" y="0"/>
                  </a:moveTo>
                  <a:cubicBezTo>
                    <a:pt x="12" y="0"/>
                    <a:pt x="0" y="12"/>
                    <a:pt x="0" y="27"/>
                  </a:cubicBezTo>
                  <a:cubicBezTo>
                    <a:pt x="0" y="42"/>
                    <a:pt x="12" y="54"/>
                    <a:pt x="27" y="54"/>
                  </a:cubicBezTo>
                  <a:cubicBezTo>
                    <a:pt x="42" y="54"/>
                    <a:pt x="54" y="42"/>
                    <a:pt x="54" y="27"/>
                  </a:cubicBezTo>
                  <a:cubicBezTo>
                    <a:pt x="54" y="12"/>
                    <a:pt x="42" y="0"/>
                    <a:pt x="27" y="0"/>
                  </a:cubicBezTo>
                  <a:close/>
                  <a:moveTo>
                    <a:pt x="27" y="51"/>
                  </a:moveTo>
                  <a:cubicBezTo>
                    <a:pt x="13" y="51"/>
                    <a:pt x="3" y="40"/>
                    <a:pt x="3" y="27"/>
                  </a:cubicBezTo>
                  <a:cubicBezTo>
                    <a:pt x="3" y="13"/>
                    <a:pt x="13" y="3"/>
                    <a:pt x="27" y="3"/>
                  </a:cubicBezTo>
                  <a:cubicBezTo>
                    <a:pt x="40" y="3"/>
                    <a:pt x="51" y="13"/>
                    <a:pt x="51" y="27"/>
                  </a:cubicBezTo>
                  <a:cubicBezTo>
                    <a:pt x="51" y="40"/>
                    <a:pt x="40" y="51"/>
                    <a:pt x="27" y="51"/>
                  </a:cubicBezTo>
                  <a:close/>
                </a:path>
              </a:pathLst>
            </a:custGeom>
            <a:solidFill>
              <a:srgbClr val="FFD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0" cap="none" spc="0" normalizeH="0" baseline="0" noProof="0">
                <a:ln>
                  <a:noFill/>
                </a:ln>
                <a:solidFill>
                  <a:srgbClr val="414042"/>
                </a:solidFill>
                <a:effectLst/>
                <a:uLnTx/>
                <a:uFillTx/>
                <a:latin typeface="Aptos" panose="020B0004020202020204" pitchFamily="34" charset="0"/>
                <a:ea typeface="+mn-ea"/>
                <a:cs typeface="+mn-cs"/>
              </a:endParaRPr>
            </a:p>
          </p:txBody>
        </p:sp>
        <p:sp>
          <p:nvSpPr>
            <p:cNvPr id="27" name="Freeform 10">
              <a:extLst>
                <a:ext uri="{FF2B5EF4-FFF2-40B4-BE49-F238E27FC236}">
                  <a16:creationId xmlns="" xmlns:a16="http://schemas.microsoft.com/office/drawing/2014/main" id="{F2AA6F6C-3BBA-A75A-F333-15705CCBFF9F}"/>
                </a:ext>
              </a:extLst>
            </p:cNvPr>
            <p:cNvSpPr>
              <a:spLocks/>
            </p:cNvSpPr>
            <p:nvPr/>
          </p:nvSpPr>
          <p:spPr bwMode="auto">
            <a:xfrm>
              <a:off x="6007100" y="2805113"/>
              <a:ext cx="600075" cy="514350"/>
            </a:xfrm>
            <a:custGeom>
              <a:avLst/>
              <a:gdLst>
                <a:gd name="T0" fmla="*/ 0 w 378"/>
                <a:gd name="T1" fmla="*/ 324 h 324"/>
                <a:gd name="T2" fmla="*/ 115 w 378"/>
                <a:gd name="T3" fmla="*/ 324 h 324"/>
                <a:gd name="T4" fmla="*/ 378 w 378"/>
                <a:gd name="T5" fmla="*/ 0 h 324"/>
                <a:gd name="T6" fmla="*/ 235 w 378"/>
                <a:gd name="T7" fmla="*/ 0 h 324"/>
                <a:gd name="T8" fmla="*/ 0 w 378"/>
                <a:gd name="T9" fmla="*/ 324 h 324"/>
              </a:gdLst>
              <a:ahLst/>
              <a:cxnLst>
                <a:cxn ang="0">
                  <a:pos x="T0" y="T1"/>
                </a:cxn>
                <a:cxn ang="0">
                  <a:pos x="T2" y="T3"/>
                </a:cxn>
                <a:cxn ang="0">
                  <a:pos x="T4" y="T5"/>
                </a:cxn>
                <a:cxn ang="0">
                  <a:pos x="T6" y="T7"/>
                </a:cxn>
                <a:cxn ang="0">
                  <a:pos x="T8" y="T9"/>
                </a:cxn>
              </a:cxnLst>
              <a:rect l="0" t="0" r="r" b="b"/>
              <a:pathLst>
                <a:path w="378" h="324">
                  <a:moveTo>
                    <a:pt x="0" y="324"/>
                  </a:moveTo>
                  <a:lnTo>
                    <a:pt x="115" y="324"/>
                  </a:lnTo>
                  <a:lnTo>
                    <a:pt x="378" y="0"/>
                  </a:lnTo>
                  <a:lnTo>
                    <a:pt x="235" y="0"/>
                  </a:lnTo>
                  <a:lnTo>
                    <a:pt x="0" y="324"/>
                  </a:lnTo>
                  <a:close/>
                </a:path>
              </a:pathLst>
            </a:custGeom>
            <a:gradFill flip="none" rotWithShape="1">
              <a:gsLst>
                <a:gs pos="20000">
                  <a:srgbClr val="03A2E9"/>
                </a:gs>
                <a:gs pos="84000">
                  <a:srgbClr val="03A9F4">
                    <a:lumMod val="75000"/>
                  </a:srgbClr>
                </a:gs>
                <a:gs pos="92000">
                  <a:srgbClr val="03A9F4">
                    <a:lumMod val="40000"/>
                    <a:lumOff val="60000"/>
                  </a:srgbClr>
                </a:gs>
                <a:gs pos="100000">
                  <a:srgbClr val="03A9F4">
                    <a:lumMod val="50000"/>
                  </a:srgbClr>
                </a:gs>
                <a:gs pos="0">
                  <a:srgbClr val="03A9F4">
                    <a:lumMod val="50000"/>
                  </a:srgbClr>
                </a:gs>
                <a:gs pos="11000">
                  <a:srgbClr val="03A9F4">
                    <a:lumMod val="60000"/>
                    <a:lumOff val="40000"/>
                  </a:srgbClr>
                </a:gs>
              </a:gsLst>
              <a:lin ang="5400000" scaled="0"/>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0" cap="none" spc="0" normalizeH="0" baseline="0" noProof="0">
                <a:ln>
                  <a:noFill/>
                </a:ln>
                <a:solidFill>
                  <a:srgbClr val="414042"/>
                </a:solidFill>
                <a:effectLst/>
                <a:uLnTx/>
                <a:uFillTx/>
                <a:latin typeface="Aptos" panose="020B0004020202020204" pitchFamily="34" charset="0"/>
                <a:ea typeface="+mn-ea"/>
                <a:cs typeface="+mn-cs"/>
              </a:endParaRPr>
            </a:p>
          </p:txBody>
        </p:sp>
        <p:sp>
          <p:nvSpPr>
            <p:cNvPr id="28" name="Freeform 11">
              <a:extLst>
                <a:ext uri="{FF2B5EF4-FFF2-40B4-BE49-F238E27FC236}">
                  <a16:creationId xmlns="" xmlns:a16="http://schemas.microsoft.com/office/drawing/2014/main" id="{A8C488F2-F041-77BF-AD8C-22C47D9F00BA}"/>
                </a:ext>
              </a:extLst>
            </p:cNvPr>
            <p:cNvSpPr>
              <a:spLocks/>
            </p:cNvSpPr>
            <p:nvPr/>
          </p:nvSpPr>
          <p:spPr bwMode="auto">
            <a:xfrm>
              <a:off x="6056313" y="2805113"/>
              <a:ext cx="474663" cy="514350"/>
            </a:xfrm>
            <a:custGeom>
              <a:avLst/>
              <a:gdLst>
                <a:gd name="T0" fmla="*/ 299 w 299"/>
                <a:gd name="T1" fmla="*/ 0 h 324"/>
                <a:gd name="T2" fmla="*/ 41 w 299"/>
                <a:gd name="T3" fmla="*/ 324 h 324"/>
                <a:gd name="T4" fmla="*/ 0 w 299"/>
                <a:gd name="T5" fmla="*/ 324 h 324"/>
                <a:gd name="T6" fmla="*/ 254 w 299"/>
                <a:gd name="T7" fmla="*/ 0 h 324"/>
                <a:gd name="T8" fmla="*/ 299 w 299"/>
                <a:gd name="T9" fmla="*/ 0 h 324"/>
              </a:gdLst>
              <a:ahLst/>
              <a:cxnLst>
                <a:cxn ang="0">
                  <a:pos x="T0" y="T1"/>
                </a:cxn>
                <a:cxn ang="0">
                  <a:pos x="T2" y="T3"/>
                </a:cxn>
                <a:cxn ang="0">
                  <a:pos x="T4" y="T5"/>
                </a:cxn>
                <a:cxn ang="0">
                  <a:pos x="T6" y="T7"/>
                </a:cxn>
                <a:cxn ang="0">
                  <a:pos x="T8" y="T9"/>
                </a:cxn>
              </a:cxnLst>
              <a:rect l="0" t="0" r="r" b="b"/>
              <a:pathLst>
                <a:path w="299" h="324">
                  <a:moveTo>
                    <a:pt x="299" y="0"/>
                  </a:moveTo>
                  <a:lnTo>
                    <a:pt x="41" y="324"/>
                  </a:lnTo>
                  <a:lnTo>
                    <a:pt x="0" y="324"/>
                  </a:lnTo>
                  <a:lnTo>
                    <a:pt x="254" y="0"/>
                  </a:lnTo>
                  <a:lnTo>
                    <a:pt x="299" y="0"/>
                  </a:lnTo>
                  <a:close/>
                </a:path>
              </a:pathLst>
            </a:custGeom>
            <a:solidFill>
              <a:srgbClr val="03A9F4">
                <a:lumMod val="50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0" cap="none" spc="0" normalizeH="0" baseline="0" noProof="0">
                <a:ln>
                  <a:noFill/>
                </a:ln>
                <a:solidFill>
                  <a:srgbClr val="414042"/>
                </a:solidFill>
                <a:effectLst/>
                <a:uLnTx/>
                <a:uFillTx/>
                <a:latin typeface="Aptos" panose="020B0004020202020204" pitchFamily="34" charset="0"/>
                <a:ea typeface="+mn-ea"/>
                <a:cs typeface="+mn-cs"/>
              </a:endParaRPr>
            </a:p>
          </p:txBody>
        </p:sp>
        <p:sp>
          <p:nvSpPr>
            <p:cNvPr id="29" name="Freeform 12">
              <a:extLst>
                <a:ext uri="{FF2B5EF4-FFF2-40B4-BE49-F238E27FC236}">
                  <a16:creationId xmlns="" xmlns:a16="http://schemas.microsoft.com/office/drawing/2014/main" id="{D0B86CB0-A61E-3F02-BBAD-D719761AA582}"/>
                </a:ext>
              </a:extLst>
            </p:cNvPr>
            <p:cNvSpPr>
              <a:spLocks/>
            </p:cNvSpPr>
            <p:nvPr/>
          </p:nvSpPr>
          <p:spPr bwMode="auto">
            <a:xfrm>
              <a:off x="5732463" y="3333751"/>
              <a:ext cx="727075" cy="725488"/>
            </a:xfrm>
            <a:custGeom>
              <a:avLst/>
              <a:gdLst>
                <a:gd name="T0" fmla="*/ 100 w 191"/>
                <a:gd name="T1" fmla="*/ 2 h 191"/>
                <a:gd name="T2" fmla="*/ 110 w 191"/>
                <a:gd name="T3" fmla="*/ 4 h 191"/>
                <a:gd name="T4" fmla="*/ 119 w 191"/>
                <a:gd name="T5" fmla="*/ 5 h 191"/>
                <a:gd name="T6" fmla="*/ 128 w 191"/>
                <a:gd name="T7" fmla="*/ 9 h 191"/>
                <a:gd name="T8" fmla="*/ 137 w 191"/>
                <a:gd name="T9" fmla="*/ 12 h 191"/>
                <a:gd name="T10" fmla="*/ 145 w 191"/>
                <a:gd name="T11" fmla="*/ 18 h 191"/>
                <a:gd name="T12" fmla="*/ 154 w 191"/>
                <a:gd name="T13" fmla="*/ 22 h 191"/>
                <a:gd name="T14" fmla="*/ 160 w 191"/>
                <a:gd name="T15" fmla="*/ 30 h 191"/>
                <a:gd name="T16" fmla="*/ 167 w 191"/>
                <a:gd name="T17" fmla="*/ 36 h 191"/>
                <a:gd name="T18" fmla="*/ 173 w 191"/>
                <a:gd name="T19" fmla="*/ 45 h 191"/>
                <a:gd name="T20" fmla="*/ 178 w 191"/>
                <a:gd name="T21" fmla="*/ 52 h 191"/>
                <a:gd name="T22" fmla="*/ 181 w 191"/>
                <a:gd name="T23" fmla="*/ 62 h 191"/>
                <a:gd name="T24" fmla="*/ 185 w 191"/>
                <a:gd name="T25" fmla="*/ 71 h 191"/>
                <a:gd name="T26" fmla="*/ 186 w 191"/>
                <a:gd name="T27" fmla="*/ 81 h 191"/>
                <a:gd name="T28" fmla="*/ 189 w 191"/>
                <a:gd name="T29" fmla="*/ 90 h 191"/>
                <a:gd name="T30" fmla="*/ 188 w 191"/>
                <a:gd name="T31" fmla="*/ 100 h 191"/>
                <a:gd name="T32" fmla="*/ 188 w 191"/>
                <a:gd name="T33" fmla="*/ 109 h 191"/>
                <a:gd name="T34" fmla="*/ 185 w 191"/>
                <a:gd name="T35" fmla="*/ 119 h 191"/>
                <a:gd name="T36" fmla="*/ 183 w 191"/>
                <a:gd name="T37" fmla="*/ 128 h 191"/>
                <a:gd name="T38" fmla="*/ 178 w 191"/>
                <a:gd name="T39" fmla="*/ 137 h 191"/>
                <a:gd name="T40" fmla="*/ 174 w 191"/>
                <a:gd name="T41" fmla="*/ 145 h 191"/>
                <a:gd name="T42" fmla="*/ 167 w 191"/>
                <a:gd name="T43" fmla="*/ 153 h 191"/>
                <a:gd name="T44" fmla="*/ 162 w 191"/>
                <a:gd name="T45" fmla="*/ 161 h 191"/>
                <a:gd name="T46" fmla="*/ 154 w 191"/>
                <a:gd name="T47" fmla="*/ 167 h 191"/>
                <a:gd name="T48" fmla="*/ 147 w 191"/>
                <a:gd name="T49" fmla="*/ 173 h 191"/>
                <a:gd name="T50" fmla="*/ 138 w 191"/>
                <a:gd name="T51" fmla="*/ 177 h 191"/>
                <a:gd name="T52" fmla="*/ 130 w 191"/>
                <a:gd name="T53" fmla="*/ 182 h 191"/>
                <a:gd name="T54" fmla="*/ 120 w 191"/>
                <a:gd name="T55" fmla="*/ 184 h 191"/>
                <a:gd name="T56" fmla="*/ 111 w 191"/>
                <a:gd name="T57" fmla="*/ 187 h 191"/>
                <a:gd name="T58" fmla="*/ 101 w 191"/>
                <a:gd name="T59" fmla="*/ 187 h 191"/>
                <a:gd name="T60" fmla="*/ 92 w 191"/>
                <a:gd name="T61" fmla="*/ 189 h 191"/>
                <a:gd name="T62" fmla="*/ 81 w 191"/>
                <a:gd name="T63" fmla="*/ 186 h 191"/>
                <a:gd name="T64" fmla="*/ 72 w 191"/>
                <a:gd name="T65" fmla="*/ 186 h 191"/>
                <a:gd name="T66" fmla="*/ 63 w 191"/>
                <a:gd name="T67" fmla="*/ 181 h 191"/>
                <a:gd name="T68" fmla="*/ 54 w 191"/>
                <a:gd name="T69" fmla="*/ 179 h 191"/>
                <a:gd name="T70" fmla="*/ 46 w 191"/>
                <a:gd name="T71" fmla="*/ 173 h 191"/>
                <a:gd name="T72" fmla="*/ 38 w 191"/>
                <a:gd name="T73" fmla="*/ 168 h 191"/>
                <a:gd name="T74" fmla="*/ 31 w 191"/>
                <a:gd name="T75" fmla="*/ 161 h 191"/>
                <a:gd name="T76" fmla="*/ 24 w 191"/>
                <a:gd name="T77" fmla="*/ 155 h 191"/>
                <a:gd name="T78" fmla="*/ 19 w 191"/>
                <a:gd name="T79" fmla="*/ 146 h 191"/>
                <a:gd name="T80" fmla="*/ 13 w 191"/>
                <a:gd name="T81" fmla="*/ 138 h 191"/>
                <a:gd name="T82" fmla="*/ 10 w 191"/>
                <a:gd name="T83" fmla="*/ 129 h 191"/>
                <a:gd name="T84" fmla="*/ 6 w 191"/>
                <a:gd name="T85" fmla="*/ 120 h 191"/>
                <a:gd name="T86" fmla="*/ 5 w 191"/>
                <a:gd name="T87" fmla="*/ 110 h 191"/>
                <a:gd name="T88" fmla="*/ 3 w 191"/>
                <a:gd name="T89" fmla="*/ 101 h 191"/>
                <a:gd name="T90" fmla="*/ 4 w 191"/>
                <a:gd name="T91" fmla="*/ 91 h 191"/>
                <a:gd name="T92" fmla="*/ 3 w 191"/>
                <a:gd name="T93" fmla="*/ 82 h 191"/>
                <a:gd name="T94" fmla="*/ 7 w 191"/>
                <a:gd name="T95" fmla="*/ 72 h 191"/>
                <a:gd name="T96" fmla="*/ 8 w 191"/>
                <a:gd name="T97" fmla="*/ 63 h 191"/>
                <a:gd name="T98" fmla="*/ 13 w 191"/>
                <a:gd name="T99" fmla="*/ 54 h 191"/>
                <a:gd name="T100" fmla="*/ 17 w 191"/>
                <a:gd name="T101" fmla="*/ 45 h 191"/>
                <a:gd name="T102" fmla="*/ 24 w 191"/>
                <a:gd name="T103" fmla="*/ 38 h 191"/>
                <a:gd name="T104" fmla="*/ 29 w 191"/>
                <a:gd name="T105" fmla="*/ 30 h 191"/>
                <a:gd name="T106" fmla="*/ 37 w 191"/>
                <a:gd name="T107" fmla="*/ 24 h 191"/>
                <a:gd name="T108" fmla="*/ 44 w 191"/>
                <a:gd name="T109" fmla="*/ 18 h 191"/>
                <a:gd name="T110" fmla="*/ 54 w 191"/>
                <a:gd name="T111" fmla="*/ 14 h 191"/>
                <a:gd name="T112" fmla="*/ 61 w 191"/>
                <a:gd name="T113" fmla="*/ 9 h 191"/>
                <a:gd name="T114" fmla="*/ 71 w 191"/>
                <a:gd name="T115" fmla="*/ 7 h 191"/>
                <a:gd name="T116" fmla="*/ 80 w 191"/>
                <a:gd name="T117" fmla="*/ 4 h 191"/>
                <a:gd name="T118" fmla="*/ 90 w 191"/>
                <a:gd name="T119" fmla="*/ 3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1" h="191">
                  <a:moveTo>
                    <a:pt x="92" y="2"/>
                  </a:moveTo>
                  <a:cubicBezTo>
                    <a:pt x="94" y="0"/>
                    <a:pt x="97" y="0"/>
                    <a:pt x="100" y="2"/>
                  </a:cubicBezTo>
                  <a:cubicBezTo>
                    <a:pt x="101" y="3"/>
                    <a:pt x="101" y="3"/>
                    <a:pt x="101" y="3"/>
                  </a:cubicBezTo>
                  <a:cubicBezTo>
                    <a:pt x="103" y="6"/>
                    <a:pt x="107" y="6"/>
                    <a:pt x="110" y="4"/>
                  </a:cubicBezTo>
                  <a:cubicBezTo>
                    <a:pt x="111" y="4"/>
                    <a:pt x="111" y="4"/>
                    <a:pt x="111" y="4"/>
                  </a:cubicBezTo>
                  <a:cubicBezTo>
                    <a:pt x="114" y="2"/>
                    <a:pt x="117" y="2"/>
                    <a:pt x="119" y="5"/>
                  </a:cubicBezTo>
                  <a:cubicBezTo>
                    <a:pt x="120" y="7"/>
                    <a:pt x="120" y="7"/>
                    <a:pt x="120" y="7"/>
                  </a:cubicBezTo>
                  <a:cubicBezTo>
                    <a:pt x="121" y="9"/>
                    <a:pt x="125" y="11"/>
                    <a:pt x="128" y="9"/>
                  </a:cubicBezTo>
                  <a:cubicBezTo>
                    <a:pt x="130" y="9"/>
                    <a:pt x="130" y="9"/>
                    <a:pt x="130" y="9"/>
                  </a:cubicBezTo>
                  <a:cubicBezTo>
                    <a:pt x="133" y="7"/>
                    <a:pt x="136" y="9"/>
                    <a:pt x="137" y="12"/>
                  </a:cubicBezTo>
                  <a:cubicBezTo>
                    <a:pt x="138" y="14"/>
                    <a:pt x="138" y="14"/>
                    <a:pt x="138" y="14"/>
                  </a:cubicBezTo>
                  <a:cubicBezTo>
                    <a:pt x="139" y="17"/>
                    <a:pt x="142" y="19"/>
                    <a:pt x="145" y="18"/>
                  </a:cubicBezTo>
                  <a:cubicBezTo>
                    <a:pt x="147" y="18"/>
                    <a:pt x="147" y="18"/>
                    <a:pt x="147" y="18"/>
                  </a:cubicBezTo>
                  <a:cubicBezTo>
                    <a:pt x="150" y="17"/>
                    <a:pt x="153" y="19"/>
                    <a:pt x="154" y="22"/>
                  </a:cubicBezTo>
                  <a:cubicBezTo>
                    <a:pt x="154" y="24"/>
                    <a:pt x="154" y="24"/>
                    <a:pt x="154" y="24"/>
                  </a:cubicBezTo>
                  <a:cubicBezTo>
                    <a:pt x="154" y="27"/>
                    <a:pt x="157" y="30"/>
                    <a:pt x="160" y="30"/>
                  </a:cubicBezTo>
                  <a:cubicBezTo>
                    <a:pt x="162" y="30"/>
                    <a:pt x="162" y="30"/>
                    <a:pt x="162" y="30"/>
                  </a:cubicBezTo>
                  <a:cubicBezTo>
                    <a:pt x="165" y="30"/>
                    <a:pt x="168" y="33"/>
                    <a:pt x="167" y="36"/>
                  </a:cubicBezTo>
                  <a:cubicBezTo>
                    <a:pt x="167" y="38"/>
                    <a:pt x="167" y="38"/>
                    <a:pt x="167" y="38"/>
                  </a:cubicBezTo>
                  <a:cubicBezTo>
                    <a:pt x="167" y="41"/>
                    <a:pt x="169" y="44"/>
                    <a:pt x="173" y="45"/>
                  </a:cubicBezTo>
                  <a:cubicBezTo>
                    <a:pt x="174" y="45"/>
                    <a:pt x="174" y="45"/>
                    <a:pt x="174" y="45"/>
                  </a:cubicBezTo>
                  <a:cubicBezTo>
                    <a:pt x="177" y="46"/>
                    <a:pt x="179" y="49"/>
                    <a:pt x="178" y="52"/>
                  </a:cubicBezTo>
                  <a:cubicBezTo>
                    <a:pt x="178" y="54"/>
                    <a:pt x="178" y="54"/>
                    <a:pt x="178" y="54"/>
                  </a:cubicBezTo>
                  <a:cubicBezTo>
                    <a:pt x="177" y="57"/>
                    <a:pt x="178" y="61"/>
                    <a:pt x="181" y="62"/>
                  </a:cubicBezTo>
                  <a:cubicBezTo>
                    <a:pt x="183" y="63"/>
                    <a:pt x="183" y="63"/>
                    <a:pt x="183" y="63"/>
                  </a:cubicBezTo>
                  <a:cubicBezTo>
                    <a:pt x="186" y="64"/>
                    <a:pt x="187" y="68"/>
                    <a:pt x="185" y="71"/>
                  </a:cubicBezTo>
                  <a:cubicBezTo>
                    <a:pt x="185" y="72"/>
                    <a:pt x="185" y="72"/>
                    <a:pt x="185" y="72"/>
                  </a:cubicBezTo>
                  <a:cubicBezTo>
                    <a:pt x="183" y="75"/>
                    <a:pt x="184" y="79"/>
                    <a:pt x="186" y="81"/>
                  </a:cubicBezTo>
                  <a:cubicBezTo>
                    <a:pt x="188" y="82"/>
                    <a:pt x="188" y="82"/>
                    <a:pt x="188" y="82"/>
                  </a:cubicBezTo>
                  <a:cubicBezTo>
                    <a:pt x="190" y="84"/>
                    <a:pt x="191" y="87"/>
                    <a:pt x="189" y="90"/>
                  </a:cubicBezTo>
                  <a:cubicBezTo>
                    <a:pt x="188" y="91"/>
                    <a:pt x="188" y="91"/>
                    <a:pt x="188" y="91"/>
                  </a:cubicBezTo>
                  <a:cubicBezTo>
                    <a:pt x="185" y="93"/>
                    <a:pt x="185" y="97"/>
                    <a:pt x="188" y="100"/>
                  </a:cubicBezTo>
                  <a:cubicBezTo>
                    <a:pt x="189" y="101"/>
                    <a:pt x="189" y="101"/>
                    <a:pt x="189" y="101"/>
                  </a:cubicBezTo>
                  <a:cubicBezTo>
                    <a:pt x="191" y="104"/>
                    <a:pt x="190" y="107"/>
                    <a:pt x="188" y="109"/>
                  </a:cubicBezTo>
                  <a:cubicBezTo>
                    <a:pt x="186" y="110"/>
                    <a:pt x="186" y="110"/>
                    <a:pt x="186" y="110"/>
                  </a:cubicBezTo>
                  <a:cubicBezTo>
                    <a:pt x="184" y="112"/>
                    <a:pt x="183" y="116"/>
                    <a:pt x="185" y="119"/>
                  </a:cubicBezTo>
                  <a:cubicBezTo>
                    <a:pt x="185" y="120"/>
                    <a:pt x="185" y="120"/>
                    <a:pt x="185" y="120"/>
                  </a:cubicBezTo>
                  <a:cubicBezTo>
                    <a:pt x="187" y="123"/>
                    <a:pt x="186" y="127"/>
                    <a:pt x="183" y="128"/>
                  </a:cubicBezTo>
                  <a:cubicBezTo>
                    <a:pt x="181" y="129"/>
                    <a:pt x="181" y="129"/>
                    <a:pt x="181" y="129"/>
                  </a:cubicBezTo>
                  <a:cubicBezTo>
                    <a:pt x="178" y="130"/>
                    <a:pt x="177" y="134"/>
                    <a:pt x="178" y="137"/>
                  </a:cubicBezTo>
                  <a:cubicBezTo>
                    <a:pt x="178" y="138"/>
                    <a:pt x="178" y="138"/>
                    <a:pt x="178" y="138"/>
                  </a:cubicBezTo>
                  <a:cubicBezTo>
                    <a:pt x="179" y="142"/>
                    <a:pt x="177" y="145"/>
                    <a:pt x="174" y="145"/>
                  </a:cubicBezTo>
                  <a:cubicBezTo>
                    <a:pt x="173" y="146"/>
                    <a:pt x="173" y="146"/>
                    <a:pt x="173" y="146"/>
                  </a:cubicBezTo>
                  <a:cubicBezTo>
                    <a:pt x="169" y="147"/>
                    <a:pt x="167" y="150"/>
                    <a:pt x="167" y="153"/>
                  </a:cubicBezTo>
                  <a:cubicBezTo>
                    <a:pt x="167" y="155"/>
                    <a:pt x="167" y="155"/>
                    <a:pt x="167" y="155"/>
                  </a:cubicBezTo>
                  <a:cubicBezTo>
                    <a:pt x="168" y="158"/>
                    <a:pt x="165" y="161"/>
                    <a:pt x="162" y="161"/>
                  </a:cubicBezTo>
                  <a:cubicBezTo>
                    <a:pt x="160" y="161"/>
                    <a:pt x="160" y="161"/>
                    <a:pt x="160" y="161"/>
                  </a:cubicBezTo>
                  <a:cubicBezTo>
                    <a:pt x="157" y="161"/>
                    <a:pt x="154" y="163"/>
                    <a:pt x="154" y="167"/>
                  </a:cubicBezTo>
                  <a:cubicBezTo>
                    <a:pt x="154" y="168"/>
                    <a:pt x="154" y="168"/>
                    <a:pt x="154" y="168"/>
                  </a:cubicBezTo>
                  <a:cubicBezTo>
                    <a:pt x="153" y="172"/>
                    <a:pt x="150" y="174"/>
                    <a:pt x="147" y="173"/>
                  </a:cubicBezTo>
                  <a:cubicBezTo>
                    <a:pt x="145" y="173"/>
                    <a:pt x="145" y="173"/>
                    <a:pt x="145" y="173"/>
                  </a:cubicBezTo>
                  <a:cubicBezTo>
                    <a:pt x="142" y="172"/>
                    <a:pt x="139" y="174"/>
                    <a:pt x="138" y="177"/>
                  </a:cubicBezTo>
                  <a:cubicBezTo>
                    <a:pt x="137" y="179"/>
                    <a:pt x="137" y="179"/>
                    <a:pt x="137" y="179"/>
                  </a:cubicBezTo>
                  <a:cubicBezTo>
                    <a:pt x="136" y="182"/>
                    <a:pt x="133" y="183"/>
                    <a:pt x="130" y="182"/>
                  </a:cubicBezTo>
                  <a:cubicBezTo>
                    <a:pt x="128" y="181"/>
                    <a:pt x="128" y="181"/>
                    <a:pt x="128" y="181"/>
                  </a:cubicBezTo>
                  <a:cubicBezTo>
                    <a:pt x="125" y="180"/>
                    <a:pt x="121" y="181"/>
                    <a:pt x="120" y="184"/>
                  </a:cubicBezTo>
                  <a:cubicBezTo>
                    <a:pt x="119" y="186"/>
                    <a:pt x="119" y="186"/>
                    <a:pt x="119" y="186"/>
                  </a:cubicBezTo>
                  <a:cubicBezTo>
                    <a:pt x="117" y="189"/>
                    <a:pt x="114" y="189"/>
                    <a:pt x="111" y="187"/>
                  </a:cubicBezTo>
                  <a:cubicBezTo>
                    <a:pt x="110" y="186"/>
                    <a:pt x="110" y="186"/>
                    <a:pt x="110" y="186"/>
                  </a:cubicBezTo>
                  <a:cubicBezTo>
                    <a:pt x="107" y="184"/>
                    <a:pt x="103" y="185"/>
                    <a:pt x="101" y="187"/>
                  </a:cubicBezTo>
                  <a:cubicBezTo>
                    <a:pt x="100" y="189"/>
                    <a:pt x="100" y="189"/>
                    <a:pt x="100" y="189"/>
                  </a:cubicBezTo>
                  <a:cubicBezTo>
                    <a:pt x="97" y="191"/>
                    <a:pt x="94" y="191"/>
                    <a:pt x="92" y="189"/>
                  </a:cubicBezTo>
                  <a:cubicBezTo>
                    <a:pt x="90" y="187"/>
                    <a:pt x="90" y="187"/>
                    <a:pt x="90" y="187"/>
                  </a:cubicBezTo>
                  <a:cubicBezTo>
                    <a:pt x="88" y="185"/>
                    <a:pt x="84" y="184"/>
                    <a:pt x="81" y="186"/>
                  </a:cubicBezTo>
                  <a:cubicBezTo>
                    <a:pt x="80" y="187"/>
                    <a:pt x="80" y="187"/>
                    <a:pt x="80" y="187"/>
                  </a:cubicBezTo>
                  <a:cubicBezTo>
                    <a:pt x="77" y="189"/>
                    <a:pt x="74" y="189"/>
                    <a:pt x="72" y="186"/>
                  </a:cubicBezTo>
                  <a:cubicBezTo>
                    <a:pt x="71" y="184"/>
                    <a:pt x="71" y="184"/>
                    <a:pt x="71" y="184"/>
                  </a:cubicBezTo>
                  <a:cubicBezTo>
                    <a:pt x="70" y="181"/>
                    <a:pt x="66" y="180"/>
                    <a:pt x="63" y="181"/>
                  </a:cubicBezTo>
                  <a:cubicBezTo>
                    <a:pt x="61" y="182"/>
                    <a:pt x="61" y="182"/>
                    <a:pt x="61" y="182"/>
                  </a:cubicBezTo>
                  <a:cubicBezTo>
                    <a:pt x="58" y="183"/>
                    <a:pt x="55" y="182"/>
                    <a:pt x="54" y="179"/>
                  </a:cubicBezTo>
                  <a:cubicBezTo>
                    <a:pt x="54" y="177"/>
                    <a:pt x="54" y="177"/>
                    <a:pt x="54" y="177"/>
                  </a:cubicBezTo>
                  <a:cubicBezTo>
                    <a:pt x="52" y="174"/>
                    <a:pt x="49" y="172"/>
                    <a:pt x="46" y="173"/>
                  </a:cubicBezTo>
                  <a:cubicBezTo>
                    <a:pt x="44" y="173"/>
                    <a:pt x="44" y="173"/>
                    <a:pt x="44" y="173"/>
                  </a:cubicBezTo>
                  <a:cubicBezTo>
                    <a:pt x="41" y="174"/>
                    <a:pt x="38" y="172"/>
                    <a:pt x="38" y="168"/>
                  </a:cubicBezTo>
                  <a:cubicBezTo>
                    <a:pt x="37" y="167"/>
                    <a:pt x="37" y="167"/>
                    <a:pt x="37" y="167"/>
                  </a:cubicBezTo>
                  <a:cubicBezTo>
                    <a:pt x="37" y="163"/>
                    <a:pt x="34" y="161"/>
                    <a:pt x="31" y="161"/>
                  </a:cubicBezTo>
                  <a:cubicBezTo>
                    <a:pt x="29" y="161"/>
                    <a:pt x="29" y="161"/>
                    <a:pt x="29" y="161"/>
                  </a:cubicBezTo>
                  <a:cubicBezTo>
                    <a:pt x="26" y="161"/>
                    <a:pt x="23" y="158"/>
                    <a:pt x="24" y="155"/>
                  </a:cubicBezTo>
                  <a:cubicBezTo>
                    <a:pt x="24" y="153"/>
                    <a:pt x="24" y="153"/>
                    <a:pt x="24" y="153"/>
                  </a:cubicBezTo>
                  <a:cubicBezTo>
                    <a:pt x="24" y="150"/>
                    <a:pt x="22" y="147"/>
                    <a:pt x="19" y="146"/>
                  </a:cubicBezTo>
                  <a:cubicBezTo>
                    <a:pt x="17" y="145"/>
                    <a:pt x="17" y="145"/>
                    <a:pt x="17" y="145"/>
                  </a:cubicBezTo>
                  <a:cubicBezTo>
                    <a:pt x="14" y="145"/>
                    <a:pt x="12" y="142"/>
                    <a:pt x="13" y="138"/>
                  </a:cubicBezTo>
                  <a:cubicBezTo>
                    <a:pt x="13" y="137"/>
                    <a:pt x="13" y="137"/>
                    <a:pt x="13" y="137"/>
                  </a:cubicBezTo>
                  <a:cubicBezTo>
                    <a:pt x="14" y="134"/>
                    <a:pt x="13" y="130"/>
                    <a:pt x="10" y="129"/>
                  </a:cubicBezTo>
                  <a:cubicBezTo>
                    <a:pt x="8" y="128"/>
                    <a:pt x="8" y="128"/>
                    <a:pt x="8" y="128"/>
                  </a:cubicBezTo>
                  <a:cubicBezTo>
                    <a:pt x="5" y="127"/>
                    <a:pt x="4" y="123"/>
                    <a:pt x="6" y="120"/>
                  </a:cubicBezTo>
                  <a:cubicBezTo>
                    <a:pt x="7" y="119"/>
                    <a:pt x="7" y="119"/>
                    <a:pt x="7" y="119"/>
                  </a:cubicBezTo>
                  <a:cubicBezTo>
                    <a:pt x="8" y="116"/>
                    <a:pt x="7" y="112"/>
                    <a:pt x="5" y="110"/>
                  </a:cubicBezTo>
                  <a:cubicBezTo>
                    <a:pt x="3" y="109"/>
                    <a:pt x="3" y="109"/>
                    <a:pt x="3" y="109"/>
                  </a:cubicBezTo>
                  <a:cubicBezTo>
                    <a:pt x="1" y="107"/>
                    <a:pt x="0" y="104"/>
                    <a:pt x="3" y="101"/>
                  </a:cubicBezTo>
                  <a:cubicBezTo>
                    <a:pt x="4" y="100"/>
                    <a:pt x="4" y="100"/>
                    <a:pt x="4" y="100"/>
                  </a:cubicBezTo>
                  <a:cubicBezTo>
                    <a:pt x="6" y="97"/>
                    <a:pt x="6" y="93"/>
                    <a:pt x="4" y="91"/>
                  </a:cubicBezTo>
                  <a:cubicBezTo>
                    <a:pt x="3" y="90"/>
                    <a:pt x="3" y="90"/>
                    <a:pt x="3" y="90"/>
                  </a:cubicBezTo>
                  <a:cubicBezTo>
                    <a:pt x="0" y="87"/>
                    <a:pt x="1" y="84"/>
                    <a:pt x="3" y="82"/>
                  </a:cubicBezTo>
                  <a:cubicBezTo>
                    <a:pt x="5" y="81"/>
                    <a:pt x="5" y="81"/>
                    <a:pt x="5" y="81"/>
                  </a:cubicBezTo>
                  <a:cubicBezTo>
                    <a:pt x="7" y="79"/>
                    <a:pt x="8" y="75"/>
                    <a:pt x="7" y="72"/>
                  </a:cubicBezTo>
                  <a:cubicBezTo>
                    <a:pt x="6" y="71"/>
                    <a:pt x="6" y="71"/>
                    <a:pt x="6" y="71"/>
                  </a:cubicBezTo>
                  <a:cubicBezTo>
                    <a:pt x="4" y="68"/>
                    <a:pt x="5" y="64"/>
                    <a:pt x="8" y="63"/>
                  </a:cubicBezTo>
                  <a:cubicBezTo>
                    <a:pt x="10" y="62"/>
                    <a:pt x="10" y="62"/>
                    <a:pt x="10" y="62"/>
                  </a:cubicBezTo>
                  <a:cubicBezTo>
                    <a:pt x="13" y="61"/>
                    <a:pt x="14" y="57"/>
                    <a:pt x="13" y="54"/>
                  </a:cubicBezTo>
                  <a:cubicBezTo>
                    <a:pt x="13" y="52"/>
                    <a:pt x="13" y="52"/>
                    <a:pt x="13" y="52"/>
                  </a:cubicBezTo>
                  <a:cubicBezTo>
                    <a:pt x="12" y="49"/>
                    <a:pt x="14" y="46"/>
                    <a:pt x="17" y="45"/>
                  </a:cubicBezTo>
                  <a:cubicBezTo>
                    <a:pt x="19" y="45"/>
                    <a:pt x="19" y="45"/>
                    <a:pt x="19" y="45"/>
                  </a:cubicBezTo>
                  <a:cubicBezTo>
                    <a:pt x="22" y="44"/>
                    <a:pt x="24" y="41"/>
                    <a:pt x="24" y="38"/>
                  </a:cubicBezTo>
                  <a:cubicBezTo>
                    <a:pt x="24" y="36"/>
                    <a:pt x="24" y="36"/>
                    <a:pt x="24" y="36"/>
                  </a:cubicBezTo>
                  <a:cubicBezTo>
                    <a:pt x="23" y="33"/>
                    <a:pt x="26" y="30"/>
                    <a:pt x="29" y="30"/>
                  </a:cubicBezTo>
                  <a:cubicBezTo>
                    <a:pt x="31" y="30"/>
                    <a:pt x="31" y="30"/>
                    <a:pt x="31" y="30"/>
                  </a:cubicBezTo>
                  <a:cubicBezTo>
                    <a:pt x="34" y="30"/>
                    <a:pt x="37" y="27"/>
                    <a:pt x="37" y="24"/>
                  </a:cubicBezTo>
                  <a:cubicBezTo>
                    <a:pt x="38" y="22"/>
                    <a:pt x="38" y="22"/>
                    <a:pt x="38" y="22"/>
                  </a:cubicBezTo>
                  <a:cubicBezTo>
                    <a:pt x="38" y="19"/>
                    <a:pt x="41" y="17"/>
                    <a:pt x="44" y="18"/>
                  </a:cubicBezTo>
                  <a:cubicBezTo>
                    <a:pt x="46" y="18"/>
                    <a:pt x="46" y="18"/>
                    <a:pt x="46" y="18"/>
                  </a:cubicBezTo>
                  <a:cubicBezTo>
                    <a:pt x="49" y="19"/>
                    <a:pt x="52" y="17"/>
                    <a:pt x="54" y="14"/>
                  </a:cubicBezTo>
                  <a:cubicBezTo>
                    <a:pt x="54" y="12"/>
                    <a:pt x="54" y="12"/>
                    <a:pt x="54" y="12"/>
                  </a:cubicBezTo>
                  <a:cubicBezTo>
                    <a:pt x="55" y="9"/>
                    <a:pt x="58" y="7"/>
                    <a:pt x="61" y="9"/>
                  </a:cubicBezTo>
                  <a:cubicBezTo>
                    <a:pt x="63" y="9"/>
                    <a:pt x="63" y="9"/>
                    <a:pt x="63" y="9"/>
                  </a:cubicBezTo>
                  <a:cubicBezTo>
                    <a:pt x="66" y="11"/>
                    <a:pt x="70" y="9"/>
                    <a:pt x="71" y="7"/>
                  </a:cubicBezTo>
                  <a:cubicBezTo>
                    <a:pt x="72" y="5"/>
                    <a:pt x="72" y="5"/>
                    <a:pt x="72" y="5"/>
                  </a:cubicBezTo>
                  <a:cubicBezTo>
                    <a:pt x="74" y="2"/>
                    <a:pt x="77" y="2"/>
                    <a:pt x="80" y="4"/>
                  </a:cubicBezTo>
                  <a:cubicBezTo>
                    <a:pt x="81" y="4"/>
                    <a:pt x="81" y="4"/>
                    <a:pt x="81" y="4"/>
                  </a:cubicBezTo>
                  <a:cubicBezTo>
                    <a:pt x="84" y="6"/>
                    <a:pt x="88" y="6"/>
                    <a:pt x="90" y="3"/>
                  </a:cubicBezTo>
                  <a:lnTo>
                    <a:pt x="92" y="2"/>
                  </a:lnTo>
                  <a:close/>
                </a:path>
              </a:pathLst>
            </a:cu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0" cap="none" spc="0" normalizeH="0" baseline="0" noProof="0">
                <a:ln>
                  <a:noFill/>
                </a:ln>
                <a:solidFill>
                  <a:srgbClr val="414042"/>
                </a:solidFill>
                <a:effectLst/>
                <a:uLnTx/>
                <a:uFillTx/>
                <a:latin typeface="Aptos" panose="020B0004020202020204" pitchFamily="34" charset="0"/>
                <a:ea typeface="+mn-ea"/>
                <a:cs typeface="+mn-cs"/>
              </a:endParaRPr>
            </a:p>
          </p:txBody>
        </p:sp>
        <p:sp>
          <p:nvSpPr>
            <p:cNvPr id="30" name="Freeform 13">
              <a:extLst>
                <a:ext uri="{FF2B5EF4-FFF2-40B4-BE49-F238E27FC236}">
                  <a16:creationId xmlns="" xmlns:a16="http://schemas.microsoft.com/office/drawing/2014/main" id="{2D98B0F0-EE60-F163-4EC6-4E1FCFBFE6A8}"/>
                </a:ext>
              </a:extLst>
            </p:cNvPr>
            <p:cNvSpPr>
              <a:spLocks/>
            </p:cNvSpPr>
            <p:nvPr/>
          </p:nvSpPr>
          <p:spPr bwMode="auto">
            <a:xfrm>
              <a:off x="5743575" y="3341688"/>
              <a:ext cx="704850" cy="711200"/>
            </a:xfrm>
            <a:custGeom>
              <a:avLst/>
              <a:gdLst>
                <a:gd name="T0" fmla="*/ 89 w 185"/>
                <a:gd name="T1" fmla="*/ 184 h 187"/>
                <a:gd name="T2" fmla="*/ 76 w 185"/>
                <a:gd name="T3" fmla="*/ 184 h 187"/>
                <a:gd name="T4" fmla="*/ 70 w 185"/>
                <a:gd name="T5" fmla="*/ 181 h 187"/>
                <a:gd name="T6" fmla="*/ 58 w 185"/>
                <a:gd name="T7" fmla="*/ 179 h 187"/>
                <a:gd name="T8" fmla="*/ 52 w 185"/>
                <a:gd name="T9" fmla="*/ 175 h 187"/>
                <a:gd name="T10" fmla="*/ 41 w 185"/>
                <a:gd name="T11" fmla="*/ 169 h 187"/>
                <a:gd name="T12" fmla="*/ 36 w 185"/>
                <a:gd name="T13" fmla="*/ 165 h 187"/>
                <a:gd name="T14" fmla="*/ 23 w 185"/>
                <a:gd name="T15" fmla="*/ 156 h 187"/>
                <a:gd name="T16" fmla="*/ 16 w 185"/>
                <a:gd name="T17" fmla="*/ 142 h 187"/>
                <a:gd name="T18" fmla="*/ 12 w 185"/>
                <a:gd name="T19" fmla="*/ 137 h 187"/>
                <a:gd name="T20" fmla="*/ 6 w 185"/>
                <a:gd name="T21" fmla="*/ 125 h 187"/>
                <a:gd name="T22" fmla="*/ 5 w 185"/>
                <a:gd name="T23" fmla="*/ 118 h 187"/>
                <a:gd name="T24" fmla="*/ 0 w 185"/>
                <a:gd name="T25" fmla="*/ 103 h 187"/>
                <a:gd name="T26" fmla="*/ 2 w 185"/>
                <a:gd name="T27" fmla="*/ 88 h 187"/>
                <a:gd name="T28" fmla="*/ 1 w 185"/>
                <a:gd name="T29" fmla="*/ 81 h 187"/>
                <a:gd name="T30" fmla="*/ 4 w 185"/>
                <a:gd name="T31" fmla="*/ 68 h 187"/>
                <a:gd name="T32" fmla="*/ 7 w 185"/>
                <a:gd name="T33" fmla="*/ 62 h 187"/>
                <a:gd name="T34" fmla="*/ 12 w 185"/>
                <a:gd name="T35" fmla="*/ 47 h 187"/>
                <a:gd name="T36" fmla="*/ 23 w 185"/>
                <a:gd name="T37" fmla="*/ 36 h 187"/>
                <a:gd name="T38" fmla="*/ 26 w 185"/>
                <a:gd name="T39" fmla="*/ 30 h 187"/>
                <a:gd name="T40" fmla="*/ 36 w 185"/>
                <a:gd name="T41" fmla="*/ 21 h 187"/>
                <a:gd name="T42" fmla="*/ 42 w 185"/>
                <a:gd name="T43" fmla="*/ 18 h 187"/>
                <a:gd name="T44" fmla="*/ 53 w 185"/>
                <a:gd name="T45" fmla="*/ 11 h 187"/>
                <a:gd name="T46" fmla="*/ 59 w 185"/>
                <a:gd name="T47" fmla="*/ 9 h 187"/>
                <a:gd name="T48" fmla="*/ 71 w 185"/>
                <a:gd name="T49" fmla="*/ 4 h 187"/>
                <a:gd name="T50" fmla="*/ 77 w 185"/>
                <a:gd name="T51" fmla="*/ 4 h 187"/>
                <a:gd name="T52" fmla="*/ 90 w 185"/>
                <a:gd name="T53" fmla="*/ 1 h 187"/>
                <a:gd name="T54" fmla="*/ 96 w 185"/>
                <a:gd name="T55" fmla="*/ 3 h 187"/>
                <a:gd name="T56" fmla="*/ 109 w 185"/>
                <a:gd name="T57" fmla="*/ 3 h 187"/>
                <a:gd name="T58" fmla="*/ 115 w 185"/>
                <a:gd name="T59" fmla="*/ 5 h 187"/>
                <a:gd name="T60" fmla="*/ 127 w 185"/>
                <a:gd name="T61" fmla="*/ 8 h 187"/>
                <a:gd name="T62" fmla="*/ 133 w 185"/>
                <a:gd name="T63" fmla="*/ 12 h 187"/>
                <a:gd name="T64" fmla="*/ 144 w 185"/>
                <a:gd name="T65" fmla="*/ 17 h 187"/>
                <a:gd name="T66" fmla="*/ 149 w 185"/>
                <a:gd name="T67" fmla="*/ 22 h 187"/>
                <a:gd name="T68" fmla="*/ 162 w 185"/>
                <a:gd name="T69" fmla="*/ 31 h 187"/>
                <a:gd name="T70" fmla="*/ 169 w 185"/>
                <a:gd name="T71" fmla="*/ 45 h 187"/>
                <a:gd name="T72" fmla="*/ 174 w 185"/>
                <a:gd name="T73" fmla="*/ 50 h 187"/>
                <a:gd name="T74" fmla="*/ 179 w 185"/>
                <a:gd name="T75" fmla="*/ 62 h 187"/>
                <a:gd name="T76" fmla="*/ 180 w 185"/>
                <a:gd name="T77" fmla="*/ 69 h 187"/>
                <a:gd name="T78" fmla="*/ 185 w 185"/>
                <a:gd name="T79" fmla="*/ 84 h 187"/>
                <a:gd name="T80" fmla="*/ 183 w 185"/>
                <a:gd name="T81" fmla="*/ 99 h 187"/>
                <a:gd name="T82" fmla="*/ 184 w 185"/>
                <a:gd name="T83" fmla="*/ 106 h 187"/>
                <a:gd name="T84" fmla="*/ 181 w 185"/>
                <a:gd name="T85" fmla="*/ 119 h 187"/>
                <a:gd name="T86" fmla="*/ 178 w 185"/>
                <a:gd name="T87" fmla="*/ 125 h 187"/>
                <a:gd name="T88" fmla="*/ 173 w 185"/>
                <a:gd name="T89" fmla="*/ 140 h 187"/>
                <a:gd name="T90" fmla="*/ 163 w 185"/>
                <a:gd name="T91" fmla="*/ 151 h 187"/>
                <a:gd name="T92" fmla="*/ 159 w 185"/>
                <a:gd name="T93" fmla="*/ 157 h 187"/>
                <a:gd name="T94" fmla="*/ 149 w 185"/>
                <a:gd name="T95" fmla="*/ 166 h 187"/>
                <a:gd name="T96" fmla="*/ 143 w 185"/>
                <a:gd name="T97" fmla="*/ 169 h 187"/>
                <a:gd name="T98" fmla="*/ 133 w 185"/>
                <a:gd name="T99" fmla="*/ 176 h 187"/>
                <a:gd name="T100" fmla="*/ 126 w 185"/>
                <a:gd name="T101" fmla="*/ 178 h 187"/>
                <a:gd name="T102" fmla="*/ 114 w 185"/>
                <a:gd name="T103" fmla="*/ 183 h 187"/>
                <a:gd name="T104" fmla="*/ 108 w 185"/>
                <a:gd name="T105" fmla="*/ 183 h 187"/>
                <a:gd name="T106" fmla="*/ 95 w 185"/>
                <a:gd name="T107" fmla="*/ 185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5" h="187">
                  <a:moveTo>
                    <a:pt x="93" y="187"/>
                  </a:moveTo>
                  <a:cubicBezTo>
                    <a:pt x="92" y="187"/>
                    <a:pt x="91" y="186"/>
                    <a:pt x="90" y="185"/>
                  </a:cubicBezTo>
                  <a:cubicBezTo>
                    <a:pt x="89" y="184"/>
                    <a:pt x="89" y="184"/>
                    <a:pt x="89" y="184"/>
                  </a:cubicBezTo>
                  <a:cubicBezTo>
                    <a:pt x="87" y="182"/>
                    <a:pt x="85" y="181"/>
                    <a:pt x="82" y="181"/>
                  </a:cubicBezTo>
                  <a:cubicBezTo>
                    <a:pt x="81" y="181"/>
                    <a:pt x="79" y="182"/>
                    <a:pt x="77" y="183"/>
                  </a:cubicBezTo>
                  <a:cubicBezTo>
                    <a:pt x="76" y="184"/>
                    <a:pt x="76" y="184"/>
                    <a:pt x="76" y="184"/>
                  </a:cubicBezTo>
                  <a:cubicBezTo>
                    <a:pt x="76" y="184"/>
                    <a:pt x="75" y="185"/>
                    <a:pt x="74" y="185"/>
                  </a:cubicBezTo>
                  <a:cubicBezTo>
                    <a:pt x="73" y="185"/>
                    <a:pt x="71" y="184"/>
                    <a:pt x="71" y="183"/>
                  </a:cubicBezTo>
                  <a:cubicBezTo>
                    <a:pt x="70" y="181"/>
                    <a:pt x="70" y="181"/>
                    <a:pt x="70" y="181"/>
                  </a:cubicBezTo>
                  <a:cubicBezTo>
                    <a:pt x="68" y="179"/>
                    <a:pt x="66" y="177"/>
                    <a:pt x="62" y="177"/>
                  </a:cubicBezTo>
                  <a:cubicBezTo>
                    <a:pt x="61" y="177"/>
                    <a:pt x="60" y="177"/>
                    <a:pt x="59" y="178"/>
                  </a:cubicBezTo>
                  <a:cubicBezTo>
                    <a:pt x="58" y="179"/>
                    <a:pt x="58" y="179"/>
                    <a:pt x="58" y="179"/>
                  </a:cubicBezTo>
                  <a:cubicBezTo>
                    <a:pt x="57" y="179"/>
                    <a:pt x="57" y="179"/>
                    <a:pt x="56" y="179"/>
                  </a:cubicBezTo>
                  <a:cubicBezTo>
                    <a:pt x="54" y="179"/>
                    <a:pt x="53" y="178"/>
                    <a:pt x="53" y="176"/>
                  </a:cubicBezTo>
                  <a:cubicBezTo>
                    <a:pt x="52" y="175"/>
                    <a:pt x="52" y="175"/>
                    <a:pt x="52" y="175"/>
                  </a:cubicBezTo>
                  <a:cubicBezTo>
                    <a:pt x="51" y="171"/>
                    <a:pt x="48" y="169"/>
                    <a:pt x="44" y="169"/>
                  </a:cubicBezTo>
                  <a:cubicBezTo>
                    <a:pt x="43" y="169"/>
                    <a:pt x="43" y="169"/>
                    <a:pt x="42" y="169"/>
                  </a:cubicBezTo>
                  <a:cubicBezTo>
                    <a:pt x="41" y="169"/>
                    <a:pt x="41" y="169"/>
                    <a:pt x="41" y="169"/>
                  </a:cubicBezTo>
                  <a:cubicBezTo>
                    <a:pt x="41" y="170"/>
                    <a:pt x="40" y="170"/>
                    <a:pt x="40" y="170"/>
                  </a:cubicBezTo>
                  <a:cubicBezTo>
                    <a:pt x="38" y="170"/>
                    <a:pt x="36" y="168"/>
                    <a:pt x="36" y="166"/>
                  </a:cubicBezTo>
                  <a:cubicBezTo>
                    <a:pt x="36" y="165"/>
                    <a:pt x="36" y="165"/>
                    <a:pt x="36" y="165"/>
                  </a:cubicBezTo>
                  <a:cubicBezTo>
                    <a:pt x="36" y="160"/>
                    <a:pt x="32" y="157"/>
                    <a:pt x="28" y="157"/>
                  </a:cubicBezTo>
                  <a:cubicBezTo>
                    <a:pt x="26" y="157"/>
                    <a:pt x="26" y="157"/>
                    <a:pt x="26" y="157"/>
                  </a:cubicBezTo>
                  <a:cubicBezTo>
                    <a:pt x="25" y="157"/>
                    <a:pt x="24" y="157"/>
                    <a:pt x="23" y="156"/>
                  </a:cubicBezTo>
                  <a:cubicBezTo>
                    <a:pt x="23" y="155"/>
                    <a:pt x="22" y="154"/>
                    <a:pt x="22" y="153"/>
                  </a:cubicBezTo>
                  <a:cubicBezTo>
                    <a:pt x="23" y="151"/>
                    <a:pt x="23" y="151"/>
                    <a:pt x="23" y="151"/>
                  </a:cubicBezTo>
                  <a:cubicBezTo>
                    <a:pt x="23" y="147"/>
                    <a:pt x="20" y="143"/>
                    <a:pt x="16" y="142"/>
                  </a:cubicBezTo>
                  <a:cubicBezTo>
                    <a:pt x="14" y="142"/>
                    <a:pt x="14" y="142"/>
                    <a:pt x="14" y="142"/>
                  </a:cubicBezTo>
                  <a:cubicBezTo>
                    <a:pt x="13" y="142"/>
                    <a:pt x="12" y="141"/>
                    <a:pt x="12" y="140"/>
                  </a:cubicBezTo>
                  <a:cubicBezTo>
                    <a:pt x="11" y="139"/>
                    <a:pt x="11" y="138"/>
                    <a:pt x="12" y="137"/>
                  </a:cubicBezTo>
                  <a:cubicBezTo>
                    <a:pt x="12" y="135"/>
                    <a:pt x="12" y="135"/>
                    <a:pt x="12" y="135"/>
                  </a:cubicBezTo>
                  <a:cubicBezTo>
                    <a:pt x="13" y="131"/>
                    <a:pt x="11" y="127"/>
                    <a:pt x="7" y="125"/>
                  </a:cubicBezTo>
                  <a:cubicBezTo>
                    <a:pt x="6" y="125"/>
                    <a:pt x="6" y="125"/>
                    <a:pt x="6" y="125"/>
                  </a:cubicBezTo>
                  <a:cubicBezTo>
                    <a:pt x="5" y="124"/>
                    <a:pt x="4" y="123"/>
                    <a:pt x="4" y="122"/>
                  </a:cubicBezTo>
                  <a:cubicBezTo>
                    <a:pt x="4" y="121"/>
                    <a:pt x="4" y="120"/>
                    <a:pt x="4" y="119"/>
                  </a:cubicBezTo>
                  <a:cubicBezTo>
                    <a:pt x="5" y="118"/>
                    <a:pt x="5" y="118"/>
                    <a:pt x="5" y="118"/>
                  </a:cubicBezTo>
                  <a:cubicBezTo>
                    <a:pt x="7" y="114"/>
                    <a:pt x="6" y="109"/>
                    <a:pt x="3" y="107"/>
                  </a:cubicBezTo>
                  <a:cubicBezTo>
                    <a:pt x="1" y="106"/>
                    <a:pt x="1" y="106"/>
                    <a:pt x="1" y="106"/>
                  </a:cubicBezTo>
                  <a:cubicBezTo>
                    <a:pt x="0" y="105"/>
                    <a:pt x="0" y="104"/>
                    <a:pt x="0" y="103"/>
                  </a:cubicBezTo>
                  <a:cubicBezTo>
                    <a:pt x="0" y="102"/>
                    <a:pt x="0" y="101"/>
                    <a:pt x="1" y="100"/>
                  </a:cubicBezTo>
                  <a:cubicBezTo>
                    <a:pt x="2" y="99"/>
                    <a:pt x="2" y="99"/>
                    <a:pt x="2" y="99"/>
                  </a:cubicBezTo>
                  <a:cubicBezTo>
                    <a:pt x="5" y="96"/>
                    <a:pt x="5" y="91"/>
                    <a:pt x="2" y="88"/>
                  </a:cubicBezTo>
                  <a:cubicBezTo>
                    <a:pt x="1" y="87"/>
                    <a:pt x="1" y="87"/>
                    <a:pt x="1" y="87"/>
                  </a:cubicBezTo>
                  <a:cubicBezTo>
                    <a:pt x="0" y="86"/>
                    <a:pt x="0" y="85"/>
                    <a:pt x="0" y="84"/>
                  </a:cubicBezTo>
                  <a:cubicBezTo>
                    <a:pt x="0" y="83"/>
                    <a:pt x="0" y="82"/>
                    <a:pt x="1" y="81"/>
                  </a:cubicBezTo>
                  <a:cubicBezTo>
                    <a:pt x="3" y="80"/>
                    <a:pt x="3" y="80"/>
                    <a:pt x="3" y="80"/>
                  </a:cubicBezTo>
                  <a:cubicBezTo>
                    <a:pt x="6" y="78"/>
                    <a:pt x="7" y="73"/>
                    <a:pt x="5" y="69"/>
                  </a:cubicBezTo>
                  <a:cubicBezTo>
                    <a:pt x="4" y="68"/>
                    <a:pt x="4" y="68"/>
                    <a:pt x="4" y="68"/>
                  </a:cubicBezTo>
                  <a:cubicBezTo>
                    <a:pt x="4" y="67"/>
                    <a:pt x="4" y="66"/>
                    <a:pt x="4" y="65"/>
                  </a:cubicBezTo>
                  <a:cubicBezTo>
                    <a:pt x="4" y="64"/>
                    <a:pt x="5" y="63"/>
                    <a:pt x="6" y="62"/>
                  </a:cubicBezTo>
                  <a:cubicBezTo>
                    <a:pt x="7" y="62"/>
                    <a:pt x="7" y="62"/>
                    <a:pt x="7" y="62"/>
                  </a:cubicBezTo>
                  <a:cubicBezTo>
                    <a:pt x="11" y="60"/>
                    <a:pt x="13" y="55"/>
                    <a:pt x="12" y="51"/>
                  </a:cubicBezTo>
                  <a:cubicBezTo>
                    <a:pt x="12" y="50"/>
                    <a:pt x="12" y="50"/>
                    <a:pt x="12" y="50"/>
                  </a:cubicBezTo>
                  <a:cubicBezTo>
                    <a:pt x="11" y="49"/>
                    <a:pt x="11" y="48"/>
                    <a:pt x="12" y="47"/>
                  </a:cubicBezTo>
                  <a:cubicBezTo>
                    <a:pt x="12" y="46"/>
                    <a:pt x="13" y="45"/>
                    <a:pt x="14" y="45"/>
                  </a:cubicBezTo>
                  <a:cubicBezTo>
                    <a:pt x="16" y="45"/>
                    <a:pt x="16" y="45"/>
                    <a:pt x="16" y="45"/>
                  </a:cubicBezTo>
                  <a:cubicBezTo>
                    <a:pt x="20" y="44"/>
                    <a:pt x="23" y="40"/>
                    <a:pt x="23" y="36"/>
                  </a:cubicBezTo>
                  <a:cubicBezTo>
                    <a:pt x="22" y="34"/>
                    <a:pt x="22" y="34"/>
                    <a:pt x="22" y="34"/>
                  </a:cubicBezTo>
                  <a:cubicBezTo>
                    <a:pt x="22" y="33"/>
                    <a:pt x="23" y="32"/>
                    <a:pt x="23" y="31"/>
                  </a:cubicBezTo>
                  <a:cubicBezTo>
                    <a:pt x="24" y="30"/>
                    <a:pt x="25" y="30"/>
                    <a:pt x="26" y="30"/>
                  </a:cubicBezTo>
                  <a:cubicBezTo>
                    <a:pt x="28" y="30"/>
                    <a:pt x="28" y="30"/>
                    <a:pt x="28" y="30"/>
                  </a:cubicBezTo>
                  <a:cubicBezTo>
                    <a:pt x="32" y="30"/>
                    <a:pt x="36" y="26"/>
                    <a:pt x="36" y="22"/>
                  </a:cubicBezTo>
                  <a:cubicBezTo>
                    <a:pt x="36" y="21"/>
                    <a:pt x="36" y="21"/>
                    <a:pt x="36" y="21"/>
                  </a:cubicBezTo>
                  <a:cubicBezTo>
                    <a:pt x="36" y="19"/>
                    <a:pt x="38" y="17"/>
                    <a:pt x="40" y="17"/>
                  </a:cubicBezTo>
                  <a:cubicBezTo>
                    <a:pt x="40" y="17"/>
                    <a:pt x="41" y="17"/>
                    <a:pt x="41" y="17"/>
                  </a:cubicBezTo>
                  <a:cubicBezTo>
                    <a:pt x="42" y="18"/>
                    <a:pt x="42" y="18"/>
                    <a:pt x="42" y="18"/>
                  </a:cubicBezTo>
                  <a:cubicBezTo>
                    <a:pt x="43" y="18"/>
                    <a:pt x="43" y="18"/>
                    <a:pt x="44" y="18"/>
                  </a:cubicBezTo>
                  <a:cubicBezTo>
                    <a:pt x="48" y="18"/>
                    <a:pt x="51" y="15"/>
                    <a:pt x="52" y="12"/>
                  </a:cubicBezTo>
                  <a:cubicBezTo>
                    <a:pt x="53" y="11"/>
                    <a:pt x="53" y="11"/>
                    <a:pt x="53" y="11"/>
                  </a:cubicBezTo>
                  <a:cubicBezTo>
                    <a:pt x="53" y="9"/>
                    <a:pt x="54" y="8"/>
                    <a:pt x="56" y="8"/>
                  </a:cubicBezTo>
                  <a:cubicBezTo>
                    <a:pt x="57" y="8"/>
                    <a:pt x="57" y="8"/>
                    <a:pt x="58" y="8"/>
                  </a:cubicBezTo>
                  <a:cubicBezTo>
                    <a:pt x="59" y="9"/>
                    <a:pt x="59" y="9"/>
                    <a:pt x="59" y="9"/>
                  </a:cubicBezTo>
                  <a:cubicBezTo>
                    <a:pt x="60" y="9"/>
                    <a:pt x="61" y="10"/>
                    <a:pt x="62" y="10"/>
                  </a:cubicBezTo>
                  <a:cubicBezTo>
                    <a:pt x="66" y="10"/>
                    <a:pt x="68" y="8"/>
                    <a:pt x="70" y="5"/>
                  </a:cubicBezTo>
                  <a:cubicBezTo>
                    <a:pt x="71" y="4"/>
                    <a:pt x="71" y="4"/>
                    <a:pt x="71" y="4"/>
                  </a:cubicBezTo>
                  <a:cubicBezTo>
                    <a:pt x="71" y="3"/>
                    <a:pt x="73" y="2"/>
                    <a:pt x="74" y="2"/>
                  </a:cubicBezTo>
                  <a:cubicBezTo>
                    <a:pt x="75" y="2"/>
                    <a:pt x="76" y="2"/>
                    <a:pt x="76" y="3"/>
                  </a:cubicBezTo>
                  <a:cubicBezTo>
                    <a:pt x="77" y="4"/>
                    <a:pt x="77" y="4"/>
                    <a:pt x="77" y="4"/>
                  </a:cubicBezTo>
                  <a:cubicBezTo>
                    <a:pt x="79" y="5"/>
                    <a:pt x="81" y="5"/>
                    <a:pt x="82" y="5"/>
                  </a:cubicBezTo>
                  <a:cubicBezTo>
                    <a:pt x="85" y="5"/>
                    <a:pt x="87" y="4"/>
                    <a:pt x="89" y="3"/>
                  </a:cubicBezTo>
                  <a:cubicBezTo>
                    <a:pt x="90" y="1"/>
                    <a:pt x="90" y="1"/>
                    <a:pt x="90" y="1"/>
                  </a:cubicBezTo>
                  <a:cubicBezTo>
                    <a:pt x="91" y="1"/>
                    <a:pt x="92" y="0"/>
                    <a:pt x="93" y="0"/>
                  </a:cubicBezTo>
                  <a:cubicBezTo>
                    <a:pt x="94" y="0"/>
                    <a:pt x="95" y="1"/>
                    <a:pt x="95" y="1"/>
                  </a:cubicBezTo>
                  <a:cubicBezTo>
                    <a:pt x="96" y="3"/>
                    <a:pt x="96" y="3"/>
                    <a:pt x="96" y="3"/>
                  </a:cubicBezTo>
                  <a:cubicBezTo>
                    <a:pt x="98" y="4"/>
                    <a:pt x="100" y="5"/>
                    <a:pt x="103" y="5"/>
                  </a:cubicBezTo>
                  <a:cubicBezTo>
                    <a:pt x="105" y="5"/>
                    <a:pt x="106" y="5"/>
                    <a:pt x="108" y="4"/>
                  </a:cubicBezTo>
                  <a:cubicBezTo>
                    <a:pt x="109" y="3"/>
                    <a:pt x="109" y="3"/>
                    <a:pt x="109" y="3"/>
                  </a:cubicBezTo>
                  <a:cubicBezTo>
                    <a:pt x="110" y="2"/>
                    <a:pt x="110" y="2"/>
                    <a:pt x="111" y="2"/>
                  </a:cubicBezTo>
                  <a:cubicBezTo>
                    <a:pt x="113" y="2"/>
                    <a:pt x="114" y="3"/>
                    <a:pt x="114" y="4"/>
                  </a:cubicBezTo>
                  <a:cubicBezTo>
                    <a:pt x="115" y="5"/>
                    <a:pt x="115" y="5"/>
                    <a:pt x="115" y="5"/>
                  </a:cubicBezTo>
                  <a:cubicBezTo>
                    <a:pt x="117" y="8"/>
                    <a:pt x="120" y="10"/>
                    <a:pt x="123" y="10"/>
                  </a:cubicBezTo>
                  <a:cubicBezTo>
                    <a:pt x="124" y="10"/>
                    <a:pt x="125" y="9"/>
                    <a:pt x="126" y="9"/>
                  </a:cubicBezTo>
                  <a:cubicBezTo>
                    <a:pt x="127" y="8"/>
                    <a:pt x="127" y="8"/>
                    <a:pt x="127" y="8"/>
                  </a:cubicBezTo>
                  <a:cubicBezTo>
                    <a:pt x="128" y="8"/>
                    <a:pt x="129" y="8"/>
                    <a:pt x="129" y="8"/>
                  </a:cubicBezTo>
                  <a:cubicBezTo>
                    <a:pt x="131" y="8"/>
                    <a:pt x="132" y="9"/>
                    <a:pt x="133" y="11"/>
                  </a:cubicBezTo>
                  <a:cubicBezTo>
                    <a:pt x="133" y="12"/>
                    <a:pt x="133" y="12"/>
                    <a:pt x="133" y="12"/>
                  </a:cubicBezTo>
                  <a:cubicBezTo>
                    <a:pt x="134" y="15"/>
                    <a:pt x="137" y="18"/>
                    <a:pt x="141" y="18"/>
                  </a:cubicBezTo>
                  <a:cubicBezTo>
                    <a:pt x="142" y="18"/>
                    <a:pt x="142" y="18"/>
                    <a:pt x="143" y="18"/>
                  </a:cubicBezTo>
                  <a:cubicBezTo>
                    <a:pt x="144" y="17"/>
                    <a:pt x="144" y="17"/>
                    <a:pt x="144" y="17"/>
                  </a:cubicBezTo>
                  <a:cubicBezTo>
                    <a:pt x="145" y="17"/>
                    <a:pt x="145" y="17"/>
                    <a:pt x="145" y="17"/>
                  </a:cubicBezTo>
                  <a:cubicBezTo>
                    <a:pt x="147" y="17"/>
                    <a:pt x="149" y="19"/>
                    <a:pt x="149" y="21"/>
                  </a:cubicBezTo>
                  <a:cubicBezTo>
                    <a:pt x="149" y="22"/>
                    <a:pt x="149" y="22"/>
                    <a:pt x="149" y="22"/>
                  </a:cubicBezTo>
                  <a:cubicBezTo>
                    <a:pt x="150" y="26"/>
                    <a:pt x="153" y="30"/>
                    <a:pt x="157" y="30"/>
                  </a:cubicBezTo>
                  <a:cubicBezTo>
                    <a:pt x="159" y="30"/>
                    <a:pt x="159" y="30"/>
                    <a:pt x="159" y="30"/>
                  </a:cubicBezTo>
                  <a:cubicBezTo>
                    <a:pt x="160" y="30"/>
                    <a:pt x="161" y="30"/>
                    <a:pt x="162" y="31"/>
                  </a:cubicBezTo>
                  <a:cubicBezTo>
                    <a:pt x="163" y="32"/>
                    <a:pt x="163" y="33"/>
                    <a:pt x="163" y="34"/>
                  </a:cubicBezTo>
                  <a:cubicBezTo>
                    <a:pt x="163" y="36"/>
                    <a:pt x="163" y="36"/>
                    <a:pt x="163" y="36"/>
                  </a:cubicBezTo>
                  <a:cubicBezTo>
                    <a:pt x="162" y="40"/>
                    <a:pt x="165" y="44"/>
                    <a:pt x="169" y="45"/>
                  </a:cubicBezTo>
                  <a:cubicBezTo>
                    <a:pt x="171" y="45"/>
                    <a:pt x="171" y="45"/>
                    <a:pt x="171" y="45"/>
                  </a:cubicBezTo>
                  <a:cubicBezTo>
                    <a:pt x="172" y="45"/>
                    <a:pt x="173" y="46"/>
                    <a:pt x="173" y="47"/>
                  </a:cubicBezTo>
                  <a:cubicBezTo>
                    <a:pt x="174" y="48"/>
                    <a:pt x="174" y="49"/>
                    <a:pt x="174" y="50"/>
                  </a:cubicBezTo>
                  <a:cubicBezTo>
                    <a:pt x="173" y="51"/>
                    <a:pt x="173" y="51"/>
                    <a:pt x="173" y="51"/>
                  </a:cubicBezTo>
                  <a:cubicBezTo>
                    <a:pt x="172" y="55"/>
                    <a:pt x="174" y="60"/>
                    <a:pt x="178" y="62"/>
                  </a:cubicBezTo>
                  <a:cubicBezTo>
                    <a:pt x="179" y="62"/>
                    <a:pt x="179" y="62"/>
                    <a:pt x="179" y="62"/>
                  </a:cubicBezTo>
                  <a:cubicBezTo>
                    <a:pt x="180" y="63"/>
                    <a:pt x="181" y="64"/>
                    <a:pt x="181" y="65"/>
                  </a:cubicBezTo>
                  <a:cubicBezTo>
                    <a:pt x="182" y="66"/>
                    <a:pt x="181" y="67"/>
                    <a:pt x="181" y="68"/>
                  </a:cubicBezTo>
                  <a:cubicBezTo>
                    <a:pt x="180" y="69"/>
                    <a:pt x="180" y="69"/>
                    <a:pt x="180" y="69"/>
                  </a:cubicBezTo>
                  <a:cubicBezTo>
                    <a:pt x="178" y="73"/>
                    <a:pt x="179" y="78"/>
                    <a:pt x="182" y="80"/>
                  </a:cubicBezTo>
                  <a:cubicBezTo>
                    <a:pt x="184" y="81"/>
                    <a:pt x="184" y="81"/>
                    <a:pt x="184" y="81"/>
                  </a:cubicBezTo>
                  <a:cubicBezTo>
                    <a:pt x="185" y="82"/>
                    <a:pt x="185" y="83"/>
                    <a:pt x="185" y="84"/>
                  </a:cubicBezTo>
                  <a:cubicBezTo>
                    <a:pt x="185" y="85"/>
                    <a:pt x="185" y="86"/>
                    <a:pt x="184" y="87"/>
                  </a:cubicBezTo>
                  <a:cubicBezTo>
                    <a:pt x="183" y="88"/>
                    <a:pt x="183" y="88"/>
                    <a:pt x="183" y="88"/>
                  </a:cubicBezTo>
                  <a:cubicBezTo>
                    <a:pt x="180" y="91"/>
                    <a:pt x="180" y="96"/>
                    <a:pt x="183" y="99"/>
                  </a:cubicBezTo>
                  <a:cubicBezTo>
                    <a:pt x="184" y="100"/>
                    <a:pt x="184" y="100"/>
                    <a:pt x="184" y="100"/>
                  </a:cubicBezTo>
                  <a:cubicBezTo>
                    <a:pt x="185" y="101"/>
                    <a:pt x="185" y="102"/>
                    <a:pt x="185" y="103"/>
                  </a:cubicBezTo>
                  <a:cubicBezTo>
                    <a:pt x="185" y="104"/>
                    <a:pt x="185" y="105"/>
                    <a:pt x="184" y="106"/>
                  </a:cubicBezTo>
                  <a:cubicBezTo>
                    <a:pt x="182" y="107"/>
                    <a:pt x="182" y="107"/>
                    <a:pt x="182" y="107"/>
                  </a:cubicBezTo>
                  <a:cubicBezTo>
                    <a:pt x="179" y="109"/>
                    <a:pt x="178" y="114"/>
                    <a:pt x="180" y="118"/>
                  </a:cubicBezTo>
                  <a:cubicBezTo>
                    <a:pt x="181" y="119"/>
                    <a:pt x="181" y="119"/>
                    <a:pt x="181" y="119"/>
                  </a:cubicBezTo>
                  <a:cubicBezTo>
                    <a:pt x="181" y="120"/>
                    <a:pt x="182" y="121"/>
                    <a:pt x="181" y="122"/>
                  </a:cubicBezTo>
                  <a:cubicBezTo>
                    <a:pt x="181" y="123"/>
                    <a:pt x="180" y="124"/>
                    <a:pt x="179" y="125"/>
                  </a:cubicBezTo>
                  <a:cubicBezTo>
                    <a:pt x="178" y="125"/>
                    <a:pt x="178" y="125"/>
                    <a:pt x="178" y="125"/>
                  </a:cubicBezTo>
                  <a:cubicBezTo>
                    <a:pt x="174" y="127"/>
                    <a:pt x="172" y="131"/>
                    <a:pt x="173" y="135"/>
                  </a:cubicBezTo>
                  <a:cubicBezTo>
                    <a:pt x="174" y="137"/>
                    <a:pt x="174" y="137"/>
                    <a:pt x="174" y="137"/>
                  </a:cubicBezTo>
                  <a:cubicBezTo>
                    <a:pt x="174" y="138"/>
                    <a:pt x="174" y="139"/>
                    <a:pt x="173" y="140"/>
                  </a:cubicBezTo>
                  <a:cubicBezTo>
                    <a:pt x="173" y="141"/>
                    <a:pt x="172" y="142"/>
                    <a:pt x="171" y="142"/>
                  </a:cubicBezTo>
                  <a:cubicBezTo>
                    <a:pt x="169" y="142"/>
                    <a:pt x="169" y="142"/>
                    <a:pt x="169" y="142"/>
                  </a:cubicBezTo>
                  <a:cubicBezTo>
                    <a:pt x="165" y="143"/>
                    <a:pt x="162" y="147"/>
                    <a:pt x="163" y="151"/>
                  </a:cubicBezTo>
                  <a:cubicBezTo>
                    <a:pt x="163" y="153"/>
                    <a:pt x="163" y="153"/>
                    <a:pt x="163" y="153"/>
                  </a:cubicBezTo>
                  <a:cubicBezTo>
                    <a:pt x="163" y="154"/>
                    <a:pt x="163" y="155"/>
                    <a:pt x="162" y="156"/>
                  </a:cubicBezTo>
                  <a:cubicBezTo>
                    <a:pt x="161" y="157"/>
                    <a:pt x="160" y="157"/>
                    <a:pt x="159" y="157"/>
                  </a:cubicBezTo>
                  <a:cubicBezTo>
                    <a:pt x="157" y="157"/>
                    <a:pt x="157" y="157"/>
                    <a:pt x="157" y="157"/>
                  </a:cubicBezTo>
                  <a:cubicBezTo>
                    <a:pt x="153" y="157"/>
                    <a:pt x="150" y="160"/>
                    <a:pt x="149" y="165"/>
                  </a:cubicBezTo>
                  <a:cubicBezTo>
                    <a:pt x="149" y="166"/>
                    <a:pt x="149" y="166"/>
                    <a:pt x="149" y="166"/>
                  </a:cubicBezTo>
                  <a:cubicBezTo>
                    <a:pt x="149" y="168"/>
                    <a:pt x="147" y="170"/>
                    <a:pt x="145" y="170"/>
                  </a:cubicBezTo>
                  <a:cubicBezTo>
                    <a:pt x="145" y="170"/>
                    <a:pt x="145" y="170"/>
                    <a:pt x="144" y="169"/>
                  </a:cubicBezTo>
                  <a:cubicBezTo>
                    <a:pt x="143" y="169"/>
                    <a:pt x="143" y="169"/>
                    <a:pt x="143" y="169"/>
                  </a:cubicBezTo>
                  <a:cubicBezTo>
                    <a:pt x="142" y="169"/>
                    <a:pt x="142" y="169"/>
                    <a:pt x="141" y="169"/>
                  </a:cubicBezTo>
                  <a:cubicBezTo>
                    <a:pt x="137" y="169"/>
                    <a:pt x="134" y="171"/>
                    <a:pt x="133" y="175"/>
                  </a:cubicBezTo>
                  <a:cubicBezTo>
                    <a:pt x="133" y="176"/>
                    <a:pt x="133" y="176"/>
                    <a:pt x="133" y="176"/>
                  </a:cubicBezTo>
                  <a:cubicBezTo>
                    <a:pt x="132" y="178"/>
                    <a:pt x="131" y="179"/>
                    <a:pt x="129" y="179"/>
                  </a:cubicBezTo>
                  <a:cubicBezTo>
                    <a:pt x="129" y="179"/>
                    <a:pt x="128" y="179"/>
                    <a:pt x="127" y="179"/>
                  </a:cubicBezTo>
                  <a:cubicBezTo>
                    <a:pt x="126" y="178"/>
                    <a:pt x="126" y="178"/>
                    <a:pt x="126" y="178"/>
                  </a:cubicBezTo>
                  <a:cubicBezTo>
                    <a:pt x="125" y="177"/>
                    <a:pt x="124" y="177"/>
                    <a:pt x="123" y="177"/>
                  </a:cubicBezTo>
                  <a:cubicBezTo>
                    <a:pt x="120" y="177"/>
                    <a:pt x="117" y="179"/>
                    <a:pt x="115" y="181"/>
                  </a:cubicBezTo>
                  <a:cubicBezTo>
                    <a:pt x="114" y="183"/>
                    <a:pt x="114" y="183"/>
                    <a:pt x="114" y="183"/>
                  </a:cubicBezTo>
                  <a:cubicBezTo>
                    <a:pt x="114" y="184"/>
                    <a:pt x="113" y="185"/>
                    <a:pt x="111" y="185"/>
                  </a:cubicBezTo>
                  <a:cubicBezTo>
                    <a:pt x="110" y="185"/>
                    <a:pt x="110" y="184"/>
                    <a:pt x="109" y="184"/>
                  </a:cubicBezTo>
                  <a:cubicBezTo>
                    <a:pt x="108" y="183"/>
                    <a:pt x="108" y="183"/>
                    <a:pt x="108" y="183"/>
                  </a:cubicBezTo>
                  <a:cubicBezTo>
                    <a:pt x="106" y="182"/>
                    <a:pt x="105" y="181"/>
                    <a:pt x="103" y="181"/>
                  </a:cubicBezTo>
                  <a:cubicBezTo>
                    <a:pt x="100" y="181"/>
                    <a:pt x="98" y="182"/>
                    <a:pt x="96" y="184"/>
                  </a:cubicBezTo>
                  <a:cubicBezTo>
                    <a:pt x="95" y="185"/>
                    <a:pt x="95" y="185"/>
                    <a:pt x="95" y="185"/>
                  </a:cubicBezTo>
                  <a:cubicBezTo>
                    <a:pt x="95" y="186"/>
                    <a:pt x="94" y="187"/>
                    <a:pt x="93" y="187"/>
                  </a:cubicBezTo>
                  <a:close/>
                </a:path>
              </a:pathLst>
            </a:custGeom>
            <a:gradFill>
              <a:gsLst>
                <a:gs pos="30000">
                  <a:srgbClr val="F9D876"/>
                </a:gs>
                <a:gs pos="54000">
                  <a:srgbClr val="FFE9B9"/>
                </a:gs>
                <a:gs pos="78748">
                  <a:srgbClr val="F9D876"/>
                </a:gs>
                <a:gs pos="100000">
                  <a:srgbClr val="CD9229"/>
                </a:gs>
                <a:gs pos="0">
                  <a:srgbClr val="BA7418"/>
                </a:gs>
              </a:gsLst>
              <a:lin ang="14400000" scaled="0"/>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0" cap="none" spc="0" normalizeH="0" baseline="0" noProof="0">
                <a:ln>
                  <a:noFill/>
                </a:ln>
                <a:solidFill>
                  <a:srgbClr val="414042"/>
                </a:solidFill>
                <a:effectLst/>
                <a:uLnTx/>
                <a:uFillTx/>
                <a:latin typeface="Aptos" panose="020B0004020202020204" pitchFamily="34" charset="0"/>
                <a:ea typeface="+mn-ea"/>
                <a:cs typeface="+mn-cs"/>
              </a:endParaRPr>
            </a:p>
          </p:txBody>
        </p:sp>
        <p:sp>
          <p:nvSpPr>
            <p:cNvPr id="31" name="Oval 30">
              <a:extLst>
                <a:ext uri="{FF2B5EF4-FFF2-40B4-BE49-F238E27FC236}">
                  <a16:creationId xmlns="" xmlns:a16="http://schemas.microsoft.com/office/drawing/2014/main" id="{CAD538FE-7B8A-EA2E-E479-5678BACFF93F}"/>
                </a:ext>
              </a:extLst>
            </p:cNvPr>
            <p:cNvSpPr>
              <a:spLocks noChangeArrowheads="1"/>
            </p:cNvSpPr>
            <p:nvPr/>
          </p:nvSpPr>
          <p:spPr bwMode="auto">
            <a:xfrm>
              <a:off x="5781675" y="3382963"/>
              <a:ext cx="628650" cy="627063"/>
            </a:xfrm>
            <a:prstGeom prst="ellipse">
              <a:avLst/>
            </a:prstGeom>
            <a:solidFill>
              <a:srgbClr val="F7931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0" cap="none" spc="0" normalizeH="0" baseline="0" noProof="0">
                <a:ln>
                  <a:noFill/>
                </a:ln>
                <a:solidFill>
                  <a:srgbClr val="414042"/>
                </a:solidFill>
                <a:effectLst/>
                <a:uLnTx/>
                <a:uFillTx/>
                <a:latin typeface="Aptos" panose="020B0004020202020204" pitchFamily="34" charset="0"/>
                <a:ea typeface="+mn-ea"/>
                <a:cs typeface="+mn-cs"/>
              </a:endParaRPr>
            </a:p>
          </p:txBody>
        </p:sp>
        <p:sp>
          <p:nvSpPr>
            <p:cNvPr id="32" name="Oval 31">
              <a:extLst>
                <a:ext uri="{FF2B5EF4-FFF2-40B4-BE49-F238E27FC236}">
                  <a16:creationId xmlns="" xmlns:a16="http://schemas.microsoft.com/office/drawing/2014/main" id="{FA086AAF-3399-5B04-AACA-ABA43952F498}"/>
                </a:ext>
              </a:extLst>
            </p:cNvPr>
            <p:cNvSpPr>
              <a:spLocks noChangeArrowheads="1"/>
            </p:cNvSpPr>
            <p:nvPr/>
          </p:nvSpPr>
          <p:spPr bwMode="auto">
            <a:xfrm>
              <a:off x="5808663" y="3409949"/>
              <a:ext cx="574675" cy="574675"/>
            </a:xfrm>
            <a:prstGeom prst="ellipse">
              <a:avLst/>
            </a:prstGeom>
            <a:gradFill>
              <a:gsLst>
                <a:gs pos="30000">
                  <a:srgbClr val="F9D876"/>
                </a:gs>
                <a:gs pos="54000">
                  <a:srgbClr val="FFE9B9"/>
                </a:gs>
                <a:gs pos="78748">
                  <a:srgbClr val="F9D876"/>
                </a:gs>
                <a:gs pos="100000">
                  <a:srgbClr val="CD9229"/>
                </a:gs>
                <a:gs pos="0">
                  <a:srgbClr val="BA7418"/>
                </a:gs>
              </a:gsLst>
              <a:lin ang="8400000" scaled="0"/>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0" cap="none" spc="0" normalizeH="0" baseline="0" noProof="0">
                <a:ln>
                  <a:noFill/>
                </a:ln>
                <a:solidFill>
                  <a:srgbClr val="414042"/>
                </a:solidFill>
                <a:effectLst/>
                <a:uLnTx/>
                <a:uFillTx/>
                <a:latin typeface="Aptos" panose="020B0004020202020204" pitchFamily="34" charset="0"/>
                <a:ea typeface="+mn-ea"/>
                <a:cs typeface="+mn-cs"/>
              </a:endParaRPr>
            </a:p>
          </p:txBody>
        </p:sp>
        <p:sp>
          <p:nvSpPr>
            <p:cNvPr id="33" name="Freeform 16">
              <a:extLst>
                <a:ext uri="{FF2B5EF4-FFF2-40B4-BE49-F238E27FC236}">
                  <a16:creationId xmlns="" xmlns:a16="http://schemas.microsoft.com/office/drawing/2014/main" id="{AB07D7DB-DC16-6231-BB55-26967E74EF80}"/>
                </a:ext>
              </a:extLst>
            </p:cNvPr>
            <p:cNvSpPr>
              <a:spLocks noEditPoints="1"/>
            </p:cNvSpPr>
            <p:nvPr/>
          </p:nvSpPr>
          <p:spPr bwMode="auto">
            <a:xfrm>
              <a:off x="5999163" y="3911601"/>
              <a:ext cx="182563" cy="38100"/>
            </a:xfrm>
            <a:custGeom>
              <a:avLst/>
              <a:gdLst>
                <a:gd name="T0" fmla="*/ 32 w 48"/>
                <a:gd name="T1" fmla="*/ 4 h 10"/>
                <a:gd name="T2" fmla="*/ 31 w 48"/>
                <a:gd name="T3" fmla="*/ 5 h 10"/>
                <a:gd name="T4" fmla="*/ 30 w 48"/>
                <a:gd name="T5" fmla="*/ 5 h 10"/>
                <a:gd name="T6" fmla="*/ 27 w 48"/>
                <a:gd name="T7" fmla="*/ 10 h 10"/>
                <a:gd name="T8" fmla="*/ 24 w 48"/>
                <a:gd name="T9" fmla="*/ 10 h 10"/>
                <a:gd name="T10" fmla="*/ 21 w 48"/>
                <a:gd name="T11" fmla="*/ 10 h 10"/>
                <a:gd name="T12" fmla="*/ 18 w 48"/>
                <a:gd name="T13" fmla="*/ 5 h 10"/>
                <a:gd name="T14" fmla="*/ 17 w 48"/>
                <a:gd name="T15" fmla="*/ 5 h 10"/>
                <a:gd name="T16" fmla="*/ 16 w 48"/>
                <a:gd name="T17" fmla="*/ 4 h 10"/>
                <a:gd name="T18" fmla="*/ 17 w 48"/>
                <a:gd name="T19" fmla="*/ 3 h 10"/>
                <a:gd name="T20" fmla="*/ 18 w 48"/>
                <a:gd name="T21" fmla="*/ 4 h 10"/>
                <a:gd name="T22" fmla="*/ 18 w 48"/>
                <a:gd name="T23" fmla="*/ 4 h 10"/>
                <a:gd name="T24" fmla="*/ 21 w 48"/>
                <a:gd name="T25" fmla="*/ 6 h 10"/>
                <a:gd name="T26" fmla="*/ 24 w 48"/>
                <a:gd name="T27" fmla="*/ 2 h 10"/>
                <a:gd name="T28" fmla="*/ 23 w 48"/>
                <a:gd name="T29" fmla="*/ 1 h 10"/>
                <a:gd name="T30" fmla="*/ 24 w 48"/>
                <a:gd name="T31" fmla="*/ 0 h 10"/>
                <a:gd name="T32" fmla="*/ 25 w 48"/>
                <a:gd name="T33" fmla="*/ 1 h 10"/>
                <a:gd name="T34" fmla="*/ 24 w 48"/>
                <a:gd name="T35" fmla="*/ 2 h 10"/>
                <a:gd name="T36" fmla="*/ 27 w 48"/>
                <a:gd name="T37" fmla="*/ 6 h 10"/>
                <a:gd name="T38" fmla="*/ 30 w 48"/>
                <a:gd name="T39" fmla="*/ 4 h 10"/>
                <a:gd name="T40" fmla="*/ 30 w 48"/>
                <a:gd name="T41" fmla="*/ 4 h 10"/>
                <a:gd name="T42" fmla="*/ 31 w 48"/>
                <a:gd name="T43" fmla="*/ 3 h 10"/>
                <a:gd name="T44" fmla="*/ 32 w 48"/>
                <a:gd name="T45" fmla="*/ 4 h 10"/>
                <a:gd name="T46" fmla="*/ 16 w 48"/>
                <a:gd name="T47" fmla="*/ 7 h 10"/>
                <a:gd name="T48" fmla="*/ 0 w 48"/>
                <a:gd name="T49" fmla="*/ 8 h 10"/>
                <a:gd name="T50" fmla="*/ 16 w 48"/>
                <a:gd name="T51" fmla="*/ 9 h 10"/>
                <a:gd name="T52" fmla="*/ 16 w 48"/>
                <a:gd name="T53" fmla="*/ 7 h 10"/>
                <a:gd name="T54" fmla="*/ 32 w 48"/>
                <a:gd name="T55" fmla="*/ 9 h 10"/>
                <a:gd name="T56" fmla="*/ 48 w 48"/>
                <a:gd name="T57" fmla="*/ 8 h 10"/>
                <a:gd name="T58" fmla="*/ 32 w 48"/>
                <a:gd name="T59" fmla="*/ 7 h 10"/>
                <a:gd name="T60" fmla="*/ 32 w 48"/>
                <a:gd name="T61"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8" h="10">
                  <a:moveTo>
                    <a:pt x="32" y="4"/>
                  </a:moveTo>
                  <a:cubicBezTo>
                    <a:pt x="32" y="4"/>
                    <a:pt x="31" y="5"/>
                    <a:pt x="31" y="5"/>
                  </a:cubicBezTo>
                  <a:cubicBezTo>
                    <a:pt x="31" y="5"/>
                    <a:pt x="30" y="5"/>
                    <a:pt x="30" y="5"/>
                  </a:cubicBezTo>
                  <a:cubicBezTo>
                    <a:pt x="27" y="10"/>
                    <a:pt x="27" y="10"/>
                    <a:pt x="27" y="10"/>
                  </a:cubicBezTo>
                  <a:cubicBezTo>
                    <a:pt x="24" y="10"/>
                    <a:pt x="24" y="10"/>
                    <a:pt x="24" y="10"/>
                  </a:cubicBezTo>
                  <a:cubicBezTo>
                    <a:pt x="21" y="10"/>
                    <a:pt x="21" y="10"/>
                    <a:pt x="21" y="10"/>
                  </a:cubicBezTo>
                  <a:cubicBezTo>
                    <a:pt x="18" y="5"/>
                    <a:pt x="18" y="5"/>
                    <a:pt x="18" y="5"/>
                  </a:cubicBezTo>
                  <a:cubicBezTo>
                    <a:pt x="18" y="5"/>
                    <a:pt x="18" y="5"/>
                    <a:pt x="17" y="5"/>
                  </a:cubicBezTo>
                  <a:cubicBezTo>
                    <a:pt x="17" y="5"/>
                    <a:pt x="16" y="4"/>
                    <a:pt x="16" y="4"/>
                  </a:cubicBezTo>
                  <a:cubicBezTo>
                    <a:pt x="16" y="3"/>
                    <a:pt x="17" y="3"/>
                    <a:pt x="17" y="3"/>
                  </a:cubicBezTo>
                  <a:cubicBezTo>
                    <a:pt x="18" y="3"/>
                    <a:pt x="18" y="3"/>
                    <a:pt x="18" y="4"/>
                  </a:cubicBezTo>
                  <a:cubicBezTo>
                    <a:pt x="18" y="4"/>
                    <a:pt x="18" y="4"/>
                    <a:pt x="18" y="4"/>
                  </a:cubicBezTo>
                  <a:cubicBezTo>
                    <a:pt x="21" y="6"/>
                    <a:pt x="21" y="6"/>
                    <a:pt x="21" y="6"/>
                  </a:cubicBezTo>
                  <a:cubicBezTo>
                    <a:pt x="24" y="2"/>
                    <a:pt x="24" y="2"/>
                    <a:pt x="24" y="2"/>
                  </a:cubicBezTo>
                  <a:cubicBezTo>
                    <a:pt x="23" y="2"/>
                    <a:pt x="23" y="1"/>
                    <a:pt x="23" y="1"/>
                  </a:cubicBezTo>
                  <a:cubicBezTo>
                    <a:pt x="23" y="1"/>
                    <a:pt x="24" y="0"/>
                    <a:pt x="24" y="0"/>
                  </a:cubicBezTo>
                  <a:cubicBezTo>
                    <a:pt x="25" y="0"/>
                    <a:pt x="25" y="1"/>
                    <a:pt x="25" y="1"/>
                  </a:cubicBezTo>
                  <a:cubicBezTo>
                    <a:pt x="25" y="1"/>
                    <a:pt x="25" y="2"/>
                    <a:pt x="24" y="2"/>
                  </a:cubicBezTo>
                  <a:cubicBezTo>
                    <a:pt x="27" y="6"/>
                    <a:pt x="27" y="6"/>
                    <a:pt x="27" y="6"/>
                  </a:cubicBezTo>
                  <a:cubicBezTo>
                    <a:pt x="30" y="4"/>
                    <a:pt x="30" y="4"/>
                    <a:pt x="30" y="4"/>
                  </a:cubicBezTo>
                  <a:cubicBezTo>
                    <a:pt x="30" y="4"/>
                    <a:pt x="30" y="4"/>
                    <a:pt x="30" y="4"/>
                  </a:cubicBezTo>
                  <a:cubicBezTo>
                    <a:pt x="30" y="3"/>
                    <a:pt x="30" y="3"/>
                    <a:pt x="31" y="3"/>
                  </a:cubicBezTo>
                  <a:cubicBezTo>
                    <a:pt x="31" y="3"/>
                    <a:pt x="32" y="3"/>
                    <a:pt x="32" y="4"/>
                  </a:cubicBezTo>
                  <a:close/>
                  <a:moveTo>
                    <a:pt x="16" y="7"/>
                  </a:moveTo>
                  <a:cubicBezTo>
                    <a:pt x="0" y="8"/>
                    <a:pt x="0" y="8"/>
                    <a:pt x="0" y="8"/>
                  </a:cubicBezTo>
                  <a:cubicBezTo>
                    <a:pt x="16" y="9"/>
                    <a:pt x="16" y="9"/>
                    <a:pt x="16" y="9"/>
                  </a:cubicBezTo>
                  <a:lnTo>
                    <a:pt x="16" y="7"/>
                  </a:lnTo>
                  <a:close/>
                  <a:moveTo>
                    <a:pt x="32" y="9"/>
                  </a:moveTo>
                  <a:cubicBezTo>
                    <a:pt x="48" y="8"/>
                    <a:pt x="48" y="8"/>
                    <a:pt x="48" y="8"/>
                  </a:cubicBezTo>
                  <a:cubicBezTo>
                    <a:pt x="32" y="7"/>
                    <a:pt x="32" y="7"/>
                    <a:pt x="32" y="7"/>
                  </a:cubicBezTo>
                  <a:lnTo>
                    <a:pt x="32" y="9"/>
                  </a:lnTo>
                  <a:close/>
                </a:path>
              </a:pathLst>
            </a:custGeom>
            <a:solidFill>
              <a:srgbClr val="B55C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0" cap="none" spc="0" normalizeH="0" baseline="0" noProof="0">
                <a:ln>
                  <a:noFill/>
                </a:ln>
                <a:solidFill>
                  <a:srgbClr val="414042"/>
                </a:solidFill>
                <a:effectLst/>
                <a:uLnTx/>
                <a:uFillTx/>
                <a:latin typeface="Aptos" panose="020B0004020202020204" pitchFamily="34" charset="0"/>
                <a:ea typeface="+mn-ea"/>
                <a:cs typeface="+mn-cs"/>
              </a:endParaRPr>
            </a:p>
          </p:txBody>
        </p:sp>
        <p:sp>
          <p:nvSpPr>
            <p:cNvPr id="34" name="Freeform 17">
              <a:extLst>
                <a:ext uri="{FF2B5EF4-FFF2-40B4-BE49-F238E27FC236}">
                  <a16:creationId xmlns="" xmlns:a16="http://schemas.microsoft.com/office/drawing/2014/main" id="{0D9CD850-0119-10B1-FDEB-9D8E8FE2FFEA}"/>
                </a:ext>
              </a:extLst>
            </p:cNvPr>
            <p:cNvSpPr>
              <a:spLocks/>
            </p:cNvSpPr>
            <p:nvPr/>
          </p:nvSpPr>
          <p:spPr bwMode="auto">
            <a:xfrm>
              <a:off x="6238875" y="3508376"/>
              <a:ext cx="103188" cy="342900"/>
            </a:xfrm>
            <a:custGeom>
              <a:avLst/>
              <a:gdLst>
                <a:gd name="T0" fmla="*/ 4 w 27"/>
                <a:gd name="T1" fmla="*/ 4 h 90"/>
                <a:gd name="T2" fmla="*/ 7 w 27"/>
                <a:gd name="T3" fmla="*/ 8 h 90"/>
                <a:gd name="T4" fmla="*/ 8 w 27"/>
                <a:gd name="T5" fmla="*/ 9 h 90"/>
                <a:gd name="T6" fmla="*/ 9 w 27"/>
                <a:gd name="T7" fmla="*/ 4 h 90"/>
                <a:gd name="T8" fmla="*/ 10 w 27"/>
                <a:gd name="T9" fmla="*/ 12 h 90"/>
                <a:gd name="T10" fmla="*/ 12 w 27"/>
                <a:gd name="T11" fmla="*/ 16 h 90"/>
                <a:gd name="T12" fmla="*/ 15 w 27"/>
                <a:gd name="T13" fmla="*/ 11 h 90"/>
                <a:gd name="T14" fmla="*/ 14 w 27"/>
                <a:gd name="T15" fmla="*/ 20 h 90"/>
                <a:gd name="T16" fmla="*/ 16 w 27"/>
                <a:gd name="T17" fmla="*/ 25 h 90"/>
                <a:gd name="T18" fmla="*/ 19 w 27"/>
                <a:gd name="T19" fmla="*/ 20 h 90"/>
                <a:gd name="T20" fmla="*/ 18 w 27"/>
                <a:gd name="T21" fmla="*/ 29 h 90"/>
                <a:gd name="T22" fmla="*/ 19 w 27"/>
                <a:gd name="T23" fmla="*/ 34 h 90"/>
                <a:gd name="T24" fmla="*/ 23 w 27"/>
                <a:gd name="T25" fmla="*/ 29 h 90"/>
                <a:gd name="T26" fmla="*/ 20 w 27"/>
                <a:gd name="T27" fmla="*/ 39 h 90"/>
                <a:gd name="T28" fmla="*/ 22 w 27"/>
                <a:gd name="T29" fmla="*/ 42 h 90"/>
                <a:gd name="T30" fmla="*/ 25 w 27"/>
                <a:gd name="T31" fmla="*/ 45 h 90"/>
                <a:gd name="T32" fmla="*/ 20 w 27"/>
                <a:gd name="T33" fmla="*/ 57 h 90"/>
                <a:gd name="T34" fmla="*/ 27 w 27"/>
                <a:gd name="T35" fmla="*/ 52 h 90"/>
                <a:gd name="T36" fmla="*/ 21 w 27"/>
                <a:gd name="T37" fmla="*/ 62 h 90"/>
                <a:gd name="T38" fmla="*/ 20 w 27"/>
                <a:gd name="T39" fmla="*/ 66 h 90"/>
                <a:gd name="T40" fmla="*/ 21 w 27"/>
                <a:gd name="T41" fmla="*/ 71 h 90"/>
                <a:gd name="T42" fmla="*/ 14 w 27"/>
                <a:gd name="T43" fmla="*/ 74 h 90"/>
                <a:gd name="T44" fmla="*/ 15 w 27"/>
                <a:gd name="T45" fmla="*/ 79 h 90"/>
                <a:gd name="T46" fmla="*/ 18 w 27"/>
                <a:gd name="T47" fmla="*/ 82 h 90"/>
                <a:gd name="T48" fmla="*/ 9 w 27"/>
                <a:gd name="T49" fmla="*/ 87 h 90"/>
                <a:gd name="T50" fmla="*/ 2 w 27"/>
                <a:gd name="T51" fmla="*/ 89 h 90"/>
                <a:gd name="T52" fmla="*/ 8 w 27"/>
                <a:gd name="T53" fmla="*/ 73 h 90"/>
                <a:gd name="T54" fmla="*/ 12 w 27"/>
                <a:gd name="T55" fmla="*/ 70 h 90"/>
                <a:gd name="T56" fmla="*/ 16 w 27"/>
                <a:gd name="T57" fmla="*/ 68 h 90"/>
                <a:gd name="T58" fmla="*/ 12 w 27"/>
                <a:gd name="T59" fmla="*/ 57 h 90"/>
                <a:gd name="T60" fmla="*/ 17 w 27"/>
                <a:gd name="T61" fmla="*/ 63 h 90"/>
                <a:gd name="T62" fmla="*/ 14 w 27"/>
                <a:gd name="T63" fmla="*/ 51 h 90"/>
                <a:gd name="T64" fmla="*/ 17 w 27"/>
                <a:gd name="T65" fmla="*/ 48 h 90"/>
                <a:gd name="T66" fmla="*/ 19 w 27"/>
                <a:gd name="T67" fmla="*/ 47 h 90"/>
                <a:gd name="T68" fmla="*/ 15 w 27"/>
                <a:gd name="T69" fmla="*/ 40 h 90"/>
                <a:gd name="T70" fmla="*/ 17 w 27"/>
                <a:gd name="T71" fmla="*/ 37 h 90"/>
                <a:gd name="T72" fmla="*/ 18 w 27"/>
                <a:gd name="T73" fmla="*/ 34 h 90"/>
                <a:gd name="T74" fmla="*/ 11 w 27"/>
                <a:gd name="T75" fmla="*/ 28 h 90"/>
                <a:gd name="T76" fmla="*/ 17 w 27"/>
                <a:gd name="T77" fmla="*/ 30 h 90"/>
                <a:gd name="T78" fmla="*/ 14 w 27"/>
                <a:gd name="T79" fmla="*/ 25 h 90"/>
                <a:gd name="T80" fmla="*/ 8 w 27"/>
                <a:gd name="T81" fmla="*/ 20 h 90"/>
                <a:gd name="T82" fmla="*/ 14 w 27"/>
                <a:gd name="T83" fmla="*/ 21 h 90"/>
                <a:gd name="T84" fmla="*/ 7 w 27"/>
                <a:gd name="T85" fmla="*/ 15 h 90"/>
                <a:gd name="T86" fmla="*/ 7 w 27"/>
                <a:gd name="T87" fmla="*/ 12 h 90"/>
                <a:gd name="T88" fmla="*/ 10 w 27"/>
                <a:gd name="T89" fmla="*/ 13 h 90"/>
                <a:gd name="T90" fmla="*/ 3 w 27"/>
                <a:gd name="T91" fmla="*/ 9 h 90"/>
                <a:gd name="T92" fmla="*/ 2 w 27"/>
                <a:gd name="T93" fmla="*/ 6 h 90"/>
                <a:gd name="T94" fmla="*/ 4 w 27"/>
                <a:gd name="T95" fmla="*/ 6 h 90"/>
                <a:gd name="T96" fmla="*/ 0 w 27"/>
                <a:gd name="T97"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 h="90">
                  <a:moveTo>
                    <a:pt x="0" y="0"/>
                  </a:moveTo>
                  <a:cubicBezTo>
                    <a:pt x="0" y="1"/>
                    <a:pt x="1" y="1"/>
                    <a:pt x="2" y="2"/>
                  </a:cubicBezTo>
                  <a:cubicBezTo>
                    <a:pt x="4" y="2"/>
                    <a:pt x="4" y="3"/>
                    <a:pt x="4" y="4"/>
                  </a:cubicBezTo>
                  <a:cubicBezTo>
                    <a:pt x="5" y="5"/>
                    <a:pt x="5" y="5"/>
                    <a:pt x="5" y="5"/>
                  </a:cubicBezTo>
                  <a:cubicBezTo>
                    <a:pt x="5" y="6"/>
                    <a:pt x="6" y="7"/>
                    <a:pt x="6" y="8"/>
                  </a:cubicBezTo>
                  <a:cubicBezTo>
                    <a:pt x="7" y="8"/>
                    <a:pt x="7" y="8"/>
                    <a:pt x="7" y="8"/>
                  </a:cubicBezTo>
                  <a:cubicBezTo>
                    <a:pt x="7" y="8"/>
                    <a:pt x="7" y="8"/>
                    <a:pt x="7" y="8"/>
                  </a:cubicBezTo>
                  <a:cubicBezTo>
                    <a:pt x="7" y="9"/>
                    <a:pt x="8" y="9"/>
                    <a:pt x="8" y="10"/>
                  </a:cubicBezTo>
                  <a:cubicBezTo>
                    <a:pt x="8" y="10"/>
                    <a:pt x="8" y="9"/>
                    <a:pt x="8" y="9"/>
                  </a:cubicBezTo>
                  <a:cubicBezTo>
                    <a:pt x="8" y="8"/>
                    <a:pt x="8" y="7"/>
                    <a:pt x="8" y="7"/>
                  </a:cubicBezTo>
                  <a:cubicBezTo>
                    <a:pt x="8" y="5"/>
                    <a:pt x="9" y="4"/>
                    <a:pt x="9" y="4"/>
                  </a:cubicBezTo>
                  <a:cubicBezTo>
                    <a:pt x="9" y="4"/>
                    <a:pt x="9" y="4"/>
                    <a:pt x="9" y="4"/>
                  </a:cubicBezTo>
                  <a:cubicBezTo>
                    <a:pt x="10" y="5"/>
                    <a:pt x="10" y="6"/>
                    <a:pt x="11" y="8"/>
                  </a:cubicBezTo>
                  <a:cubicBezTo>
                    <a:pt x="11" y="9"/>
                    <a:pt x="11" y="10"/>
                    <a:pt x="11" y="11"/>
                  </a:cubicBezTo>
                  <a:cubicBezTo>
                    <a:pt x="10" y="12"/>
                    <a:pt x="10" y="12"/>
                    <a:pt x="10" y="12"/>
                  </a:cubicBezTo>
                  <a:cubicBezTo>
                    <a:pt x="10" y="13"/>
                    <a:pt x="10" y="13"/>
                    <a:pt x="10" y="13"/>
                  </a:cubicBezTo>
                  <a:cubicBezTo>
                    <a:pt x="11" y="14"/>
                    <a:pt x="12" y="16"/>
                    <a:pt x="13" y="17"/>
                  </a:cubicBezTo>
                  <a:cubicBezTo>
                    <a:pt x="13" y="17"/>
                    <a:pt x="12" y="17"/>
                    <a:pt x="12" y="16"/>
                  </a:cubicBezTo>
                  <a:cubicBezTo>
                    <a:pt x="12" y="15"/>
                    <a:pt x="13" y="14"/>
                    <a:pt x="13" y="14"/>
                  </a:cubicBezTo>
                  <a:cubicBezTo>
                    <a:pt x="13" y="12"/>
                    <a:pt x="15" y="11"/>
                    <a:pt x="15" y="11"/>
                  </a:cubicBezTo>
                  <a:cubicBezTo>
                    <a:pt x="15" y="11"/>
                    <a:pt x="15" y="11"/>
                    <a:pt x="15" y="11"/>
                  </a:cubicBezTo>
                  <a:cubicBezTo>
                    <a:pt x="15" y="12"/>
                    <a:pt x="15" y="13"/>
                    <a:pt x="16" y="15"/>
                  </a:cubicBezTo>
                  <a:cubicBezTo>
                    <a:pt x="16" y="17"/>
                    <a:pt x="16" y="18"/>
                    <a:pt x="15" y="19"/>
                  </a:cubicBezTo>
                  <a:cubicBezTo>
                    <a:pt x="15" y="20"/>
                    <a:pt x="14" y="20"/>
                    <a:pt x="14" y="20"/>
                  </a:cubicBezTo>
                  <a:cubicBezTo>
                    <a:pt x="15" y="21"/>
                    <a:pt x="15" y="22"/>
                    <a:pt x="16" y="24"/>
                  </a:cubicBezTo>
                  <a:cubicBezTo>
                    <a:pt x="16" y="24"/>
                    <a:pt x="16" y="25"/>
                    <a:pt x="16" y="25"/>
                  </a:cubicBezTo>
                  <a:cubicBezTo>
                    <a:pt x="16" y="25"/>
                    <a:pt x="16" y="25"/>
                    <a:pt x="16" y="25"/>
                  </a:cubicBezTo>
                  <a:cubicBezTo>
                    <a:pt x="16" y="24"/>
                    <a:pt x="17" y="23"/>
                    <a:pt x="17" y="22"/>
                  </a:cubicBezTo>
                  <a:cubicBezTo>
                    <a:pt x="18" y="20"/>
                    <a:pt x="19" y="19"/>
                    <a:pt x="19" y="19"/>
                  </a:cubicBezTo>
                  <a:cubicBezTo>
                    <a:pt x="19" y="19"/>
                    <a:pt x="19" y="19"/>
                    <a:pt x="19" y="20"/>
                  </a:cubicBezTo>
                  <a:cubicBezTo>
                    <a:pt x="20" y="20"/>
                    <a:pt x="20" y="21"/>
                    <a:pt x="20" y="24"/>
                  </a:cubicBezTo>
                  <a:cubicBezTo>
                    <a:pt x="20" y="26"/>
                    <a:pt x="20" y="27"/>
                    <a:pt x="19" y="28"/>
                  </a:cubicBezTo>
                  <a:cubicBezTo>
                    <a:pt x="18" y="29"/>
                    <a:pt x="18" y="29"/>
                    <a:pt x="18" y="29"/>
                  </a:cubicBezTo>
                  <a:cubicBezTo>
                    <a:pt x="17" y="29"/>
                    <a:pt x="17" y="29"/>
                    <a:pt x="17" y="29"/>
                  </a:cubicBezTo>
                  <a:cubicBezTo>
                    <a:pt x="18" y="31"/>
                    <a:pt x="19" y="33"/>
                    <a:pt x="19" y="35"/>
                  </a:cubicBezTo>
                  <a:cubicBezTo>
                    <a:pt x="19" y="35"/>
                    <a:pt x="19" y="35"/>
                    <a:pt x="19" y="34"/>
                  </a:cubicBezTo>
                  <a:cubicBezTo>
                    <a:pt x="19" y="33"/>
                    <a:pt x="20" y="32"/>
                    <a:pt x="20" y="31"/>
                  </a:cubicBezTo>
                  <a:cubicBezTo>
                    <a:pt x="22" y="29"/>
                    <a:pt x="23" y="28"/>
                    <a:pt x="23" y="28"/>
                  </a:cubicBezTo>
                  <a:cubicBezTo>
                    <a:pt x="23" y="28"/>
                    <a:pt x="23" y="29"/>
                    <a:pt x="23" y="29"/>
                  </a:cubicBezTo>
                  <a:cubicBezTo>
                    <a:pt x="23" y="30"/>
                    <a:pt x="23" y="31"/>
                    <a:pt x="23" y="34"/>
                  </a:cubicBezTo>
                  <a:cubicBezTo>
                    <a:pt x="23" y="36"/>
                    <a:pt x="22" y="37"/>
                    <a:pt x="21" y="38"/>
                  </a:cubicBezTo>
                  <a:cubicBezTo>
                    <a:pt x="21" y="39"/>
                    <a:pt x="20" y="39"/>
                    <a:pt x="20" y="39"/>
                  </a:cubicBezTo>
                  <a:cubicBezTo>
                    <a:pt x="20" y="41"/>
                    <a:pt x="20" y="43"/>
                    <a:pt x="20" y="45"/>
                  </a:cubicBezTo>
                  <a:cubicBezTo>
                    <a:pt x="20" y="45"/>
                    <a:pt x="20" y="45"/>
                    <a:pt x="20" y="45"/>
                  </a:cubicBezTo>
                  <a:cubicBezTo>
                    <a:pt x="21" y="44"/>
                    <a:pt x="21" y="43"/>
                    <a:pt x="22" y="42"/>
                  </a:cubicBezTo>
                  <a:cubicBezTo>
                    <a:pt x="24" y="40"/>
                    <a:pt x="26" y="40"/>
                    <a:pt x="26" y="40"/>
                  </a:cubicBezTo>
                  <a:cubicBezTo>
                    <a:pt x="26" y="40"/>
                    <a:pt x="26" y="40"/>
                    <a:pt x="26" y="40"/>
                  </a:cubicBezTo>
                  <a:cubicBezTo>
                    <a:pt x="26" y="41"/>
                    <a:pt x="25" y="43"/>
                    <a:pt x="25" y="45"/>
                  </a:cubicBezTo>
                  <a:cubicBezTo>
                    <a:pt x="24" y="48"/>
                    <a:pt x="23" y="49"/>
                    <a:pt x="22" y="49"/>
                  </a:cubicBezTo>
                  <a:cubicBezTo>
                    <a:pt x="21" y="50"/>
                    <a:pt x="20" y="50"/>
                    <a:pt x="20" y="50"/>
                  </a:cubicBezTo>
                  <a:cubicBezTo>
                    <a:pt x="20" y="52"/>
                    <a:pt x="20" y="55"/>
                    <a:pt x="20" y="57"/>
                  </a:cubicBezTo>
                  <a:cubicBezTo>
                    <a:pt x="20" y="57"/>
                    <a:pt x="20" y="57"/>
                    <a:pt x="20" y="57"/>
                  </a:cubicBezTo>
                  <a:cubicBezTo>
                    <a:pt x="20" y="55"/>
                    <a:pt x="21" y="55"/>
                    <a:pt x="22" y="54"/>
                  </a:cubicBezTo>
                  <a:cubicBezTo>
                    <a:pt x="24" y="52"/>
                    <a:pt x="27" y="52"/>
                    <a:pt x="27" y="52"/>
                  </a:cubicBezTo>
                  <a:cubicBezTo>
                    <a:pt x="27" y="52"/>
                    <a:pt x="26" y="52"/>
                    <a:pt x="26" y="53"/>
                  </a:cubicBezTo>
                  <a:cubicBezTo>
                    <a:pt x="26" y="54"/>
                    <a:pt x="25" y="55"/>
                    <a:pt x="24" y="58"/>
                  </a:cubicBezTo>
                  <a:cubicBezTo>
                    <a:pt x="23" y="60"/>
                    <a:pt x="22" y="61"/>
                    <a:pt x="21" y="62"/>
                  </a:cubicBezTo>
                  <a:cubicBezTo>
                    <a:pt x="20" y="62"/>
                    <a:pt x="19" y="62"/>
                    <a:pt x="19" y="62"/>
                  </a:cubicBezTo>
                  <a:cubicBezTo>
                    <a:pt x="18" y="64"/>
                    <a:pt x="17" y="67"/>
                    <a:pt x="16" y="69"/>
                  </a:cubicBezTo>
                  <a:cubicBezTo>
                    <a:pt x="17" y="68"/>
                    <a:pt x="19" y="67"/>
                    <a:pt x="20" y="66"/>
                  </a:cubicBezTo>
                  <a:cubicBezTo>
                    <a:pt x="22" y="65"/>
                    <a:pt x="25" y="65"/>
                    <a:pt x="25" y="65"/>
                  </a:cubicBezTo>
                  <a:cubicBezTo>
                    <a:pt x="25" y="65"/>
                    <a:pt x="25" y="65"/>
                    <a:pt x="24" y="66"/>
                  </a:cubicBezTo>
                  <a:cubicBezTo>
                    <a:pt x="24" y="67"/>
                    <a:pt x="23" y="69"/>
                    <a:pt x="21" y="71"/>
                  </a:cubicBezTo>
                  <a:cubicBezTo>
                    <a:pt x="21" y="72"/>
                    <a:pt x="20" y="73"/>
                    <a:pt x="19" y="74"/>
                  </a:cubicBezTo>
                  <a:cubicBezTo>
                    <a:pt x="18" y="74"/>
                    <a:pt x="17" y="75"/>
                    <a:pt x="16" y="75"/>
                  </a:cubicBezTo>
                  <a:cubicBezTo>
                    <a:pt x="15" y="75"/>
                    <a:pt x="15" y="75"/>
                    <a:pt x="14" y="74"/>
                  </a:cubicBezTo>
                  <a:cubicBezTo>
                    <a:pt x="13" y="77"/>
                    <a:pt x="12" y="79"/>
                    <a:pt x="10" y="82"/>
                  </a:cubicBezTo>
                  <a:cubicBezTo>
                    <a:pt x="10" y="81"/>
                    <a:pt x="10" y="81"/>
                    <a:pt x="11" y="81"/>
                  </a:cubicBezTo>
                  <a:cubicBezTo>
                    <a:pt x="12" y="80"/>
                    <a:pt x="13" y="80"/>
                    <a:pt x="15" y="79"/>
                  </a:cubicBezTo>
                  <a:cubicBezTo>
                    <a:pt x="18" y="79"/>
                    <a:pt x="20" y="79"/>
                    <a:pt x="20" y="79"/>
                  </a:cubicBezTo>
                  <a:cubicBezTo>
                    <a:pt x="20" y="79"/>
                    <a:pt x="20" y="79"/>
                    <a:pt x="20" y="80"/>
                  </a:cubicBezTo>
                  <a:cubicBezTo>
                    <a:pt x="19" y="80"/>
                    <a:pt x="19" y="81"/>
                    <a:pt x="18" y="82"/>
                  </a:cubicBezTo>
                  <a:cubicBezTo>
                    <a:pt x="17" y="83"/>
                    <a:pt x="17" y="84"/>
                    <a:pt x="15" y="85"/>
                  </a:cubicBezTo>
                  <a:cubicBezTo>
                    <a:pt x="14" y="86"/>
                    <a:pt x="13" y="87"/>
                    <a:pt x="12" y="87"/>
                  </a:cubicBezTo>
                  <a:cubicBezTo>
                    <a:pt x="11" y="87"/>
                    <a:pt x="10" y="87"/>
                    <a:pt x="9" y="87"/>
                  </a:cubicBezTo>
                  <a:cubicBezTo>
                    <a:pt x="8" y="87"/>
                    <a:pt x="7" y="87"/>
                    <a:pt x="7" y="86"/>
                  </a:cubicBezTo>
                  <a:cubicBezTo>
                    <a:pt x="6" y="88"/>
                    <a:pt x="5" y="89"/>
                    <a:pt x="4" y="90"/>
                  </a:cubicBezTo>
                  <a:cubicBezTo>
                    <a:pt x="2" y="89"/>
                    <a:pt x="2" y="89"/>
                    <a:pt x="2" y="89"/>
                  </a:cubicBezTo>
                  <a:cubicBezTo>
                    <a:pt x="5" y="86"/>
                    <a:pt x="8" y="83"/>
                    <a:pt x="10" y="80"/>
                  </a:cubicBezTo>
                  <a:cubicBezTo>
                    <a:pt x="9" y="80"/>
                    <a:pt x="9" y="79"/>
                    <a:pt x="8" y="78"/>
                  </a:cubicBezTo>
                  <a:cubicBezTo>
                    <a:pt x="8" y="77"/>
                    <a:pt x="7" y="75"/>
                    <a:pt x="8" y="73"/>
                  </a:cubicBezTo>
                  <a:cubicBezTo>
                    <a:pt x="8" y="70"/>
                    <a:pt x="8" y="68"/>
                    <a:pt x="8" y="68"/>
                  </a:cubicBezTo>
                  <a:cubicBezTo>
                    <a:pt x="8" y="67"/>
                    <a:pt x="8" y="67"/>
                    <a:pt x="8" y="67"/>
                  </a:cubicBezTo>
                  <a:cubicBezTo>
                    <a:pt x="8" y="67"/>
                    <a:pt x="11" y="68"/>
                    <a:pt x="12" y="70"/>
                  </a:cubicBezTo>
                  <a:cubicBezTo>
                    <a:pt x="12" y="72"/>
                    <a:pt x="13" y="73"/>
                    <a:pt x="13" y="75"/>
                  </a:cubicBezTo>
                  <a:cubicBezTo>
                    <a:pt x="14" y="73"/>
                    <a:pt x="14" y="71"/>
                    <a:pt x="15" y="70"/>
                  </a:cubicBezTo>
                  <a:cubicBezTo>
                    <a:pt x="15" y="69"/>
                    <a:pt x="15" y="69"/>
                    <a:pt x="16" y="68"/>
                  </a:cubicBezTo>
                  <a:cubicBezTo>
                    <a:pt x="15" y="68"/>
                    <a:pt x="15" y="67"/>
                    <a:pt x="14" y="67"/>
                  </a:cubicBezTo>
                  <a:cubicBezTo>
                    <a:pt x="13" y="66"/>
                    <a:pt x="12" y="64"/>
                    <a:pt x="12" y="62"/>
                  </a:cubicBezTo>
                  <a:cubicBezTo>
                    <a:pt x="12" y="59"/>
                    <a:pt x="12" y="58"/>
                    <a:pt x="12" y="57"/>
                  </a:cubicBezTo>
                  <a:cubicBezTo>
                    <a:pt x="12" y="56"/>
                    <a:pt x="12" y="56"/>
                    <a:pt x="12" y="56"/>
                  </a:cubicBezTo>
                  <a:cubicBezTo>
                    <a:pt x="12" y="56"/>
                    <a:pt x="14" y="57"/>
                    <a:pt x="16" y="59"/>
                  </a:cubicBezTo>
                  <a:cubicBezTo>
                    <a:pt x="17" y="60"/>
                    <a:pt x="17" y="61"/>
                    <a:pt x="17" y="63"/>
                  </a:cubicBezTo>
                  <a:cubicBezTo>
                    <a:pt x="18" y="60"/>
                    <a:pt x="18" y="58"/>
                    <a:pt x="19" y="56"/>
                  </a:cubicBezTo>
                  <a:cubicBezTo>
                    <a:pt x="18" y="56"/>
                    <a:pt x="18" y="56"/>
                    <a:pt x="17" y="55"/>
                  </a:cubicBezTo>
                  <a:cubicBezTo>
                    <a:pt x="16" y="54"/>
                    <a:pt x="15" y="53"/>
                    <a:pt x="14" y="51"/>
                  </a:cubicBezTo>
                  <a:cubicBezTo>
                    <a:pt x="14" y="48"/>
                    <a:pt x="14" y="47"/>
                    <a:pt x="13" y="47"/>
                  </a:cubicBezTo>
                  <a:cubicBezTo>
                    <a:pt x="13" y="46"/>
                    <a:pt x="13" y="46"/>
                    <a:pt x="13" y="46"/>
                  </a:cubicBezTo>
                  <a:cubicBezTo>
                    <a:pt x="13" y="46"/>
                    <a:pt x="15" y="46"/>
                    <a:pt x="17" y="48"/>
                  </a:cubicBezTo>
                  <a:cubicBezTo>
                    <a:pt x="18" y="48"/>
                    <a:pt x="19" y="49"/>
                    <a:pt x="19" y="51"/>
                  </a:cubicBezTo>
                  <a:cubicBezTo>
                    <a:pt x="19" y="51"/>
                    <a:pt x="19" y="51"/>
                    <a:pt x="19" y="51"/>
                  </a:cubicBezTo>
                  <a:cubicBezTo>
                    <a:pt x="19" y="50"/>
                    <a:pt x="19" y="48"/>
                    <a:pt x="19" y="47"/>
                  </a:cubicBezTo>
                  <a:cubicBezTo>
                    <a:pt x="19" y="46"/>
                    <a:pt x="19" y="45"/>
                    <a:pt x="19" y="44"/>
                  </a:cubicBezTo>
                  <a:cubicBezTo>
                    <a:pt x="19" y="44"/>
                    <a:pt x="18" y="44"/>
                    <a:pt x="18" y="44"/>
                  </a:cubicBezTo>
                  <a:cubicBezTo>
                    <a:pt x="17" y="43"/>
                    <a:pt x="15" y="42"/>
                    <a:pt x="15" y="40"/>
                  </a:cubicBezTo>
                  <a:cubicBezTo>
                    <a:pt x="14" y="38"/>
                    <a:pt x="13" y="37"/>
                    <a:pt x="13" y="37"/>
                  </a:cubicBezTo>
                  <a:cubicBezTo>
                    <a:pt x="13" y="36"/>
                    <a:pt x="13" y="36"/>
                    <a:pt x="13" y="36"/>
                  </a:cubicBezTo>
                  <a:cubicBezTo>
                    <a:pt x="13" y="36"/>
                    <a:pt x="15" y="36"/>
                    <a:pt x="17" y="37"/>
                  </a:cubicBezTo>
                  <a:cubicBezTo>
                    <a:pt x="18" y="38"/>
                    <a:pt x="18" y="39"/>
                    <a:pt x="19" y="40"/>
                  </a:cubicBezTo>
                  <a:cubicBezTo>
                    <a:pt x="19" y="40"/>
                    <a:pt x="19" y="40"/>
                    <a:pt x="19" y="40"/>
                  </a:cubicBezTo>
                  <a:cubicBezTo>
                    <a:pt x="19" y="38"/>
                    <a:pt x="19" y="36"/>
                    <a:pt x="18" y="34"/>
                  </a:cubicBezTo>
                  <a:cubicBezTo>
                    <a:pt x="18" y="34"/>
                    <a:pt x="17" y="34"/>
                    <a:pt x="17" y="34"/>
                  </a:cubicBezTo>
                  <a:cubicBezTo>
                    <a:pt x="16" y="33"/>
                    <a:pt x="14" y="33"/>
                    <a:pt x="13" y="31"/>
                  </a:cubicBezTo>
                  <a:cubicBezTo>
                    <a:pt x="12" y="29"/>
                    <a:pt x="12" y="28"/>
                    <a:pt x="11" y="28"/>
                  </a:cubicBezTo>
                  <a:cubicBezTo>
                    <a:pt x="11" y="27"/>
                    <a:pt x="11" y="27"/>
                    <a:pt x="11" y="27"/>
                  </a:cubicBezTo>
                  <a:cubicBezTo>
                    <a:pt x="11" y="27"/>
                    <a:pt x="13" y="27"/>
                    <a:pt x="15" y="28"/>
                  </a:cubicBezTo>
                  <a:cubicBezTo>
                    <a:pt x="15" y="28"/>
                    <a:pt x="16" y="29"/>
                    <a:pt x="17" y="30"/>
                  </a:cubicBezTo>
                  <a:cubicBezTo>
                    <a:pt x="17" y="30"/>
                    <a:pt x="17" y="30"/>
                    <a:pt x="17" y="30"/>
                  </a:cubicBezTo>
                  <a:cubicBezTo>
                    <a:pt x="17" y="28"/>
                    <a:pt x="16" y="26"/>
                    <a:pt x="16" y="24"/>
                  </a:cubicBezTo>
                  <a:cubicBezTo>
                    <a:pt x="15" y="24"/>
                    <a:pt x="15" y="25"/>
                    <a:pt x="14" y="25"/>
                  </a:cubicBezTo>
                  <a:cubicBezTo>
                    <a:pt x="13" y="24"/>
                    <a:pt x="12" y="24"/>
                    <a:pt x="11" y="22"/>
                  </a:cubicBezTo>
                  <a:cubicBezTo>
                    <a:pt x="9" y="21"/>
                    <a:pt x="9" y="20"/>
                    <a:pt x="8" y="20"/>
                  </a:cubicBezTo>
                  <a:cubicBezTo>
                    <a:pt x="8" y="20"/>
                    <a:pt x="8" y="20"/>
                    <a:pt x="8" y="20"/>
                  </a:cubicBezTo>
                  <a:cubicBezTo>
                    <a:pt x="8" y="20"/>
                    <a:pt x="9" y="19"/>
                    <a:pt x="11" y="19"/>
                  </a:cubicBezTo>
                  <a:cubicBezTo>
                    <a:pt x="12" y="20"/>
                    <a:pt x="13" y="20"/>
                    <a:pt x="14" y="21"/>
                  </a:cubicBezTo>
                  <a:cubicBezTo>
                    <a:pt x="14" y="21"/>
                    <a:pt x="14" y="21"/>
                    <a:pt x="14" y="21"/>
                  </a:cubicBezTo>
                  <a:cubicBezTo>
                    <a:pt x="13" y="19"/>
                    <a:pt x="13" y="18"/>
                    <a:pt x="12" y="16"/>
                  </a:cubicBezTo>
                  <a:cubicBezTo>
                    <a:pt x="12" y="16"/>
                    <a:pt x="11" y="16"/>
                    <a:pt x="10" y="16"/>
                  </a:cubicBezTo>
                  <a:cubicBezTo>
                    <a:pt x="9" y="17"/>
                    <a:pt x="8" y="16"/>
                    <a:pt x="7" y="15"/>
                  </a:cubicBezTo>
                  <a:cubicBezTo>
                    <a:pt x="6" y="14"/>
                    <a:pt x="5" y="13"/>
                    <a:pt x="5" y="13"/>
                  </a:cubicBezTo>
                  <a:cubicBezTo>
                    <a:pt x="4" y="13"/>
                    <a:pt x="4" y="13"/>
                    <a:pt x="4" y="13"/>
                  </a:cubicBezTo>
                  <a:cubicBezTo>
                    <a:pt x="4" y="13"/>
                    <a:pt x="5" y="12"/>
                    <a:pt x="7" y="12"/>
                  </a:cubicBezTo>
                  <a:cubicBezTo>
                    <a:pt x="8" y="12"/>
                    <a:pt x="9" y="12"/>
                    <a:pt x="10" y="13"/>
                  </a:cubicBezTo>
                  <a:cubicBezTo>
                    <a:pt x="10" y="13"/>
                    <a:pt x="10" y="13"/>
                    <a:pt x="10" y="13"/>
                  </a:cubicBezTo>
                  <a:cubicBezTo>
                    <a:pt x="10" y="13"/>
                    <a:pt x="10" y="13"/>
                    <a:pt x="10" y="13"/>
                  </a:cubicBezTo>
                  <a:cubicBezTo>
                    <a:pt x="9" y="12"/>
                    <a:pt x="8" y="10"/>
                    <a:pt x="7" y="9"/>
                  </a:cubicBezTo>
                  <a:cubicBezTo>
                    <a:pt x="7" y="9"/>
                    <a:pt x="7" y="9"/>
                    <a:pt x="6" y="10"/>
                  </a:cubicBezTo>
                  <a:cubicBezTo>
                    <a:pt x="5" y="10"/>
                    <a:pt x="4" y="10"/>
                    <a:pt x="3" y="9"/>
                  </a:cubicBezTo>
                  <a:cubicBezTo>
                    <a:pt x="1" y="8"/>
                    <a:pt x="1" y="8"/>
                    <a:pt x="0" y="8"/>
                  </a:cubicBezTo>
                  <a:cubicBezTo>
                    <a:pt x="0" y="7"/>
                    <a:pt x="0" y="7"/>
                    <a:pt x="0" y="7"/>
                  </a:cubicBezTo>
                  <a:cubicBezTo>
                    <a:pt x="0" y="7"/>
                    <a:pt x="1" y="6"/>
                    <a:pt x="2" y="6"/>
                  </a:cubicBezTo>
                  <a:cubicBezTo>
                    <a:pt x="3" y="6"/>
                    <a:pt x="4" y="6"/>
                    <a:pt x="5" y="7"/>
                  </a:cubicBezTo>
                  <a:cubicBezTo>
                    <a:pt x="5" y="7"/>
                    <a:pt x="5" y="7"/>
                    <a:pt x="6" y="7"/>
                  </a:cubicBezTo>
                  <a:cubicBezTo>
                    <a:pt x="5" y="7"/>
                    <a:pt x="5" y="6"/>
                    <a:pt x="4" y="6"/>
                  </a:cubicBezTo>
                  <a:cubicBezTo>
                    <a:pt x="2" y="5"/>
                    <a:pt x="1" y="4"/>
                    <a:pt x="0" y="3"/>
                  </a:cubicBezTo>
                  <a:cubicBezTo>
                    <a:pt x="0" y="1"/>
                    <a:pt x="0" y="0"/>
                    <a:pt x="0" y="0"/>
                  </a:cubicBezTo>
                  <a:cubicBezTo>
                    <a:pt x="0" y="0"/>
                    <a:pt x="0" y="0"/>
                    <a:pt x="0" y="0"/>
                  </a:cubicBezTo>
                  <a:close/>
                </a:path>
              </a:pathLst>
            </a:custGeom>
            <a:solidFill>
              <a:srgbClr val="B55C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0" cap="none" spc="0" normalizeH="0" baseline="0" noProof="0">
                <a:ln>
                  <a:noFill/>
                </a:ln>
                <a:solidFill>
                  <a:srgbClr val="414042"/>
                </a:solidFill>
                <a:effectLst/>
                <a:uLnTx/>
                <a:uFillTx/>
                <a:latin typeface="Aptos" panose="020B0004020202020204" pitchFamily="34" charset="0"/>
                <a:ea typeface="+mn-ea"/>
                <a:cs typeface="+mn-cs"/>
              </a:endParaRPr>
            </a:p>
          </p:txBody>
        </p:sp>
        <p:sp>
          <p:nvSpPr>
            <p:cNvPr id="35" name="Freeform 18">
              <a:extLst>
                <a:ext uri="{FF2B5EF4-FFF2-40B4-BE49-F238E27FC236}">
                  <a16:creationId xmlns="" xmlns:a16="http://schemas.microsoft.com/office/drawing/2014/main" id="{5B02A637-190B-2BED-AC0F-DA16F28515FF}"/>
                </a:ext>
              </a:extLst>
            </p:cNvPr>
            <p:cNvSpPr>
              <a:spLocks/>
            </p:cNvSpPr>
            <p:nvPr/>
          </p:nvSpPr>
          <p:spPr bwMode="auto">
            <a:xfrm>
              <a:off x="5854700" y="3508376"/>
              <a:ext cx="103188" cy="342900"/>
            </a:xfrm>
            <a:custGeom>
              <a:avLst/>
              <a:gdLst>
                <a:gd name="T0" fmla="*/ 22 w 27"/>
                <a:gd name="T1" fmla="*/ 4 h 90"/>
                <a:gd name="T2" fmla="*/ 19 w 27"/>
                <a:gd name="T3" fmla="*/ 8 h 90"/>
                <a:gd name="T4" fmla="*/ 18 w 27"/>
                <a:gd name="T5" fmla="*/ 9 h 90"/>
                <a:gd name="T6" fmla="*/ 17 w 27"/>
                <a:gd name="T7" fmla="*/ 4 h 90"/>
                <a:gd name="T8" fmla="*/ 16 w 27"/>
                <a:gd name="T9" fmla="*/ 12 h 90"/>
                <a:gd name="T10" fmla="*/ 14 w 27"/>
                <a:gd name="T11" fmla="*/ 16 h 90"/>
                <a:gd name="T12" fmla="*/ 11 w 27"/>
                <a:gd name="T13" fmla="*/ 11 h 90"/>
                <a:gd name="T14" fmla="*/ 12 w 27"/>
                <a:gd name="T15" fmla="*/ 20 h 90"/>
                <a:gd name="T16" fmla="*/ 10 w 27"/>
                <a:gd name="T17" fmla="*/ 25 h 90"/>
                <a:gd name="T18" fmla="*/ 7 w 27"/>
                <a:gd name="T19" fmla="*/ 20 h 90"/>
                <a:gd name="T20" fmla="*/ 9 w 27"/>
                <a:gd name="T21" fmla="*/ 29 h 90"/>
                <a:gd name="T22" fmla="*/ 7 w 27"/>
                <a:gd name="T23" fmla="*/ 34 h 90"/>
                <a:gd name="T24" fmla="*/ 3 w 27"/>
                <a:gd name="T25" fmla="*/ 29 h 90"/>
                <a:gd name="T26" fmla="*/ 6 w 27"/>
                <a:gd name="T27" fmla="*/ 39 h 90"/>
                <a:gd name="T28" fmla="*/ 4 w 27"/>
                <a:gd name="T29" fmla="*/ 42 h 90"/>
                <a:gd name="T30" fmla="*/ 1 w 27"/>
                <a:gd name="T31" fmla="*/ 45 h 90"/>
                <a:gd name="T32" fmla="*/ 7 w 27"/>
                <a:gd name="T33" fmla="*/ 57 h 90"/>
                <a:gd name="T34" fmla="*/ 0 w 27"/>
                <a:gd name="T35" fmla="*/ 52 h 90"/>
                <a:gd name="T36" fmla="*/ 6 w 27"/>
                <a:gd name="T37" fmla="*/ 62 h 90"/>
                <a:gd name="T38" fmla="*/ 6 w 27"/>
                <a:gd name="T39" fmla="*/ 66 h 90"/>
                <a:gd name="T40" fmla="*/ 5 w 27"/>
                <a:gd name="T41" fmla="*/ 71 h 90"/>
                <a:gd name="T42" fmla="*/ 12 w 27"/>
                <a:gd name="T43" fmla="*/ 74 h 90"/>
                <a:gd name="T44" fmla="*/ 11 w 27"/>
                <a:gd name="T45" fmla="*/ 79 h 90"/>
                <a:gd name="T46" fmla="*/ 8 w 27"/>
                <a:gd name="T47" fmla="*/ 82 h 90"/>
                <a:gd name="T48" fmla="*/ 17 w 27"/>
                <a:gd name="T49" fmla="*/ 87 h 90"/>
                <a:gd name="T50" fmla="*/ 24 w 27"/>
                <a:gd name="T51" fmla="*/ 89 h 90"/>
                <a:gd name="T52" fmla="*/ 19 w 27"/>
                <a:gd name="T53" fmla="*/ 73 h 90"/>
                <a:gd name="T54" fmla="*/ 14 w 27"/>
                <a:gd name="T55" fmla="*/ 70 h 90"/>
                <a:gd name="T56" fmla="*/ 10 w 27"/>
                <a:gd name="T57" fmla="*/ 68 h 90"/>
                <a:gd name="T58" fmla="*/ 14 w 27"/>
                <a:gd name="T59" fmla="*/ 57 h 90"/>
                <a:gd name="T60" fmla="*/ 9 w 27"/>
                <a:gd name="T61" fmla="*/ 63 h 90"/>
                <a:gd name="T62" fmla="*/ 12 w 27"/>
                <a:gd name="T63" fmla="*/ 51 h 90"/>
                <a:gd name="T64" fmla="*/ 9 w 27"/>
                <a:gd name="T65" fmla="*/ 48 h 90"/>
                <a:gd name="T66" fmla="*/ 7 w 27"/>
                <a:gd name="T67" fmla="*/ 47 h 90"/>
                <a:gd name="T68" fmla="*/ 11 w 27"/>
                <a:gd name="T69" fmla="*/ 40 h 90"/>
                <a:gd name="T70" fmla="*/ 10 w 27"/>
                <a:gd name="T71" fmla="*/ 37 h 90"/>
                <a:gd name="T72" fmla="*/ 8 w 27"/>
                <a:gd name="T73" fmla="*/ 34 h 90"/>
                <a:gd name="T74" fmla="*/ 15 w 27"/>
                <a:gd name="T75" fmla="*/ 28 h 90"/>
                <a:gd name="T76" fmla="*/ 9 w 27"/>
                <a:gd name="T77" fmla="*/ 30 h 90"/>
                <a:gd name="T78" fmla="*/ 12 w 27"/>
                <a:gd name="T79" fmla="*/ 25 h 90"/>
                <a:gd name="T80" fmla="*/ 18 w 27"/>
                <a:gd name="T81" fmla="*/ 20 h 90"/>
                <a:gd name="T82" fmla="*/ 12 w 27"/>
                <a:gd name="T83" fmla="*/ 21 h 90"/>
                <a:gd name="T84" fmla="*/ 19 w 27"/>
                <a:gd name="T85" fmla="*/ 15 h 90"/>
                <a:gd name="T86" fmla="*/ 19 w 27"/>
                <a:gd name="T87" fmla="*/ 12 h 90"/>
                <a:gd name="T88" fmla="*/ 16 w 27"/>
                <a:gd name="T89" fmla="*/ 13 h 90"/>
                <a:gd name="T90" fmla="*/ 23 w 27"/>
                <a:gd name="T91" fmla="*/ 9 h 90"/>
                <a:gd name="T92" fmla="*/ 24 w 27"/>
                <a:gd name="T93" fmla="*/ 6 h 90"/>
                <a:gd name="T94" fmla="*/ 22 w 27"/>
                <a:gd name="T95" fmla="*/ 6 h 90"/>
                <a:gd name="T96" fmla="*/ 26 w 27"/>
                <a:gd name="T97"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 h="90">
                  <a:moveTo>
                    <a:pt x="26" y="0"/>
                  </a:moveTo>
                  <a:cubicBezTo>
                    <a:pt x="26" y="1"/>
                    <a:pt x="25" y="1"/>
                    <a:pt x="24" y="2"/>
                  </a:cubicBezTo>
                  <a:cubicBezTo>
                    <a:pt x="23" y="2"/>
                    <a:pt x="22" y="3"/>
                    <a:pt x="22" y="4"/>
                  </a:cubicBezTo>
                  <a:cubicBezTo>
                    <a:pt x="22" y="5"/>
                    <a:pt x="22" y="5"/>
                    <a:pt x="22" y="5"/>
                  </a:cubicBezTo>
                  <a:cubicBezTo>
                    <a:pt x="21" y="6"/>
                    <a:pt x="20" y="7"/>
                    <a:pt x="20" y="8"/>
                  </a:cubicBezTo>
                  <a:cubicBezTo>
                    <a:pt x="20" y="8"/>
                    <a:pt x="19" y="8"/>
                    <a:pt x="19" y="8"/>
                  </a:cubicBezTo>
                  <a:cubicBezTo>
                    <a:pt x="19" y="8"/>
                    <a:pt x="19" y="8"/>
                    <a:pt x="19" y="8"/>
                  </a:cubicBezTo>
                  <a:cubicBezTo>
                    <a:pt x="19" y="9"/>
                    <a:pt x="18" y="9"/>
                    <a:pt x="18" y="10"/>
                  </a:cubicBezTo>
                  <a:cubicBezTo>
                    <a:pt x="18" y="10"/>
                    <a:pt x="18" y="9"/>
                    <a:pt x="18" y="9"/>
                  </a:cubicBezTo>
                  <a:cubicBezTo>
                    <a:pt x="19" y="8"/>
                    <a:pt x="18" y="7"/>
                    <a:pt x="18" y="7"/>
                  </a:cubicBezTo>
                  <a:cubicBezTo>
                    <a:pt x="18" y="5"/>
                    <a:pt x="17" y="4"/>
                    <a:pt x="17" y="4"/>
                  </a:cubicBezTo>
                  <a:cubicBezTo>
                    <a:pt x="17" y="4"/>
                    <a:pt x="17" y="4"/>
                    <a:pt x="17" y="4"/>
                  </a:cubicBezTo>
                  <a:cubicBezTo>
                    <a:pt x="16" y="5"/>
                    <a:pt x="16" y="6"/>
                    <a:pt x="15" y="8"/>
                  </a:cubicBezTo>
                  <a:cubicBezTo>
                    <a:pt x="15" y="9"/>
                    <a:pt x="15" y="10"/>
                    <a:pt x="15" y="11"/>
                  </a:cubicBezTo>
                  <a:cubicBezTo>
                    <a:pt x="16" y="12"/>
                    <a:pt x="16" y="12"/>
                    <a:pt x="16" y="12"/>
                  </a:cubicBezTo>
                  <a:cubicBezTo>
                    <a:pt x="16" y="13"/>
                    <a:pt x="16" y="13"/>
                    <a:pt x="16" y="13"/>
                  </a:cubicBezTo>
                  <a:cubicBezTo>
                    <a:pt x="15" y="14"/>
                    <a:pt x="14" y="16"/>
                    <a:pt x="14" y="17"/>
                  </a:cubicBezTo>
                  <a:cubicBezTo>
                    <a:pt x="14" y="17"/>
                    <a:pt x="14" y="17"/>
                    <a:pt x="14" y="16"/>
                  </a:cubicBezTo>
                  <a:cubicBezTo>
                    <a:pt x="14" y="15"/>
                    <a:pt x="14" y="14"/>
                    <a:pt x="13" y="14"/>
                  </a:cubicBezTo>
                  <a:cubicBezTo>
                    <a:pt x="13" y="12"/>
                    <a:pt x="12" y="11"/>
                    <a:pt x="12" y="11"/>
                  </a:cubicBezTo>
                  <a:cubicBezTo>
                    <a:pt x="12" y="11"/>
                    <a:pt x="11" y="11"/>
                    <a:pt x="11" y="11"/>
                  </a:cubicBezTo>
                  <a:cubicBezTo>
                    <a:pt x="11" y="12"/>
                    <a:pt x="11" y="13"/>
                    <a:pt x="10" y="15"/>
                  </a:cubicBezTo>
                  <a:cubicBezTo>
                    <a:pt x="10" y="17"/>
                    <a:pt x="10" y="18"/>
                    <a:pt x="11" y="19"/>
                  </a:cubicBezTo>
                  <a:cubicBezTo>
                    <a:pt x="11" y="20"/>
                    <a:pt x="12" y="20"/>
                    <a:pt x="12" y="20"/>
                  </a:cubicBezTo>
                  <a:cubicBezTo>
                    <a:pt x="12" y="21"/>
                    <a:pt x="11" y="22"/>
                    <a:pt x="10" y="24"/>
                  </a:cubicBezTo>
                  <a:cubicBezTo>
                    <a:pt x="10" y="24"/>
                    <a:pt x="10" y="25"/>
                    <a:pt x="10" y="25"/>
                  </a:cubicBezTo>
                  <a:cubicBezTo>
                    <a:pt x="10" y="25"/>
                    <a:pt x="10" y="25"/>
                    <a:pt x="10" y="25"/>
                  </a:cubicBezTo>
                  <a:cubicBezTo>
                    <a:pt x="10" y="24"/>
                    <a:pt x="10" y="23"/>
                    <a:pt x="9" y="22"/>
                  </a:cubicBezTo>
                  <a:cubicBezTo>
                    <a:pt x="8" y="20"/>
                    <a:pt x="7" y="19"/>
                    <a:pt x="7" y="19"/>
                  </a:cubicBezTo>
                  <a:cubicBezTo>
                    <a:pt x="7" y="19"/>
                    <a:pt x="7" y="19"/>
                    <a:pt x="7" y="20"/>
                  </a:cubicBezTo>
                  <a:cubicBezTo>
                    <a:pt x="7" y="20"/>
                    <a:pt x="6" y="21"/>
                    <a:pt x="6" y="24"/>
                  </a:cubicBezTo>
                  <a:cubicBezTo>
                    <a:pt x="6" y="26"/>
                    <a:pt x="7" y="27"/>
                    <a:pt x="7" y="28"/>
                  </a:cubicBezTo>
                  <a:cubicBezTo>
                    <a:pt x="8" y="29"/>
                    <a:pt x="9" y="29"/>
                    <a:pt x="9" y="29"/>
                  </a:cubicBezTo>
                  <a:cubicBezTo>
                    <a:pt x="9" y="29"/>
                    <a:pt x="9" y="29"/>
                    <a:pt x="9" y="29"/>
                  </a:cubicBezTo>
                  <a:cubicBezTo>
                    <a:pt x="8" y="31"/>
                    <a:pt x="8" y="33"/>
                    <a:pt x="7" y="35"/>
                  </a:cubicBezTo>
                  <a:cubicBezTo>
                    <a:pt x="7" y="35"/>
                    <a:pt x="7" y="35"/>
                    <a:pt x="7" y="34"/>
                  </a:cubicBezTo>
                  <a:cubicBezTo>
                    <a:pt x="7" y="33"/>
                    <a:pt x="6" y="32"/>
                    <a:pt x="6" y="31"/>
                  </a:cubicBezTo>
                  <a:cubicBezTo>
                    <a:pt x="5" y="29"/>
                    <a:pt x="3" y="28"/>
                    <a:pt x="3" y="28"/>
                  </a:cubicBezTo>
                  <a:cubicBezTo>
                    <a:pt x="3" y="28"/>
                    <a:pt x="3" y="29"/>
                    <a:pt x="3" y="29"/>
                  </a:cubicBezTo>
                  <a:cubicBezTo>
                    <a:pt x="3" y="30"/>
                    <a:pt x="3" y="31"/>
                    <a:pt x="3" y="34"/>
                  </a:cubicBezTo>
                  <a:cubicBezTo>
                    <a:pt x="3" y="36"/>
                    <a:pt x="4" y="37"/>
                    <a:pt x="5" y="38"/>
                  </a:cubicBezTo>
                  <a:cubicBezTo>
                    <a:pt x="6" y="39"/>
                    <a:pt x="6" y="39"/>
                    <a:pt x="6" y="39"/>
                  </a:cubicBezTo>
                  <a:cubicBezTo>
                    <a:pt x="6" y="41"/>
                    <a:pt x="6" y="43"/>
                    <a:pt x="6" y="45"/>
                  </a:cubicBezTo>
                  <a:cubicBezTo>
                    <a:pt x="6" y="45"/>
                    <a:pt x="6" y="45"/>
                    <a:pt x="6" y="45"/>
                  </a:cubicBezTo>
                  <a:cubicBezTo>
                    <a:pt x="5" y="44"/>
                    <a:pt x="5" y="43"/>
                    <a:pt x="4" y="42"/>
                  </a:cubicBezTo>
                  <a:cubicBezTo>
                    <a:pt x="2" y="40"/>
                    <a:pt x="0" y="40"/>
                    <a:pt x="0" y="40"/>
                  </a:cubicBezTo>
                  <a:cubicBezTo>
                    <a:pt x="0" y="40"/>
                    <a:pt x="0" y="40"/>
                    <a:pt x="1" y="40"/>
                  </a:cubicBezTo>
                  <a:cubicBezTo>
                    <a:pt x="1" y="41"/>
                    <a:pt x="1" y="43"/>
                    <a:pt x="1" y="45"/>
                  </a:cubicBezTo>
                  <a:cubicBezTo>
                    <a:pt x="2" y="48"/>
                    <a:pt x="3" y="49"/>
                    <a:pt x="4" y="49"/>
                  </a:cubicBezTo>
                  <a:cubicBezTo>
                    <a:pt x="5" y="50"/>
                    <a:pt x="6" y="50"/>
                    <a:pt x="6" y="50"/>
                  </a:cubicBezTo>
                  <a:cubicBezTo>
                    <a:pt x="6" y="52"/>
                    <a:pt x="6" y="55"/>
                    <a:pt x="7" y="57"/>
                  </a:cubicBezTo>
                  <a:cubicBezTo>
                    <a:pt x="7" y="57"/>
                    <a:pt x="7" y="57"/>
                    <a:pt x="7" y="57"/>
                  </a:cubicBezTo>
                  <a:cubicBezTo>
                    <a:pt x="6" y="55"/>
                    <a:pt x="5" y="55"/>
                    <a:pt x="4" y="54"/>
                  </a:cubicBezTo>
                  <a:cubicBezTo>
                    <a:pt x="2" y="52"/>
                    <a:pt x="0" y="52"/>
                    <a:pt x="0" y="52"/>
                  </a:cubicBezTo>
                  <a:cubicBezTo>
                    <a:pt x="0" y="52"/>
                    <a:pt x="0" y="52"/>
                    <a:pt x="0" y="53"/>
                  </a:cubicBezTo>
                  <a:cubicBezTo>
                    <a:pt x="0" y="54"/>
                    <a:pt x="1" y="55"/>
                    <a:pt x="2" y="58"/>
                  </a:cubicBezTo>
                  <a:cubicBezTo>
                    <a:pt x="3" y="60"/>
                    <a:pt x="4" y="61"/>
                    <a:pt x="6" y="62"/>
                  </a:cubicBezTo>
                  <a:cubicBezTo>
                    <a:pt x="7" y="62"/>
                    <a:pt x="7" y="62"/>
                    <a:pt x="8" y="62"/>
                  </a:cubicBezTo>
                  <a:cubicBezTo>
                    <a:pt x="8" y="64"/>
                    <a:pt x="9" y="67"/>
                    <a:pt x="10" y="69"/>
                  </a:cubicBezTo>
                  <a:cubicBezTo>
                    <a:pt x="9" y="68"/>
                    <a:pt x="7" y="67"/>
                    <a:pt x="6" y="66"/>
                  </a:cubicBezTo>
                  <a:cubicBezTo>
                    <a:pt x="4" y="65"/>
                    <a:pt x="1" y="65"/>
                    <a:pt x="1" y="65"/>
                  </a:cubicBezTo>
                  <a:cubicBezTo>
                    <a:pt x="1" y="65"/>
                    <a:pt x="1" y="65"/>
                    <a:pt x="2" y="66"/>
                  </a:cubicBezTo>
                  <a:cubicBezTo>
                    <a:pt x="2" y="67"/>
                    <a:pt x="3" y="69"/>
                    <a:pt x="5" y="71"/>
                  </a:cubicBezTo>
                  <a:cubicBezTo>
                    <a:pt x="6" y="72"/>
                    <a:pt x="7" y="73"/>
                    <a:pt x="7" y="74"/>
                  </a:cubicBezTo>
                  <a:cubicBezTo>
                    <a:pt x="8" y="74"/>
                    <a:pt x="9" y="75"/>
                    <a:pt x="10" y="75"/>
                  </a:cubicBezTo>
                  <a:cubicBezTo>
                    <a:pt x="11" y="75"/>
                    <a:pt x="12" y="75"/>
                    <a:pt x="12" y="74"/>
                  </a:cubicBezTo>
                  <a:cubicBezTo>
                    <a:pt x="13" y="77"/>
                    <a:pt x="14" y="79"/>
                    <a:pt x="16" y="82"/>
                  </a:cubicBezTo>
                  <a:cubicBezTo>
                    <a:pt x="16" y="81"/>
                    <a:pt x="16" y="81"/>
                    <a:pt x="16" y="81"/>
                  </a:cubicBezTo>
                  <a:cubicBezTo>
                    <a:pt x="14" y="80"/>
                    <a:pt x="13" y="80"/>
                    <a:pt x="11" y="79"/>
                  </a:cubicBezTo>
                  <a:cubicBezTo>
                    <a:pt x="8" y="79"/>
                    <a:pt x="6" y="79"/>
                    <a:pt x="6" y="79"/>
                  </a:cubicBezTo>
                  <a:cubicBezTo>
                    <a:pt x="6" y="79"/>
                    <a:pt x="6" y="79"/>
                    <a:pt x="7" y="80"/>
                  </a:cubicBezTo>
                  <a:cubicBezTo>
                    <a:pt x="7" y="80"/>
                    <a:pt x="7" y="81"/>
                    <a:pt x="8" y="82"/>
                  </a:cubicBezTo>
                  <a:cubicBezTo>
                    <a:pt x="9" y="83"/>
                    <a:pt x="10" y="84"/>
                    <a:pt x="11" y="85"/>
                  </a:cubicBezTo>
                  <a:cubicBezTo>
                    <a:pt x="12" y="86"/>
                    <a:pt x="13" y="87"/>
                    <a:pt x="14" y="87"/>
                  </a:cubicBezTo>
                  <a:cubicBezTo>
                    <a:pt x="15" y="87"/>
                    <a:pt x="16" y="87"/>
                    <a:pt x="17" y="87"/>
                  </a:cubicBezTo>
                  <a:cubicBezTo>
                    <a:pt x="18" y="87"/>
                    <a:pt x="19" y="87"/>
                    <a:pt x="19" y="86"/>
                  </a:cubicBezTo>
                  <a:cubicBezTo>
                    <a:pt x="20" y="88"/>
                    <a:pt x="21" y="89"/>
                    <a:pt x="23" y="90"/>
                  </a:cubicBezTo>
                  <a:cubicBezTo>
                    <a:pt x="24" y="89"/>
                    <a:pt x="24" y="89"/>
                    <a:pt x="24" y="89"/>
                  </a:cubicBezTo>
                  <a:cubicBezTo>
                    <a:pt x="21" y="86"/>
                    <a:pt x="19" y="83"/>
                    <a:pt x="16" y="80"/>
                  </a:cubicBezTo>
                  <a:cubicBezTo>
                    <a:pt x="17" y="80"/>
                    <a:pt x="17" y="79"/>
                    <a:pt x="18" y="78"/>
                  </a:cubicBezTo>
                  <a:cubicBezTo>
                    <a:pt x="19" y="77"/>
                    <a:pt x="19" y="75"/>
                    <a:pt x="19" y="73"/>
                  </a:cubicBezTo>
                  <a:cubicBezTo>
                    <a:pt x="18" y="70"/>
                    <a:pt x="18" y="68"/>
                    <a:pt x="18" y="68"/>
                  </a:cubicBezTo>
                  <a:cubicBezTo>
                    <a:pt x="18" y="67"/>
                    <a:pt x="18" y="67"/>
                    <a:pt x="18" y="67"/>
                  </a:cubicBezTo>
                  <a:cubicBezTo>
                    <a:pt x="18" y="67"/>
                    <a:pt x="16" y="68"/>
                    <a:pt x="14" y="70"/>
                  </a:cubicBezTo>
                  <a:cubicBezTo>
                    <a:pt x="14" y="72"/>
                    <a:pt x="13" y="73"/>
                    <a:pt x="13" y="75"/>
                  </a:cubicBezTo>
                  <a:cubicBezTo>
                    <a:pt x="13" y="73"/>
                    <a:pt x="12" y="71"/>
                    <a:pt x="11" y="70"/>
                  </a:cubicBezTo>
                  <a:cubicBezTo>
                    <a:pt x="11" y="69"/>
                    <a:pt x="11" y="69"/>
                    <a:pt x="10" y="68"/>
                  </a:cubicBezTo>
                  <a:cubicBezTo>
                    <a:pt x="11" y="68"/>
                    <a:pt x="11" y="67"/>
                    <a:pt x="12" y="67"/>
                  </a:cubicBezTo>
                  <a:cubicBezTo>
                    <a:pt x="13" y="66"/>
                    <a:pt x="14" y="64"/>
                    <a:pt x="14" y="62"/>
                  </a:cubicBezTo>
                  <a:cubicBezTo>
                    <a:pt x="14" y="59"/>
                    <a:pt x="14" y="58"/>
                    <a:pt x="14" y="57"/>
                  </a:cubicBezTo>
                  <a:cubicBezTo>
                    <a:pt x="14" y="56"/>
                    <a:pt x="14" y="56"/>
                    <a:pt x="14" y="56"/>
                  </a:cubicBezTo>
                  <a:cubicBezTo>
                    <a:pt x="14" y="56"/>
                    <a:pt x="12" y="57"/>
                    <a:pt x="10" y="59"/>
                  </a:cubicBezTo>
                  <a:cubicBezTo>
                    <a:pt x="10" y="60"/>
                    <a:pt x="9" y="61"/>
                    <a:pt x="9" y="63"/>
                  </a:cubicBezTo>
                  <a:cubicBezTo>
                    <a:pt x="8" y="60"/>
                    <a:pt x="8" y="58"/>
                    <a:pt x="7" y="56"/>
                  </a:cubicBezTo>
                  <a:cubicBezTo>
                    <a:pt x="8" y="56"/>
                    <a:pt x="8" y="56"/>
                    <a:pt x="9" y="55"/>
                  </a:cubicBezTo>
                  <a:cubicBezTo>
                    <a:pt x="10" y="54"/>
                    <a:pt x="11" y="53"/>
                    <a:pt x="12" y="51"/>
                  </a:cubicBezTo>
                  <a:cubicBezTo>
                    <a:pt x="12" y="48"/>
                    <a:pt x="12" y="47"/>
                    <a:pt x="13" y="47"/>
                  </a:cubicBezTo>
                  <a:cubicBezTo>
                    <a:pt x="13" y="46"/>
                    <a:pt x="13" y="46"/>
                    <a:pt x="13" y="46"/>
                  </a:cubicBezTo>
                  <a:cubicBezTo>
                    <a:pt x="13" y="46"/>
                    <a:pt x="11" y="46"/>
                    <a:pt x="9" y="48"/>
                  </a:cubicBezTo>
                  <a:cubicBezTo>
                    <a:pt x="8" y="48"/>
                    <a:pt x="7" y="49"/>
                    <a:pt x="7" y="51"/>
                  </a:cubicBezTo>
                  <a:cubicBezTo>
                    <a:pt x="7" y="51"/>
                    <a:pt x="7" y="51"/>
                    <a:pt x="7" y="51"/>
                  </a:cubicBezTo>
                  <a:cubicBezTo>
                    <a:pt x="7" y="50"/>
                    <a:pt x="7" y="48"/>
                    <a:pt x="7" y="47"/>
                  </a:cubicBezTo>
                  <a:cubicBezTo>
                    <a:pt x="7" y="46"/>
                    <a:pt x="7" y="45"/>
                    <a:pt x="7" y="44"/>
                  </a:cubicBezTo>
                  <a:cubicBezTo>
                    <a:pt x="7" y="44"/>
                    <a:pt x="8" y="44"/>
                    <a:pt x="9" y="44"/>
                  </a:cubicBezTo>
                  <a:cubicBezTo>
                    <a:pt x="10" y="43"/>
                    <a:pt x="11" y="42"/>
                    <a:pt x="11" y="40"/>
                  </a:cubicBezTo>
                  <a:cubicBezTo>
                    <a:pt x="12" y="38"/>
                    <a:pt x="13" y="37"/>
                    <a:pt x="13" y="37"/>
                  </a:cubicBezTo>
                  <a:cubicBezTo>
                    <a:pt x="13" y="36"/>
                    <a:pt x="13" y="36"/>
                    <a:pt x="13" y="36"/>
                  </a:cubicBezTo>
                  <a:cubicBezTo>
                    <a:pt x="13" y="36"/>
                    <a:pt x="11" y="36"/>
                    <a:pt x="10" y="37"/>
                  </a:cubicBezTo>
                  <a:cubicBezTo>
                    <a:pt x="9" y="38"/>
                    <a:pt x="8" y="39"/>
                    <a:pt x="7" y="40"/>
                  </a:cubicBezTo>
                  <a:cubicBezTo>
                    <a:pt x="7" y="40"/>
                    <a:pt x="7" y="40"/>
                    <a:pt x="7" y="40"/>
                  </a:cubicBezTo>
                  <a:cubicBezTo>
                    <a:pt x="7" y="38"/>
                    <a:pt x="8" y="36"/>
                    <a:pt x="8" y="34"/>
                  </a:cubicBezTo>
                  <a:cubicBezTo>
                    <a:pt x="8" y="34"/>
                    <a:pt x="9" y="34"/>
                    <a:pt x="10" y="34"/>
                  </a:cubicBezTo>
                  <a:cubicBezTo>
                    <a:pt x="11" y="33"/>
                    <a:pt x="12" y="33"/>
                    <a:pt x="13" y="31"/>
                  </a:cubicBezTo>
                  <a:cubicBezTo>
                    <a:pt x="14" y="29"/>
                    <a:pt x="14" y="28"/>
                    <a:pt x="15" y="28"/>
                  </a:cubicBezTo>
                  <a:cubicBezTo>
                    <a:pt x="15" y="27"/>
                    <a:pt x="15" y="27"/>
                    <a:pt x="15" y="27"/>
                  </a:cubicBezTo>
                  <a:cubicBezTo>
                    <a:pt x="15" y="27"/>
                    <a:pt x="13" y="27"/>
                    <a:pt x="12" y="28"/>
                  </a:cubicBezTo>
                  <a:cubicBezTo>
                    <a:pt x="11" y="28"/>
                    <a:pt x="10" y="29"/>
                    <a:pt x="9" y="30"/>
                  </a:cubicBezTo>
                  <a:cubicBezTo>
                    <a:pt x="9" y="30"/>
                    <a:pt x="9" y="30"/>
                    <a:pt x="9" y="30"/>
                  </a:cubicBezTo>
                  <a:cubicBezTo>
                    <a:pt x="9" y="28"/>
                    <a:pt x="10" y="26"/>
                    <a:pt x="11" y="24"/>
                  </a:cubicBezTo>
                  <a:cubicBezTo>
                    <a:pt x="11" y="24"/>
                    <a:pt x="11" y="25"/>
                    <a:pt x="12" y="25"/>
                  </a:cubicBezTo>
                  <a:cubicBezTo>
                    <a:pt x="13" y="24"/>
                    <a:pt x="14" y="24"/>
                    <a:pt x="16" y="22"/>
                  </a:cubicBezTo>
                  <a:cubicBezTo>
                    <a:pt x="17" y="21"/>
                    <a:pt x="17" y="20"/>
                    <a:pt x="18" y="20"/>
                  </a:cubicBezTo>
                  <a:cubicBezTo>
                    <a:pt x="18" y="20"/>
                    <a:pt x="18" y="20"/>
                    <a:pt x="18" y="20"/>
                  </a:cubicBezTo>
                  <a:cubicBezTo>
                    <a:pt x="18" y="20"/>
                    <a:pt x="17" y="19"/>
                    <a:pt x="15" y="19"/>
                  </a:cubicBezTo>
                  <a:cubicBezTo>
                    <a:pt x="14" y="20"/>
                    <a:pt x="13" y="20"/>
                    <a:pt x="12" y="21"/>
                  </a:cubicBezTo>
                  <a:cubicBezTo>
                    <a:pt x="12" y="21"/>
                    <a:pt x="12" y="21"/>
                    <a:pt x="12" y="21"/>
                  </a:cubicBezTo>
                  <a:cubicBezTo>
                    <a:pt x="13" y="19"/>
                    <a:pt x="14" y="18"/>
                    <a:pt x="14" y="16"/>
                  </a:cubicBezTo>
                  <a:cubicBezTo>
                    <a:pt x="15" y="16"/>
                    <a:pt x="15" y="16"/>
                    <a:pt x="16" y="16"/>
                  </a:cubicBezTo>
                  <a:cubicBezTo>
                    <a:pt x="17" y="17"/>
                    <a:pt x="18" y="16"/>
                    <a:pt x="19" y="15"/>
                  </a:cubicBezTo>
                  <a:cubicBezTo>
                    <a:pt x="20" y="14"/>
                    <a:pt x="21" y="13"/>
                    <a:pt x="22" y="13"/>
                  </a:cubicBezTo>
                  <a:cubicBezTo>
                    <a:pt x="22" y="13"/>
                    <a:pt x="22" y="13"/>
                    <a:pt x="22" y="13"/>
                  </a:cubicBezTo>
                  <a:cubicBezTo>
                    <a:pt x="22" y="13"/>
                    <a:pt x="21" y="12"/>
                    <a:pt x="19" y="12"/>
                  </a:cubicBezTo>
                  <a:cubicBezTo>
                    <a:pt x="18" y="12"/>
                    <a:pt x="17" y="12"/>
                    <a:pt x="16" y="13"/>
                  </a:cubicBezTo>
                  <a:cubicBezTo>
                    <a:pt x="16" y="13"/>
                    <a:pt x="16" y="13"/>
                    <a:pt x="16" y="13"/>
                  </a:cubicBezTo>
                  <a:cubicBezTo>
                    <a:pt x="16" y="13"/>
                    <a:pt x="16" y="13"/>
                    <a:pt x="16" y="13"/>
                  </a:cubicBezTo>
                  <a:cubicBezTo>
                    <a:pt x="17" y="12"/>
                    <a:pt x="18" y="10"/>
                    <a:pt x="19" y="9"/>
                  </a:cubicBezTo>
                  <a:cubicBezTo>
                    <a:pt x="19" y="9"/>
                    <a:pt x="19" y="9"/>
                    <a:pt x="20" y="10"/>
                  </a:cubicBezTo>
                  <a:cubicBezTo>
                    <a:pt x="21" y="10"/>
                    <a:pt x="22" y="10"/>
                    <a:pt x="23" y="9"/>
                  </a:cubicBezTo>
                  <a:cubicBezTo>
                    <a:pt x="25" y="8"/>
                    <a:pt x="25" y="8"/>
                    <a:pt x="26" y="8"/>
                  </a:cubicBezTo>
                  <a:cubicBezTo>
                    <a:pt x="26" y="7"/>
                    <a:pt x="26" y="7"/>
                    <a:pt x="26" y="7"/>
                  </a:cubicBezTo>
                  <a:cubicBezTo>
                    <a:pt x="26" y="7"/>
                    <a:pt x="25" y="6"/>
                    <a:pt x="24" y="6"/>
                  </a:cubicBezTo>
                  <a:cubicBezTo>
                    <a:pt x="23" y="6"/>
                    <a:pt x="22" y="6"/>
                    <a:pt x="21" y="7"/>
                  </a:cubicBezTo>
                  <a:cubicBezTo>
                    <a:pt x="21" y="7"/>
                    <a:pt x="21" y="7"/>
                    <a:pt x="20" y="7"/>
                  </a:cubicBezTo>
                  <a:cubicBezTo>
                    <a:pt x="21" y="7"/>
                    <a:pt x="21" y="6"/>
                    <a:pt x="22" y="6"/>
                  </a:cubicBezTo>
                  <a:cubicBezTo>
                    <a:pt x="24" y="5"/>
                    <a:pt x="25" y="4"/>
                    <a:pt x="26" y="3"/>
                  </a:cubicBezTo>
                  <a:cubicBezTo>
                    <a:pt x="26" y="1"/>
                    <a:pt x="27" y="0"/>
                    <a:pt x="27" y="0"/>
                  </a:cubicBezTo>
                  <a:cubicBezTo>
                    <a:pt x="27" y="0"/>
                    <a:pt x="27" y="0"/>
                    <a:pt x="26" y="0"/>
                  </a:cubicBezTo>
                  <a:close/>
                </a:path>
              </a:pathLst>
            </a:custGeom>
            <a:solidFill>
              <a:srgbClr val="B55C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0" cap="none" spc="0" normalizeH="0" baseline="0" noProof="0">
                <a:ln>
                  <a:noFill/>
                </a:ln>
                <a:solidFill>
                  <a:srgbClr val="414042"/>
                </a:solidFill>
                <a:effectLst/>
                <a:uLnTx/>
                <a:uFillTx/>
                <a:latin typeface="Aptos" panose="020B0004020202020204" pitchFamily="34" charset="0"/>
                <a:ea typeface="+mn-ea"/>
                <a:cs typeface="+mn-cs"/>
              </a:endParaRPr>
            </a:p>
          </p:txBody>
        </p:sp>
        <p:sp>
          <p:nvSpPr>
            <p:cNvPr id="36" name="Freeform 20">
              <a:extLst>
                <a:ext uri="{FF2B5EF4-FFF2-40B4-BE49-F238E27FC236}">
                  <a16:creationId xmlns="" xmlns:a16="http://schemas.microsoft.com/office/drawing/2014/main" id="{13B5D2B1-943B-5C53-F959-04395075D7C9}"/>
                </a:ext>
              </a:extLst>
            </p:cNvPr>
            <p:cNvSpPr>
              <a:spLocks noEditPoints="1"/>
            </p:cNvSpPr>
            <p:nvPr/>
          </p:nvSpPr>
          <p:spPr bwMode="auto">
            <a:xfrm>
              <a:off x="6010275" y="3451226"/>
              <a:ext cx="171450" cy="61913"/>
            </a:xfrm>
            <a:custGeom>
              <a:avLst/>
              <a:gdLst>
                <a:gd name="T0" fmla="*/ 55 w 108"/>
                <a:gd name="T1" fmla="*/ 0 h 39"/>
                <a:gd name="T2" fmla="*/ 60 w 108"/>
                <a:gd name="T3" fmla="*/ 12 h 39"/>
                <a:gd name="T4" fmla="*/ 74 w 108"/>
                <a:gd name="T5" fmla="*/ 15 h 39"/>
                <a:gd name="T6" fmla="*/ 65 w 108"/>
                <a:gd name="T7" fmla="*/ 24 h 39"/>
                <a:gd name="T8" fmla="*/ 67 w 108"/>
                <a:gd name="T9" fmla="*/ 39 h 39"/>
                <a:gd name="T10" fmla="*/ 55 w 108"/>
                <a:gd name="T11" fmla="*/ 31 h 39"/>
                <a:gd name="T12" fmla="*/ 41 w 108"/>
                <a:gd name="T13" fmla="*/ 39 h 39"/>
                <a:gd name="T14" fmla="*/ 43 w 108"/>
                <a:gd name="T15" fmla="*/ 24 h 39"/>
                <a:gd name="T16" fmla="*/ 34 w 108"/>
                <a:gd name="T17" fmla="*/ 15 h 39"/>
                <a:gd name="T18" fmla="*/ 48 w 108"/>
                <a:gd name="T19" fmla="*/ 12 h 39"/>
                <a:gd name="T20" fmla="*/ 55 w 108"/>
                <a:gd name="T21" fmla="*/ 0 h 39"/>
                <a:gd name="T22" fmla="*/ 7 w 108"/>
                <a:gd name="T23" fmla="*/ 24 h 39"/>
                <a:gd name="T24" fmla="*/ 0 w 108"/>
                <a:gd name="T25" fmla="*/ 24 h 39"/>
                <a:gd name="T26" fmla="*/ 7 w 108"/>
                <a:gd name="T27" fmla="*/ 31 h 39"/>
                <a:gd name="T28" fmla="*/ 5 w 108"/>
                <a:gd name="T29" fmla="*/ 39 h 39"/>
                <a:gd name="T30" fmla="*/ 12 w 108"/>
                <a:gd name="T31" fmla="*/ 34 h 39"/>
                <a:gd name="T32" fmla="*/ 19 w 108"/>
                <a:gd name="T33" fmla="*/ 39 h 39"/>
                <a:gd name="T34" fmla="*/ 17 w 108"/>
                <a:gd name="T35" fmla="*/ 31 h 39"/>
                <a:gd name="T36" fmla="*/ 24 w 108"/>
                <a:gd name="T37" fmla="*/ 24 h 39"/>
                <a:gd name="T38" fmla="*/ 17 w 108"/>
                <a:gd name="T39" fmla="*/ 24 h 39"/>
                <a:gd name="T40" fmla="*/ 12 w 108"/>
                <a:gd name="T41" fmla="*/ 17 h 39"/>
                <a:gd name="T42" fmla="*/ 7 w 108"/>
                <a:gd name="T43" fmla="*/ 24 h 39"/>
                <a:gd name="T44" fmla="*/ 94 w 108"/>
                <a:gd name="T45" fmla="*/ 24 h 39"/>
                <a:gd name="T46" fmla="*/ 84 w 108"/>
                <a:gd name="T47" fmla="*/ 24 h 39"/>
                <a:gd name="T48" fmla="*/ 91 w 108"/>
                <a:gd name="T49" fmla="*/ 31 h 39"/>
                <a:gd name="T50" fmla="*/ 89 w 108"/>
                <a:gd name="T51" fmla="*/ 39 h 39"/>
                <a:gd name="T52" fmla="*/ 96 w 108"/>
                <a:gd name="T53" fmla="*/ 34 h 39"/>
                <a:gd name="T54" fmla="*/ 103 w 108"/>
                <a:gd name="T55" fmla="*/ 39 h 39"/>
                <a:gd name="T56" fmla="*/ 103 w 108"/>
                <a:gd name="T57" fmla="*/ 31 h 39"/>
                <a:gd name="T58" fmla="*/ 108 w 108"/>
                <a:gd name="T59" fmla="*/ 24 h 39"/>
                <a:gd name="T60" fmla="*/ 101 w 108"/>
                <a:gd name="T61" fmla="*/ 24 h 39"/>
                <a:gd name="T62" fmla="*/ 96 w 108"/>
                <a:gd name="T63" fmla="*/ 17 h 39"/>
                <a:gd name="T64" fmla="*/ 94 w 108"/>
                <a:gd name="T65" fmla="*/ 2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8" h="39">
                  <a:moveTo>
                    <a:pt x="55" y="0"/>
                  </a:moveTo>
                  <a:lnTo>
                    <a:pt x="60" y="12"/>
                  </a:lnTo>
                  <a:lnTo>
                    <a:pt x="74" y="15"/>
                  </a:lnTo>
                  <a:lnTo>
                    <a:pt x="65" y="24"/>
                  </a:lnTo>
                  <a:lnTo>
                    <a:pt x="67" y="39"/>
                  </a:lnTo>
                  <a:lnTo>
                    <a:pt x="55" y="31"/>
                  </a:lnTo>
                  <a:lnTo>
                    <a:pt x="41" y="39"/>
                  </a:lnTo>
                  <a:lnTo>
                    <a:pt x="43" y="24"/>
                  </a:lnTo>
                  <a:lnTo>
                    <a:pt x="34" y="15"/>
                  </a:lnTo>
                  <a:lnTo>
                    <a:pt x="48" y="12"/>
                  </a:lnTo>
                  <a:lnTo>
                    <a:pt x="55" y="0"/>
                  </a:lnTo>
                  <a:close/>
                  <a:moveTo>
                    <a:pt x="7" y="24"/>
                  </a:moveTo>
                  <a:lnTo>
                    <a:pt x="0" y="24"/>
                  </a:lnTo>
                  <a:lnTo>
                    <a:pt x="7" y="31"/>
                  </a:lnTo>
                  <a:lnTo>
                    <a:pt x="5" y="39"/>
                  </a:lnTo>
                  <a:lnTo>
                    <a:pt x="12" y="34"/>
                  </a:lnTo>
                  <a:lnTo>
                    <a:pt x="19" y="39"/>
                  </a:lnTo>
                  <a:lnTo>
                    <a:pt x="17" y="31"/>
                  </a:lnTo>
                  <a:lnTo>
                    <a:pt x="24" y="24"/>
                  </a:lnTo>
                  <a:lnTo>
                    <a:pt x="17" y="24"/>
                  </a:lnTo>
                  <a:lnTo>
                    <a:pt x="12" y="17"/>
                  </a:lnTo>
                  <a:lnTo>
                    <a:pt x="7" y="24"/>
                  </a:lnTo>
                  <a:close/>
                  <a:moveTo>
                    <a:pt x="94" y="24"/>
                  </a:moveTo>
                  <a:lnTo>
                    <a:pt x="84" y="24"/>
                  </a:lnTo>
                  <a:lnTo>
                    <a:pt x="91" y="31"/>
                  </a:lnTo>
                  <a:lnTo>
                    <a:pt x="89" y="39"/>
                  </a:lnTo>
                  <a:lnTo>
                    <a:pt x="96" y="34"/>
                  </a:lnTo>
                  <a:lnTo>
                    <a:pt x="103" y="39"/>
                  </a:lnTo>
                  <a:lnTo>
                    <a:pt x="103" y="31"/>
                  </a:lnTo>
                  <a:lnTo>
                    <a:pt x="108" y="24"/>
                  </a:lnTo>
                  <a:lnTo>
                    <a:pt x="101" y="24"/>
                  </a:lnTo>
                  <a:lnTo>
                    <a:pt x="96" y="17"/>
                  </a:lnTo>
                  <a:lnTo>
                    <a:pt x="94" y="24"/>
                  </a:lnTo>
                  <a:close/>
                </a:path>
              </a:pathLst>
            </a:custGeom>
            <a:solidFill>
              <a:srgbClr val="B55C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x-none" sz="1800" b="0" i="0" u="none" strike="noStrike" kern="0" cap="none" spc="0" normalizeH="0" baseline="0" noProof="0">
                <a:ln>
                  <a:noFill/>
                </a:ln>
                <a:solidFill>
                  <a:srgbClr val="414042"/>
                </a:solidFill>
                <a:effectLst/>
                <a:uLnTx/>
                <a:uFillTx/>
                <a:latin typeface="Aptos" panose="020B0004020202020204" pitchFamily="34" charset="0"/>
                <a:ea typeface="+mn-ea"/>
                <a:cs typeface="+mn-cs"/>
              </a:endParaRPr>
            </a:p>
          </p:txBody>
        </p:sp>
      </p:grpSp>
      <p:pic>
        <p:nvPicPr>
          <p:cNvPr id="14" name="Picture 13">
            <a:extLst>
              <a:ext uri="{FF2B5EF4-FFF2-40B4-BE49-F238E27FC236}">
                <a16:creationId xmlns="" xmlns:a16="http://schemas.microsoft.com/office/drawing/2014/main" id="{A8ABE497-8C14-7F5D-2D7C-9043EDF38B32}"/>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165169" y="4812696"/>
            <a:ext cx="2697781" cy="1164756"/>
          </a:xfrm>
          <a:prstGeom prst="rect">
            <a:avLst/>
          </a:prstGeom>
        </p:spPr>
      </p:pic>
      <p:pic>
        <p:nvPicPr>
          <p:cNvPr id="37" name="Picture 36">
            <a:extLst>
              <a:ext uri="{FF2B5EF4-FFF2-40B4-BE49-F238E27FC236}">
                <a16:creationId xmlns="" xmlns:a16="http://schemas.microsoft.com/office/drawing/2014/main" id="{D933D798-10BB-F5C9-FDBF-F803FB5AA05A}"/>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002917" y="4711093"/>
            <a:ext cx="2451667" cy="1266360"/>
          </a:xfrm>
          <a:prstGeom prst="rect">
            <a:avLst/>
          </a:prstGeom>
        </p:spPr>
      </p:pic>
      <p:pic>
        <p:nvPicPr>
          <p:cNvPr id="39" name="Picture 38">
            <a:extLst>
              <a:ext uri="{FF2B5EF4-FFF2-40B4-BE49-F238E27FC236}">
                <a16:creationId xmlns="" xmlns:a16="http://schemas.microsoft.com/office/drawing/2014/main" id="{A01AF7DE-7038-8822-017B-5CE425C42CFB}"/>
              </a:ext>
            </a:extLst>
          </p:cNvPr>
          <p:cNvPicPr>
            <a:picLocks noChangeAspect="1"/>
          </p:cNvPicPr>
          <p:nvPr/>
        </p:nvPicPr>
        <p:blipFill>
          <a:blip r:embed="rId8"/>
          <a:stretch>
            <a:fillRect/>
          </a:stretch>
        </p:blipFill>
        <p:spPr>
          <a:xfrm>
            <a:off x="4724830" y="3422885"/>
            <a:ext cx="2002541" cy="1262265"/>
          </a:xfrm>
          <a:prstGeom prst="rect">
            <a:avLst/>
          </a:prstGeom>
        </p:spPr>
      </p:pic>
      <p:pic>
        <p:nvPicPr>
          <p:cNvPr id="41" name="Picture 40">
            <a:extLst>
              <a:ext uri="{FF2B5EF4-FFF2-40B4-BE49-F238E27FC236}">
                <a16:creationId xmlns="" xmlns:a16="http://schemas.microsoft.com/office/drawing/2014/main" id="{E2B0BECF-248D-1048-C65E-66035FEDE87B}"/>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497098" y="4504861"/>
            <a:ext cx="1714188" cy="1406752"/>
          </a:xfrm>
          <a:prstGeom prst="rect">
            <a:avLst/>
          </a:prstGeom>
        </p:spPr>
      </p:pic>
    </p:spTree>
    <p:extLst>
      <p:ext uri="{BB962C8B-B14F-4D97-AF65-F5344CB8AC3E}">
        <p14:creationId xmlns:p14="http://schemas.microsoft.com/office/powerpoint/2010/main" val="291388789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CC859323-7A8D-44DE-9244-5A76CD55A7F7}"/>
              </a:ext>
            </a:extLst>
          </p:cNvPr>
          <p:cNvSpPr>
            <a:spLocks noChangeArrowheads="1"/>
          </p:cNvSpPr>
          <p:nvPr/>
        </p:nvSpPr>
        <p:spPr bwMode="auto">
          <a:xfrm>
            <a:off x="-2639" y="51782"/>
            <a:ext cx="12194639" cy="646331"/>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600" b="1">
                <a:latin typeface="+mn-lt"/>
                <a:cs typeface="Kokila" panose="020B0604020202020204" pitchFamily="34" charset="0"/>
              </a:rPr>
              <a:t>Coverage of Surface Water-based Scheme</a:t>
            </a:r>
          </a:p>
        </p:txBody>
      </p:sp>
      <p:pic>
        <p:nvPicPr>
          <p:cNvPr id="5" name="Picture 4">
            <a:extLst>
              <a:ext uri="{FF2B5EF4-FFF2-40B4-BE49-F238E27FC236}">
                <a16:creationId xmlns="" xmlns:a16="http://schemas.microsoft.com/office/drawing/2014/main" id="{B02E530B-1E54-466F-8FDA-3400E5A4658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78971" y="838201"/>
            <a:ext cx="9219832" cy="5771151"/>
          </a:xfrm>
          <a:prstGeom prst="rect">
            <a:avLst/>
          </a:prstGeom>
          <a:ln>
            <a:solidFill>
              <a:schemeClr val="tx1"/>
            </a:solidFill>
          </a:ln>
        </p:spPr>
      </p:pic>
      <p:sp>
        <p:nvSpPr>
          <p:cNvPr id="3" name="TextBox 2">
            <a:extLst>
              <a:ext uri="{FF2B5EF4-FFF2-40B4-BE49-F238E27FC236}">
                <a16:creationId xmlns="" xmlns:a16="http://schemas.microsoft.com/office/drawing/2014/main" id="{AE14E0EB-2881-C296-B70F-B18676E916C6}"/>
              </a:ext>
            </a:extLst>
          </p:cNvPr>
          <p:cNvSpPr txBox="1"/>
          <p:nvPr/>
        </p:nvSpPr>
        <p:spPr>
          <a:xfrm>
            <a:off x="9882787" y="838201"/>
            <a:ext cx="2134559" cy="5539978"/>
          </a:xfrm>
          <a:prstGeom prst="rect">
            <a:avLst/>
          </a:prstGeom>
          <a:noFill/>
          <a:ln>
            <a:solidFill>
              <a:schemeClr val="tx1"/>
            </a:solidFill>
          </a:ln>
        </p:spPr>
        <p:txBody>
          <a:bodyPr wrap="none" rtlCol="0">
            <a:spAutoFit/>
          </a:bodyPr>
          <a:lstStyle/>
          <a:p>
            <a:r>
              <a:rPr lang="en-IN" b="1"/>
              <a:t>100% MVS Coverage</a:t>
            </a:r>
          </a:p>
          <a:p>
            <a:pPr marL="342900" indent="-342900">
              <a:buFont typeface="+mj-lt"/>
              <a:buAutoNum type="arabicPeriod"/>
            </a:pPr>
            <a:r>
              <a:rPr lang="en-IN" sz="1600"/>
              <a:t>Neemuch</a:t>
            </a:r>
          </a:p>
          <a:p>
            <a:pPr marL="342900" indent="-342900">
              <a:buFont typeface="+mj-lt"/>
              <a:buAutoNum type="arabicPeriod"/>
            </a:pPr>
            <a:r>
              <a:rPr lang="en-IN" sz="1600"/>
              <a:t>Mandsaur</a:t>
            </a:r>
          </a:p>
          <a:p>
            <a:pPr marL="342900" indent="-342900">
              <a:buFont typeface="+mj-lt"/>
              <a:buAutoNum type="arabicPeriod"/>
            </a:pPr>
            <a:r>
              <a:rPr lang="en-IN" sz="1600"/>
              <a:t>Ratlam</a:t>
            </a:r>
          </a:p>
          <a:p>
            <a:pPr marL="342900" indent="-342900">
              <a:buFont typeface="+mj-lt"/>
              <a:buAutoNum type="arabicPeriod"/>
            </a:pPr>
            <a:r>
              <a:rPr lang="en-IN" sz="1600"/>
              <a:t>Alirajpur</a:t>
            </a:r>
          </a:p>
          <a:p>
            <a:pPr marL="342900" indent="-342900">
              <a:buFont typeface="+mj-lt"/>
              <a:buAutoNum type="arabicPeriod"/>
            </a:pPr>
            <a:r>
              <a:rPr lang="en-IN" sz="1600"/>
              <a:t>Barwani</a:t>
            </a:r>
          </a:p>
          <a:p>
            <a:pPr marL="342900" indent="-342900">
              <a:buFont typeface="+mj-lt"/>
              <a:buAutoNum type="arabicPeriod"/>
            </a:pPr>
            <a:r>
              <a:rPr lang="en-IN" sz="1600"/>
              <a:t>Agar</a:t>
            </a:r>
          </a:p>
          <a:p>
            <a:pPr marL="342900" indent="-342900">
              <a:buFont typeface="+mj-lt"/>
              <a:buAutoNum type="arabicPeriod"/>
            </a:pPr>
            <a:r>
              <a:rPr lang="en-IN" sz="1600" err="1"/>
              <a:t>Shajapur</a:t>
            </a:r>
            <a:endParaRPr lang="en-IN" sz="1600"/>
          </a:p>
          <a:p>
            <a:pPr marL="342900" indent="-342900">
              <a:buFont typeface="+mj-lt"/>
              <a:buAutoNum type="arabicPeriod"/>
            </a:pPr>
            <a:r>
              <a:rPr lang="en-IN" sz="1600"/>
              <a:t>Sehore</a:t>
            </a:r>
          </a:p>
          <a:p>
            <a:pPr marL="342900" indent="-342900">
              <a:buFont typeface="+mj-lt"/>
              <a:buAutoNum type="arabicPeriod"/>
            </a:pPr>
            <a:r>
              <a:rPr lang="en-IN" sz="1600"/>
              <a:t>Burhanpur</a:t>
            </a:r>
          </a:p>
          <a:p>
            <a:pPr marL="342900" indent="-342900">
              <a:buFont typeface="+mj-lt"/>
              <a:buAutoNum type="arabicPeriod"/>
            </a:pPr>
            <a:r>
              <a:rPr lang="en-IN" sz="1600"/>
              <a:t>Vidisha</a:t>
            </a:r>
          </a:p>
          <a:p>
            <a:pPr marL="342900" indent="-342900">
              <a:buFont typeface="+mj-lt"/>
              <a:buAutoNum type="arabicPeriod"/>
            </a:pPr>
            <a:r>
              <a:rPr lang="en-IN" sz="1600"/>
              <a:t>Ashok Nagar</a:t>
            </a:r>
          </a:p>
          <a:p>
            <a:pPr marL="342900" indent="-342900">
              <a:buFont typeface="+mj-lt"/>
              <a:buAutoNum type="arabicPeriod"/>
            </a:pPr>
            <a:r>
              <a:rPr lang="en-IN" sz="1600"/>
              <a:t>Sheopur</a:t>
            </a:r>
          </a:p>
          <a:p>
            <a:pPr marL="342900" indent="-342900">
              <a:buFont typeface="+mj-lt"/>
              <a:buAutoNum type="arabicPeriod"/>
            </a:pPr>
            <a:r>
              <a:rPr lang="en-IN" sz="1600"/>
              <a:t>Niwari</a:t>
            </a:r>
          </a:p>
          <a:p>
            <a:pPr marL="342900" indent="-342900">
              <a:buFont typeface="+mj-lt"/>
              <a:buAutoNum type="arabicPeriod"/>
            </a:pPr>
            <a:r>
              <a:rPr lang="en-IN" sz="1600"/>
              <a:t>Jabalpur</a:t>
            </a:r>
          </a:p>
          <a:p>
            <a:pPr marL="342900" indent="-342900">
              <a:buFont typeface="+mj-lt"/>
              <a:buAutoNum type="arabicPeriod"/>
            </a:pPr>
            <a:r>
              <a:rPr lang="en-IN" sz="1600"/>
              <a:t>Damoh</a:t>
            </a:r>
          </a:p>
          <a:p>
            <a:pPr marL="342900" indent="-342900">
              <a:buFont typeface="+mj-lt"/>
              <a:buAutoNum type="arabicPeriod"/>
            </a:pPr>
            <a:r>
              <a:rPr lang="en-IN" sz="1600"/>
              <a:t>Panna</a:t>
            </a:r>
          </a:p>
          <a:p>
            <a:pPr marL="342900" indent="-342900">
              <a:buFont typeface="+mj-lt"/>
              <a:buAutoNum type="arabicPeriod"/>
            </a:pPr>
            <a:r>
              <a:rPr lang="en-IN" sz="1600"/>
              <a:t>Satna</a:t>
            </a:r>
          </a:p>
          <a:p>
            <a:pPr marL="342900" indent="-342900">
              <a:buFont typeface="+mj-lt"/>
              <a:buAutoNum type="arabicPeriod"/>
            </a:pPr>
            <a:r>
              <a:rPr lang="en-IN" sz="1600"/>
              <a:t>Rewa</a:t>
            </a:r>
          </a:p>
          <a:p>
            <a:pPr marL="342900" indent="-342900">
              <a:buFont typeface="+mj-lt"/>
              <a:buAutoNum type="arabicPeriod"/>
            </a:pPr>
            <a:r>
              <a:rPr lang="en-IN" sz="1600"/>
              <a:t>Sidhi</a:t>
            </a:r>
          </a:p>
          <a:p>
            <a:pPr marL="342900" indent="-342900">
              <a:buFont typeface="+mj-lt"/>
              <a:buAutoNum type="arabicPeriod"/>
            </a:pPr>
            <a:r>
              <a:rPr lang="en-IN" sz="1600"/>
              <a:t>Singrauli</a:t>
            </a:r>
          </a:p>
          <a:p>
            <a:pPr marL="342900" indent="-342900">
              <a:buFont typeface="+mj-lt"/>
              <a:buAutoNum type="arabicPeriod"/>
            </a:pPr>
            <a:r>
              <a:rPr lang="en-IN" sz="1600" err="1"/>
              <a:t>Dindori</a:t>
            </a:r>
            <a:endParaRPr lang="en-IN" sz="1600"/>
          </a:p>
        </p:txBody>
      </p:sp>
    </p:spTree>
    <p:extLst>
      <p:ext uri="{BB962C8B-B14F-4D97-AF65-F5344CB8AC3E}">
        <p14:creationId xmlns:p14="http://schemas.microsoft.com/office/powerpoint/2010/main" val="219499303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1">
            <a:extLst>
              <a:ext uri="{FF2B5EF4-FFF2-40B4-BE49-F238E27FC236}">
                <a16:creationId xmlns="" xmlns:a16="http://schemas.microsoft.com/office/drawing/2014/main" id="{5CB9172F-C7FB-E9B4-70AD-51CB1D6AF20D}"/>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l="4285" t="10612" b="4260"/>
          <a:stretch>
            <a:fillRect/>
          </a:stretch>
        </p:blipFill>
        <p:spPr bwMode="auto">
          <a:xfrm>
            <a:off x="261325" y="1023325"/>
            <a:ext cx="11669352" cy="583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4462919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EY light background">
  <a:themeElements>
    <a:clrScheme name="Custom 8">
      <a:dk1>
        <a:srgbClr val="FFFFFF"/>
      </a:dk1>
      <a:lt1>
        <a:srgbClr val="2E2E38"/>
      </a:lt1>
      <a:dk2>
        <a:srgbClr val="FFE600"/>
      </a:dk2>
      <a:lt2>
        <a:srgbClr val="000000"/>
      </a:lt2>
      <a:accent1>
        <a:srgbClr val="2DB757"/>
      </a:accent1>
      <a:accent2>
        <a:srgbClr val="27ACAA"/>
      </a:accent2>
      <a:accent3>
        <a:srgbClr val="188CE5"/>
      </a:accent3>
      <a:accent4>
        <a:srgbClr val="3D108A"/>
      </a:accent4>
      <a:accent5>
        <a:srgbClr val="FF4136"/>
      </a:accent5>
      <a:accent6>
        <a:srgbClr val="FF6D00"/>
      </a:accent6>
      <a:hlink>
        <a:srgbClr val="0000FF"/>
      </a:hlink>
      <a:folHlink>
        <a:srgbClr val="800080"/>
      </a:folHlink>
    </a:clrScheme>
    <a:fontScheme name="Custom 1">
      <a:majorFont>
        <a:latin typeface="EYInterstate Light"/>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1AFBCC4-8686-44FD-8393-DAC96C73BCF8}">
  <we:reference id="c3b3159f-c9fe-4860-a4cb-a5d5f254c545" version="6.0.0.0" store="EXCatalog" storeType="EXCatalog"/>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 2013 - 2022</Template>
  <TotalTime>1266</TotalTime>
  <Words>1268</Words>
  <Application>Microsoft Office PowerPoint</Application>
  <PresentationFormat>Widescreen</PresentationFormat>
  <Paragraphs>194</Paragraphs>
  <Slides>30</Slides>
  <Notes>14</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30</vt:i4>
      </vt:variant>
    </vt:vector>
  </HeadingPairs>
  <TitlesOfParts>
    <vt:vector size="43" baseType="lpstr">
      <vt:lpstr>Aptos</vt:lpstr>
      <vt:lpstr>Arial</vt:lpstr>
      <vt:lpstr>Calibri</vt:lpstr>
      <vt:lpstr>Calibri Light</vt:lpstr>
      <vt:lpstr>EYInterstate</vt:lpstr>
      <vt:lpstr>EYInterstate Light</vt:lpstr>
      <vt:lpstr>Georgia</vt:lpstr>
      <vt:lpstr>Kokila</vt:lpstr>
      <vt:lpstr>Mangal</vt:lpstr>
      <vt:lpstr>Segoe UI</vt:lpstr>
      <vt:lpstr>Wingdings</vt:lpstr>
      <vt:lpstr>Office Theme</vt:lpstr>
      <vt:lpstr>2_EY light background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Atul Kumar</dc:creator>
  <cp:lastModifiedBy>Microsoft account</cp:lastModifiedBy>
  <cp:revision>91</cp:revision>
  <cp:lastPrinted>2025-03-05T07:18:02Z</cp:lastPrinted>
  <dcterms:created xsi:type="dcterms:W3CDTF">2023-10-25T09:50:21Z</dcterms:created>
  <dcterms:modified xsi:type="dcterms:W3CDTF">2026-02-14T05:58:41Z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ppReportDate">
    <vt:lpwstr/>
  </property>
  <property fmtid="{D5CDD505-2E9C-101B-9397-08002B2CF9AE}" pid="3" name="WppReportVersion">
    <vt:lpwstr>Version 1.0</vt:lpwstr>
  </property>
  <property fmtid="{D5CDD505-2E9C-101B-9397-08002B2CF9AE}" pid="4" name="WppReportDraft">
    <vt:lpwstr>(Draft)</vt:lpwstr>
  </property>
  <property fmtid="{D5CDD505-2E9C-101B-9397-08002B2CF9AE}" pid="5" name="WppReportCurrencySymbol">
    <vt:lpwstr>₹</vt:lpwstr>
  </property>
  <property fmtid="{D5CDD505-2E9C-101B-9397-08002B2CF9AE}" pid="6" name="WppReportDashboardTitleText">
    <vt:lpwstr>Dashboard</vt:lpwstr>
  </property>
  <property fmtid="{D5CDD505-2E9C-101B-9397-08002B2CF9AE}" pid="7" name="WppReportShortPageNumberFormat">
    <vt:lpwstr>Page &lt;#&gt;</vt:lpwstr>
  </property>
  <property fmtid="{D5CDD505-2E9C-101B-9397-08002B2CF9AE}" pid="8" name="WppReportLongPageNumberFormat">
    <vt:lpwstr>Page &lt;#&gt; of &lt;PageCount&gt;</vt:lpwstr>
  </property>
  <property fmtid="{D5CDD505-2E9C-101B-9397-08002B2CF9AE}" pid="9" name="WppReportTocTitleText">
    <vt:lpwstr>Table of contents</vt:lpwstr>
  </property>
  <property fmtid="{D5CDD505-2E9C-101B-9397-08002B2CF9AE}" pid="10" name="WppReportIsTocUpdateRecommended">
    <vt:bool>true</vt:bool>
  </property>
  <property fmtid="{D5CDD505-2E9C-101B-9397-08002B2CF9AE}" pid="11" name="WppReportPropertiesLastWrittenToDocument">
    <vt:filetime>2024-02-04T07:01:18Z</vt:filetime>
  </property>
  <property fmtid="{D5CDD505-2E9C-101B-9397-08002B2CF9AE}" pid="12" name="MSIP_Label_c294d68a-d2f5-40e0-927d-026bfab8fc4b_Enabled">
    <vt:lpwstr>true</vt:lpwstr>
  </property>
  <property fmtid="{D5CDD505-2E9C-101B-9397-08002B2CF9AE}" pid="13" name="MSIP_Label_c294d68a-d2f5-40e0-927d-026bfab8fc4b_SetDate">
    <vt:lpwstr>2025-11-26T12:32:18Z</vt:lpwstr>
  </property>
  <property fmtid="{D5CDD505-2E9C-101B-9397-08002B2CF9AE}" pid="14" name="MSIP_Label_c294d68a-d2f5-40e0-927d-026bfab8fc4b_Method">
    <vt:lpwstr>Privileged</vt:lpwstr>
  </property>
  <property fmtid="{D5CDD505-2E9C-101B-9397-08002B2CF9AE}" pid="15" name="MSIP_Label_c294d68a-d2f5-40e0-927d-026bfab8fc4b_Name">
    <vt:lpwstr>l1_internal</vt:lpwstr>
  </property>
  <property fmtid="{D5CDD505-2E9C-101B-9397-08002B2CF9AE}" pid="16" name="MSIP_Label_c294d68a-d2f5-40e0-927d-026bfab8fc4b_SiteId">
    <vt:lpwstr>a5877034-8d6a-496a-8cf8-ceb5e3451109</vt:lpwstr>
  </property>
  <property fmtid="{D5CDD505-2E9C-101B-9397-08002B2CF9AE}" pid="17" name="MSIP_Label_c294d68a-d2f5-40e0-927d-026bfab8fc4b_ActionId">
    <vt:lpwstr>3a1f39fc-c9aa-4da3-a186-0229e93a03d2</vt:lpwstr>
  </property>
  <property fmtid="{D5CDD505-2E9C-101B-9397-08002B2CF9AE}" pid="18" name="MSIP_Label_c294d68a-d2f5-40e0-927d-026bfab8fc4b_ContentBits">
    <vt:lpwstr>2</vt:lpwstr>
  </property>
  <property fmtid="{D5CDD505-2E9C-101B-9397-08002B2CF9AE}" pid="19" name="MSIP_Label_c294d68a-d2f5-40e0-927d-026bfab8fc4b_Tag">
    <vt:lpwstr>10, 0, 1, 1</vt:lpwstr>
  </property>
  <property fmtid="{D5CDD505-2E9C-101B-9397-08002B2CF9AE}" pid="20" name="ClassificationContentMarkingFooterLocations">
    <vt:lpwstr>Office Theme:8\2_EY light background:4</vt:lpwstr>
  </property>
  <property fmtid="{D5CDD505-2E9C-101B-9397-08002B2CF9AE}" pid="21" name="ClassificationContentMarkingFooterText">
    <vt:lpwstr>Data sensitivity - Internal</vt:lpwstr>
  </property>
</Properties>
</file>