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13B4-13CB-B642-7E71-30FAAF2E8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40550-461E-DE3F-3A67-7B7A01056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0596-B525-92FE-ADA8-BCEB8E54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477F5-B1B2-720F-4E28-E942CDC1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471E-1AD3-F275-9F38-C50440BE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4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D975-3181-6B85-D9D4-881AFA28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F5069-47D3-C7F7-088B-CA50CB3C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1457E-336D-9D27-776E-2AD8D922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E53E-5B19-A545-8160-98E21749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4B6FC-F97C-6AF6-BD9A-DCAA9FF1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0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1E0E-BAF3-E04E-7401-CBA01029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D93D1-E2B2-9674-E66E-2A5DCFEE3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FE823-E393-DABE-E441-4321D237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51AC-7409-6746-371A-C5586C42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15260-5620-391F-3A89-FEE33072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6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603B-8EF9-BDD3-9BB5-0B2768D5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69B02-3B48-95BB-79B7-A05BA3080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AE083-63A8-28BF-0656-2D4BBFC60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70DF3-BA1D-D92B-D8A8-86705EB9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AC073-48FF-60F7-24B9-4F246386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03727-C3B5-10CD-1618-892D1D99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72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2764-6F17-9ED6-A53D-A44066C8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CED8A-4186-228A-6FE1-8182CC1C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26825-4F95-8C29-F199-584FDE462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E2341-A749-82D9-BCD5-8E7690C02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73197-1557-2432-4B36-2536C5DBB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D19DC-4B0F-F6AF-BF03-6D8749D8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B7FBB-6846-9153-3034-9BD763FA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287A4-1517-F2E9-E454-6003539E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8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3316-3491-83D0-C53E-31A436E2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E9E53-AEEF-3AF4-C48B-BB1F1553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9FC7F-7766-69EA-2D55-0F22C872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7D661-62C1-1AE5-FFD0-CC0F406C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5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010BA-92E5-67EB-3D3F-AC499B3C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646D7-47A8-7584-0F6B-A00B4AAE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0A77C-4680-90D2-E9F9-F4E9E6C8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438-6787-2B72-1FF4-FBA7122C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F401-CE28-1C8B-7D65-8EB221240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E945E-CCD9-7192-7B99-CCA953249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DE4D8-0D0B-10D7-67FB-5016C3CE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97DBB-7B6C-689A-AD17-B775A0DE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5CCB5-01C0-E071-E6C2-54132F64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20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0233-81C3-229B-D772-9DAB010A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32DA3-2C93-DFDC-7387-EA1C41D2A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6D612-C424-53FD-014E-CFCC286D6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41F4C-F4CC-25E8-99E6-C1F46D6F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B7D1-F9A7-ECD9-48A7-B7908734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B9FE0-66C7-033D-7975-51D93D70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26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0E1A-0805-E0B0-1B5B-219A54BA2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CEB0-66D0-2C85-954E-C23D8CA0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57A3-C39D-855D-B426-EF9E5E8A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F08A2-EB27-1E7F-90CB-55FF107A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FE263-8B75-4610-BED8-6E525F33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99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5E9E19-10F6-707A-2A88-2A40B3DCA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F7B70-2474-C480-8E1C-F68AA5138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77DEB-B393-35B0-B431-E62B7839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A5242-0DA8-AAE8-36F9-B075A5BF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A8395-5C51-7C4D-7FA4-956A5C2B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90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390BE-944C-7873-1083-F899DC6F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57DFA-5EB7-B654-1919-9A4C595C1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453A-0CC0-7822-2FB5-FADF5E3F0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FEE2B-91BC-488A-A35F-178F5171E42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D144D-C4F8-8396-CB19-D8181A5B9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3D8EE-87B2-0F61-9D82-4CE9CAB29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835FE-64BC-4B23-AC60-62D669372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3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9C72-D71D-484F-D9E3-81D32F2D5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033" y="128211"/>
            <a:ext cx="9144000" cy="753571"/>
          </a:xfrm>
        </p:spPr>
        <p:txBody>
          <a:bodyPr>
            <a:normAutofit fontScale="90000"/>
          </a:bodyPr>
          <a:lstStyle/>
          <a:p>
            <a:r>
              <a:rPr lang="en-IN" dirty="0"/>
              <a:t>UADD Asset/Road Inspection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782D6E-B762-248E-63E5-2D48E45F1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0" y="1720194"/>
            <a:ext cx="10943086" cy="49247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660EEF3-C166-5ED1-DCEE-0B74DB9D20E5}"/>
              </a:ext>
            </a:extLst>
          </p:cNvPr>
          <p:cNvSpPr txBox="1">
            <a:spLocks/>
          </p:cNvSpPr>
          <p:nvPr/>
        </p:nvSpPr>
        <p:spPr>
          <a:xfrm>
            <a:off x="384928" y="881782"/>
            <a:ext cx="9144000" cy="753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/>
              <a:t>Part 1: Road Work Details</a:t>
            </a:r>
          </a:p>
        </p:txBody>
      </p:sp>
    </p:spTree>
    <p:extLst>
      <p:ext uri="{BB962C8B-B14F-4D97-AF65-F5344CB8AC3E}">
        <p14:creationId xmlns:p14="http://schemas.microsoft.com/office/powerpoint/2010/main" val="296193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6CC1-D5E7-19E6-CC31-F5445D81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3F9AD31-591B-6714-6E5A-F2FEA4F8D428}"/>
              </a:ext>
            </a:extLst>
          </p:cNvPr>
          <p:cNvSpPr txBox="1">
            <a:spLocks/>
          </p:cNvSpPr>
          <p:nvPr/>
        </p:nvSpPr>
        <p:spPr>
          <a:xfrm>
            <a:off x="466490" y="213052"/>
            <a:ext cx="11024784" cy="753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/>
              <a:t>Part 2: Field Inspection of Road Work Progress (Mobile View)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3ABF54-26E8-B38B-3267-5E96DEF0ED38}"/>
              </a:ext>
            </a:extLst>
          </p:cNvPr>
          <p:cNvSpPr txBox="1">
            <a:spLocks/>
          </p:cNvSpPr>
          <p:nvPr/>
        </p:nvSpPr>
        <p:spPr>
          <a:xfrm>
            <a:off x="466490" y="5670599"/>
            <a:ext cx="11024784" cy="753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/>
              <a:t>Road Inspection will be conducted by the Field Officer/AE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66953B-6A28-937A-B942-BD2E9C43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83" y="966623"/>
            <a:ext cx="2257528" cy="4953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5A8748-A6A2-D592-55FE-549E9C3F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832" y="971069"/>
            <a:ext cx="2384981" cy="5003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4E19E6-D589-0C2D-0C22-352EDDA2E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649" y="966623"/>
            <a:ext cx="2535506" cy="50036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BA9BFA-CDCC-F312-96E8-923B5BC62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357" y="966623"/>
            <a:ext cx="2257528" cy="517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0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37516-9F25-A824-A646-B5BA78C4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74E153-8786-63AB-9453-4F128DF39F31}"/>
              </a:ext>
            </a:extLst>
          </p:cNvPr>
          <p:cNvSpPr txBox="1">
            <a:spLocks/>
          </p:cNvSpPr>
          <p:nvPr/>
        </p:nvSpPr>
        <p:spPr>
          <a:xfrm>
            <a:off x="466490" y="213052"/>
            <a:ext cx="9144000" cy="753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/>
              <a:t>Current Status &amp; Progress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78239-5139-DBF8-8AB9-3AC4556D5F8A}"/>
              </a:ext>
            </a:extLst>
          </p:cNvPr>
          <p:cNvSpPr txBox="1">
            <a:spLocks/>
          </p:cNvSpPr>
          <p:nvPr/>
        </p:nvSpPr>
        <p:spPr>
          <a:xfrm>
            <a:off x="466489" y="1864313"/>
            <a:ext cx="11034211" cy="2321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dirty="0"/>
              <a:t>Part 1: The Road Detail/Asset form is created in Web Portal and given to the department for verification in UAT environment. Finalization is due from Department’s side.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dirty="0"/>
              <a:t>Part 2: Inspection of the Road by the AE is created and launched in the UAT environment. Handed over to the department for verification.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IN" sz="40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dirty="0"/>
              <a:t>Department to share the workflow of the inspections to be conducted</a:t>
            </a:r>
          </a:p>
          <a:p>
            <a:pPr algn="l"/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5118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UADD Asset/Road Inspection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Mishra</dc:creator>
  <cp:lastModifiedBy>Aman Mishra</cp:lastModifiedBy>
  <cp:revision>2</cp:revision>
  <dcterms:created xsi:type="dcterms:W3CDTF">2025-10-04T07:17:50Z</dcterms:created>
  <dcterms:modified xsi:type="dcterms:W3CDTF">2025-10-04T07:40:53Z</dcterms:modified>
</cp:coreProperties>
</file>