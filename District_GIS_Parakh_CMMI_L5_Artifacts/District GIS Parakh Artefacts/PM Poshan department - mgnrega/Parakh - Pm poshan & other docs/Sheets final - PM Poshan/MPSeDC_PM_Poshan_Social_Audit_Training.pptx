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This training covers the complete Social Audit workflow for PM Poshan schools using the District GIS Parakh platform. Duration: ~3 hours including hands-on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agenda with participants. Each section includes theory + live demo. Inspectors will focus on sections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Social Audit is mandatory under PM Poshan guidelines. The District GIS Parakh platform is Madhya Pradesh's official tool for this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Inspectors should always be created under Reporting Officers for proper accountability. Nodal Officer creation under Nodal is possible but not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the web portal, log in with demo credentials, and show the dashboard. Point out the Modules menu and form creation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PM Poshan Social Audit: Create an Inspection Form + a Daily Data Collection Form and link them. The Inspection Form is for the annual social audit event; the Data Collection Form is for ongoing daily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creating each question type. Show how sub-questions create conditional logic — if 'No' is selected for meal served, the inspector must enter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Inspectors: focus on this slide. After the session you will practice using the mobile app in the hands-on exercise with a demo login. Key reminder: always submit the form before leaving the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stage. Emphasise that stages 1-4 are done BEFORE the field visit. Stage 5 is the actual social audit day. Stages 6-8 happen after inspectors submit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live how to generate a report. Filter by district, select date range, click Generate. Export to Excel for further analysis or PDF for official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these reminders with all participants. Print and post in the office as a quick reference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Q&amp;A. Remind participants about the hands-on exercise and post-training support availability from the MPSeDC helpdesk.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3474720" cy="5097780"/>
          </a:xfrm>
          <a:prstGeom prst="rect">
            <a:avLst/>
          </a:prstGeom>
          <a:solidFill>
            <a:srgbClr val="16396A"/>
          </a:solidFill>
          <a:ln w="12700">
            <a:solidFill>
              <a:srgbClr val="16396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144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MPSeDC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" y="3200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Madhya Pradesh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Development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" y="4114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Manual v1.0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49040" y="640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GIS Parakh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49040" y="10515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Audit of Schools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749040" y="1691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Poshan Scheme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749040" y="2286000"/>
            <a:ext cx="502920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24231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&amp; Mobile Application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Training for Nodal Officers,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Inspectors, Department Admins &amp; Citizens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49040" y="3840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ingle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https://geoportal.mp.gov.in/parakhweb/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143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PM Poshan Scheme Background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914400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234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143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Hierarchy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224028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240280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5603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2468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— Login &amp; Form Creation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09160" y="224028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240280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09160" y="25603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5146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97880" y="2468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— Field Inspection Process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274320" y="356616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566160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38862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8404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3794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Audit Process End-to-End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709160" y="356616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566160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709160" y="38862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8404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97880" y="3794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GIS Dashboard &amp; Downloads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PM Poshan — Scheme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Crore+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Benefited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 Lakh+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in 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₹6,000 Cr+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Budget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(Approx.)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D6E4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Grades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Monitored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12801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560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Centrally Sponsored Scheme providing free hot cooked meals to Class 1–8 students on all school working days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12801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54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Audit?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15468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Community-led verification: Is the meal being served? Is quality adequate? Is attendance correctly recorded?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12801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74904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GIS Parakh digitises the entire Social Audit — forms, photos, GPS, reports, and GIS maps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12801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43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34340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Parents, Community Members, Gram Panchayats, and Government get transparent, real-time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User Roles &amp;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91840" y="960120"/>
            <a:ext cx="25603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960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(MPSeDC)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691640"/>
            <a:ext cx="365760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(pmposhanadmin)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423160"/>
            <a:ext cx="4754880" cy="5943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4231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Nodal Officer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BhopalNodal)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3154680"/>
            <a:ext cx="5852160" cy="59436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15468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Officer (RO)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(Bhopal District Level)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solidFill>
            <a:srgbClr val="85C1E9"/>
          </a:solidFill>
          <a:ln w="12700">
            <a:solidFill>
              <a:srgbClr val="85C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(Field Officer — Mobile App User)        ← RECOMMENDED under 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554480"/>
            <a:ext cx="0" cy="13716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286000"/>
            <a:ext cx="0" cy="13716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017520"/>
            <a:ext cx="0" cy="13716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749040"/>
            <a:ext cx="0" cy="13716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Web Portal — Login &amp; Navigation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57200" cy="45720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0058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AE5D3"/>
          </a:solidFill>
          <a:ln w="12700">
            <a:solidFill>
              <a:srgbClr val="F0C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51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Browser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https://geoportal.mp.gov.in/parakhweb/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856232"/>
            <a:ext cx="457200" cy="45720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764792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AE5D3"/>
          </a:solidFill>
          <a:ln w="12700">
            <a:solidFill>
              <a:srgbClr val="F0C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810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Credentials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Username: pmposhanadmin  |  Password: [provided by Super Admin]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615184"/>
            <a:ext cx="457200" cy="45720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52374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AE5D3"/>
          </a:solidFill>
          <a:ln w="12700">
            <a:solidFill>
              <a:srgbClr val="F0C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569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Department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437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PM Poshan / Education from the department dropdown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374136"/>
            <a:ext cx="457200" cy="45720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282696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AE5D3"/>
          </a:solidFill>
          <a:ln w="12700">
            <a:solidFill>
              <a:srgbClr val="F0C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328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Login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6027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the Department Admin 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133088"/>
            <a:ext cx="457200" cy="45720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041648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AE5D3"/>
          </a:solidFill>
          <a:ln w="12700">
            <a:solidFill>
              <a:srgbClr val="F0C0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087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Modules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3616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Modules → Department General Form / Inspection → Select Form → Create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Form Creation — Form Types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7724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229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822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/ Survey Form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24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Daily/Frequent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12984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Inspectors collect recurring data on school assets — meal quality, attendance, hygiene — on a daily or weekly basis.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258568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6E4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67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for: PM Poshan daily meal check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77724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777240"/>
            <a:ext cx="416052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229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822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Form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257800" y="1024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/ Periodic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46320" y="12984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with Data Collection Form. Used for structured one-time audits — annual school infrastructure, kitchen certification.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46320" y="2258568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6E4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92040" y="2267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for: PM Poshan annual social audit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74320" y="283464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4320" y="2834640"/>
            <a:ext cx="4160520" cy="4572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8036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" y="28803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General Form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" y="30815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11480" y="33558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internal department-level inputs: compliance declarations, officer reports, budget utilisation statements.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11480" y="4315968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6E4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4325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for: Quarterly PM Poshan compliance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709160" y="283464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2834640"/>
            <a:ext cx="416052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80360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57800" y="28803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General Form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257800" y="30815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Public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846320" y="33558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 all citizens to submit feedback. Parents, community members, and Gram Panchayat members can report issues.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846320" y="4315968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6E4F0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892040" y="4325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for: Community meal quality feedback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Builder — Creating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Question Creation for PM Poshan Inspection 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65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'Create Question'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61848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Question field appears — type your audit 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365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57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756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Sub 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30428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follow-up questions (e.g., 'If No, specify reason')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365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43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7614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Question 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99008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| Number | Yes/No | Dropdown | Photo Upload | GPS | 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365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290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4472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Mandatory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the required field indicator (asterisk) for critical questions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365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14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330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the 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36168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Form Preview to validate flow before publishing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D6E4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Recommended PM Poshan Questions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7830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mid-day meal served today? (Yes/No)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21214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present vs. enrolled (Number)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24597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Meal quality rating 1–5 (Dropdown)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2798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Kitchen hygiene status (Yes/No)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31363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Cook present and certified? (Yes/No)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34747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register maintained? (Yes/No)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38130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Drinking water available? (Yes/No)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41513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Upload photo of meal served (Photo)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448970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GPS auto-capture at submission (GPS)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Mobile App — Field Inspection Process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Parakh Social Audit App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1463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Android (Play Store) and iOS (App Store)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— syncs when connectivity is restored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228600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228600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408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3500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600200" y="235000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Inspector credentials → Select District &amp; Block → Sync assigned schools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83464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283464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8950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" y="28986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School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600200" y="28986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My Assets → Choose assigned school (UDISE pre-filled) → GPS location verified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338328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338328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3814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" y="34472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600200" y="34472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PM Poshan Inspection Form → All admin-defined questions load automatically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74320" y="393192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74320" y="393192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98678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" y="39959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&amp; Photo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600200" y="39959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all questions → Capture meal photos, kitchen, stock register → GPS auto-captured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274320" y="448056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274320" y="448056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535424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85800" y="45445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600200" y="454456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form preview → Tap Submit → Data syncs to server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End-to-End Social Audit Flow — PM Poshan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96596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078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sets up PM Poshan module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783080"/>
            <a:ext cx="21031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872" y="1005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1005840"/>
            <a:ext cx="196596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051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2072" y="1078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Setup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96312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Admin → Nodal → RO → Inspector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783080"/>
            <a:ext cx="21031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1005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1005840"/>
            <a:ext cx="196596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051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38344" y="1078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Setup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added with UDISE + GPS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47104" y="1783080"/>
            <a:ext cx="21031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1005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57416" y="1005840"/>
            <a:ext cx="1965960" cy="4114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1051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14616" y="10789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Design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48856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+ Data Collection forms created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8346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834640"/>
            <a:ext cx="196596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8803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2907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Inspection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3101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visits school, fills mobile form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0" y="3611880"/>
            <a:ext cx="21031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04872" y="28346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04872" y="2834640"/>
            <a:ext cx="196596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4872" y="28803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62072" y="2907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96312" y="33101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generates school-wise reports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70832" y="3611880"/>
            <a:ext cx="21031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81144" y="28346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81144" y="2834640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81144" y="28803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38344" y="2907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Feedback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72584" y="33101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submit on portal or app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47104" y="3611880"/>
            <a:ext cx="21031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57416" y="28346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4F8FB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57416" y="2834640"/>
            <a:ext cx="196596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57416" y="28803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214616" y="2907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Action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48856" y="33101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 schools escalated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Reports &amp; GIS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97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School-wise Daily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Report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2167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Date-range filterable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Excel download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5468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972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5468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Summary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154680" y="2167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%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&amp; School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972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035040" y="2167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of submitted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by school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27432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83464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432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74320" y="3904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not inspected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30 days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154680" y="27432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83464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15468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Feedback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154680" y="3904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35040" y="27432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83464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3504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Heat Map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035040" y="3904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Green/Yellow/Red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map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274320" y="452628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D6E4F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5720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How to Download: Login as Nodal Officer / Dept Admin → Reports → PM Poshan Social Audit → Apply Filters → Generate → Export as PDF or Excel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Reminders &amp; 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005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Inspectors under Reporting Officers (RO), not directly under Nodal Officers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1005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assigned schools to the mobile app BEFORE leaving for field visits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photos at the school — not before or after; GPS and timestamp are recorded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8745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196596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your login credentials; each officer has individual accountability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292608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offline mode if internet is unavailable; forms auto-sync when connected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0" y="292608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all form questions before leaving; partial submissions cannot be re-opened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9476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38862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map updates within 24 hours of form submission; check for any data gaps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9476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6396A"/>
          </a:solidFill>
          <a:ln w="12700">
            <a:solidFill>
              <a:srgbClr val="2A55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38862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MPSeDC Helpdesk for technical issues: helpdesk@mpsedc.com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5486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23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Poshan Social Audit — District GIS Parakh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3584448"/>
            <a:ext cx="548640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https://geoportal.mp.gov.in/parakhweb/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041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helpdesk@mpsedc.com  |  MPSeDC GIS Division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conducted by MPSeDC — June 2026  |  CMMI Level 5 Certified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MPSeDC PM Poshan Social Audit Training</dc:title>
  <dc:subject>PptxGenJS Presentation</dc:subject>
  <dc:creator>MPSeDC</dc:creator>
  <cp:lastModifiedBy>MPSeDC</cp:lastModifiedBy>
  <cp:revision>1</cp:revision>
  <dcterms:created xsi:type="dcterms:W3CDTF">2026-06-24T02:44:57Z</dcterms:created>
  <dcterms:modified xsi:type="dcterms:W3CDTF">2026-06-24T02:44:57Z</dcterms:modified>
</cp:coreProperties>
</file>