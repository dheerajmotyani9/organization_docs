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6"/>
  </p:notesMasterIdLst>
  <p:sldIdLst>
    <p:sldId id="3400" r:id="rId2"/>
    <p:sldId id="3398" r:id="rId3"/>
    <p:sldId id="3399" r:id="rId4"/>
    <p:sldId id="286" r:id="rId5"/>
  </p:sldIdLst>
  <p:sldSz cx="18288000" cy="10287000"/>
  <p:notesSz cx="6858000" cy="9144000"/>
  <p:embeddedFontLst>
    <p:embeddedFont>
      <p:font typeface="Poppins" panose="020B0604020202020204" charset="0"/>
      <p:regular r:id="rId7"/>
      <p:bold r:id="rId8"/>
      <p:italic r:id="rId9"/>
      <p:boldItalic r:id="rId10"/>
    </p:embeddedFont>
    <p:embeddedFont>
      <p:font typeface="Berlin Sans FB" panose="020E0602020502020306" pitchFamily="34" charset="0"/>
      <p:regular r:id="rId11"/>
      <p:bold r:id="rId12"/>
    </p:embeddedFont>
    <p:embeddedFont>
      <p:font typeface="Microsoft Sans Serif" panose="020B0604020202020204" pitchFamily="34" charset="0"/>
      <p:regular r:id="rId13"/>
    </p:embeddedFont>
    <p:embeddedFont>
      <p:font typeface="Open Sans Light" panose="020B060402020202020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ato Light" panose="020B0604020202020204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8E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" autoAdjust="0"/>
    <p:restoredTop sz="94622" autoAdjust="0"/>
  </p:normalViewPr>
  <p:slideViewPr>
    <p:cSldViewPr>
      <p:cViewPr varScale="1">
        <p:scale>
          <a:sx n="43" d="100"/>
          <a:sy n="43" d="100"/>
        </p:scale>
        <p:origin x="9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1D351-32DE-4807-80FC-BCEBF253771B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F2807-927D-4930-950F-E44328B4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1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0EF5-C352-43F5-9B0E-E5341B69BE1A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CE30-A2D3-455A-A052-F59A7EE17397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7A4E-FCE9-4CDC-81E9-95D34617755F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5DD9-A9F8-4D60-8697-FB43EC6B1710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B001-D2CB-4BA2-A88F-C2DD3BA01ABA}" type="datetime1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80D6-8582-4D58-AAE9-36D763AC42B3}" type="datetime1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6BB61-EE14-4779-9C73-4C9D8963F684}" type="datetime1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D608-CC2E-4E94-AEC0-BCA8C103E61F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BEC2-C59E-4672-AADA-30B14D92EB75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ED7E-DEF6-436D-995A-26EF858C7D07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5C0C-493E-4AAF-A682-54606BF9BFC9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="" xmlns:a16="http://schemas.microsoft.com/office/drawing/2014/main" id="{203AD769-FC64-1343-B821-6DD90E243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1983923"/>
            <a:ext cx="18288002" cy="631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23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8/13/2025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27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D490-2B2E-4893-A3E3-CFCB1AE5A940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play.google.com/store/apps/details?id=com.mpssdi.parakh&amp;pcampaignid=web_shar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package" Target="../embeddings/Microsoft_Excel_Worksheet1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68B709CD-6694-3EB7-3F21-62413522B3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0" b="15625"/>
          <a:stretch/>
        </p:blipFill>
        <p:spPr>
          <a:xfrm>
            <a:off x="2" y="7654983"/>
            <a:ext cx="18287999" cy="2632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561EEBC-F237-8480-EF7B-D0AC3FB6B88E}"/>
              </a:ext>
            </a:extLst>
          </p:cNvPr>
          <p:cNvSpPr txBox="1"/>
          <p:nvPr/>
        </p:nvSpPr>
        <p:spPr>
          <a:xfrm>
            <a:off x="4506692" y="214393"/>
            <a:ext cx="12271731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5400" b="1" spc="-217" dirty="0">
                <a:solidFill>
                  <a:srgbClr val="02245C"/>
                </a:solidFill>
                <a:latin typeface="Poppins" pitchFamily="2" charset="77"/>
                <a:cs typeface="Poppins" pitchFamily="2" charset="77"/>
              </a:rPr>
              <a:t>Dynamic Forms </a:t>
            </a:r>
          </a:p>
          <a:p>
            <a:r>
              <a:rPr lang="en-US" sz="3000" b="1" spc="-217" dirty="0">
                <a:solidFill>
                  <a:srgbClr val="0886FC"/>
                </a:solidFill>
                <a:latin typeface="Poppins" pitchFamily="2" charset="77"/>
                <a:cs typeface="Poppins" pitchFamily="2" charset="77"/>
              </a:rPr>
              <a:t>Survey, Inspection and General Purposes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0A9624C-FB94-2E91-8CB7-447F5890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461" y="2041823"/>
            <a:ext cx="6329502" cy="40758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DF82BD2D-37E7-8100-3639-E02E95809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66" y="236688"/>
            <a:ext cx="4114809" cy="1362699"/>
          </a:xfrm>
          <a:prstGeom prst="rect">
            <a:avLst/>
          </a:prstGeom>
        </p:spPr>
      </p:pic>
      <p:sp>
        <p:nvSpPr>
          <p:cNvPr id="24" name="Freeform 4">
            <a:extLst>
              <a:ext uri="{FF2B5EF4-FFF2-40B4-BE49-F238E27FC236}">
                <a16:creationId xmlns:a16="http://schemas.microsoft.com/office/drawing/2014/main" xmlns="" id="{81159861-E471-B9CB-6B25-A926FAB78FB6}"/>
              </a:ext>
            </a:extLst>
          </p:cNvPr>
          <p:cNvSpPr/>
          <p:nvPr/>
        </p:nvSpPr>
        <p:spPr>
          <a:xfrm>
            <a:off x="16165286" y="168228"/>
            <a:ext cx="1624677" cy="1285017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994C6ED-BF7C-349E-F758-F4871A9EEE80}"/>
              </a:ext>
            </a:extLst>
          </p:cNvPr>
          <p:cNvSpPr txBox="1"/>
          <p:nvPr/>
        </p:nvSpPr>
        <p:spPr>
          <a:xfrm>
            <a:off x="197692" y="1790675"/>
            <a:ext cx="178926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dirty="0">
                <a:solidFill>
                  <a:srgbClr val="012356"/>
                </a:solidFill>
                <a:latin typeface="Berlin Sans FB" panose="020E0602020502020306" pitchFamily="34" charset="0"/>
              </a:rPr>
              <a:t>On-The-Fly Launch GIS Enabled Mobile Application using Dynamic Forms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A33174-9E33-E196-4EB5-078543E2B2DC}"/>
              </a:ext>
            </a:extLst>
          </p:cNvPr>
          <p:cNvSpPr txBox="1"/>
          <p:nvPr/>
        </p:nvSpPr>
        <p:spPr>
          <a:xfrm>
            <a:off x="11152417" y="6068651"/>
            <a:ext cx="744582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000000"/>
                </a:solidFill>
                <a:latin typeface="Calibri" panose="020F0502020204030204" pitchFamily="34" charset="0"/>
              </a:rPr>
              <a:t>Few Implementations: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Ujjain Auto Mela -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Vehicle Dispatch &amp; Sale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Borewell Management System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PHE</a:t>
            </a: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Farm Survey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Beej Nigam</a:t>
            </a:r>
            <a:endParaRPr lang="en-US" sz="3000" dirty="0">
              <a:solidFill>
                <a:srgbClr val="000000"/>
              </a:solidFill>
              <a:latin typeface="Calibri" panose="020F0502020204030204" pitchFamily="34" charset="0"/>
              <a:sym typeface="Arial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Site Inspection App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</a:t>
            </a:r>
            <a:r>
              <a:rPr lang="en-US" sz="2400" dirty="0" err="1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Alirajpur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 Collectorate</a:t>
            </a:r>
            <a:endParaRPr lang="en-US" sz="3000" dirty="0">
              <a:solidFill>
                <a:srgbClr val="000000"/>
              </a:solidFill>
              <a:latin typeface="Calibri" panose="020F0502020204030204" pitchFamily="34" charset="0"/>
              <a:sym typeface="Arial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14 Inspection forms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for Labour Department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Survey Of India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sym typeface="Arial"/>
              </a:rPr>
              <a:t>to conduct geographical survey</a:t>
            </a:r>
            <a:r>
              <a:rPr lang="en-IN" sz="3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E9241C7A-FA55-1A7D-3392-53EB8524F4B2}"/>
              </a:ext>
            </a:extLst>
          </p:cNvPr>
          <p:cNvGrpSpPr/>
          <p:nvPr/>
        </p:nvGrpSpPr>
        <p:grpSpPr>
          <a:xfrm>
            <a:off x="146963" y="2943086"/>
            <a:ext cx="10457934" cy="7294305"/>
            <a:chOff x="97975" y="2070917"/>
            <a:chExt cx="6971956" cy="48628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48D90E7C-F37D-ACF5-75F8-27647F2F2615}"/>
                </a:ext>
              </a:extLst>
            </p:cNvPr>
            <p:cNvSpPr txBox="1"/>
            <p:nvPr/>
          </p:nvSpPr>
          <p:spPr>
            <a:xfrm>
              <a:off x="97975" y="2070917"/>
              <a:ext cx="6971956" cy="48628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0057" indent="-450057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Ease of Use: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3000" dirty="0">
                  <a:solidFill>
                    <a:schemeClr val="tx2"/>
                  </a:solidFill>
                  <a:latin typeface="Calibri" panose="020F0502020204030204" pitchFamily="34" charset="0"/>
                </a:rPr>
                <a:t>Department’s admin Or business user can create their own custom forms.  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/>
              </a:r>
              <a:b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</a:br>
              <a:r>
                <a:rPr lang="en-US" sz="2100" dirty="0">
                  <a:solidFill>
                    <a:schemeClr val="tx2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No dependencies on code/development/build. </a:t>
              </a:r>
              <a:r>
                <a:rPr lang="en-US" sz="2100" dirty="0">
                  <a:solidFill>
                    <a:schemeClr val="tx2"/>
                  </a:solidFill>
                  <a:latin typeface="Calibri" panose="020F0502020204030204" pitchFamily="34" charset="0"/>
                </a:rPr>
                <a:t>Usage could be for Survey, Inspection, Data Collection, Questionnaire or General Purpose.  </a:t>
              </a:r>
            </a:p>
            <a:p>
              <a:pPr marL="450057" indent="-450057">
                <a:buFont typeface="Wingdings" panose="05000000000000000000" pitchFamily="2" charset="2"/>
                <a:buChar char="v"/>
              </a:pPr>
              <a:endParaRPr lang="en-US" sz="2100" dirty="0">
                <a:solidFill>
                  <a:schemeClr val="tx2"/>
                </a:solidFill>
                <a:latin typeface="Calibri" panose="020F0502020204030204" pitchFamily="34" charset="0"/>
              </a:endParaRPr>
            </a:p>
            <a:p>
              <a:pPr marL="450057" indent="-450057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Workflow: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Parakh Survey and Inspection forms are equipped with a workflow. The Admin can “initiate &amp; assign” a survey, inspection, or initiate a general form.</a:t>
              </a:r>
              <a:b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r>
                <a:rPr lang="en-US" sz="1650" dirty="0">
                  <a:solidFill>
                    <a:srgbClr val="000000"/>
                  </a:solidFill>
                  <a:latin typeface="Calibri" panose="020F0502020204030204" pitchFamily="34" charset="0"/>
                </a:rPr>
                <a:t/>
              </a:r>
              <a:br>
                <a:rPr lang="en-US" sz="165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endParaRPr lang="en-US" sz="24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450057" indent="-450057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Reach: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Enables “Citizens” and “Age             </a:t>
              </a:r>
              <a:r>
                <a:rPr lang="en-US" sz="3000" dirty="0" err="1">
                  <a:solidFill>
                    <a:srgbClr val="000000"/>
                  </a:solidFill>
                  <a:latin typeface="Calibri" panose="020F0502020204030204" pitchFamily="34" charset="0"/>
                </a:rPr>
                <a:t>ncies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</a:rPr>
                <a:t>” to fill out the forms.</a:t>
              </a:r>
            </a:p>
            <a:p>
              <a:r>
                <a:rPr lang="en-US" sz="21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 </a:t>
              </a:r>
              <a:r>
                <a:rPr lang="en-US" sz="2100" dirty="0">
                  <a:solidFill>
                    <a:srgbClr val="000000"/>
                  </a:solidFill>
                  <a:latin typeface="Calibri" panose="020F0502020204030204" pitchFamily="34" charset="0"/>
                </a:rPr>
                <a:t/>
              </a:r>
              <a:br>
                <a:rPr lang="en-US" sz="2100" dirty="0">
                  <a:solidFill>
                    <a:srgbClr val="000000"/>
                  </a:solidFill>
                  <a:latin typeface="Calibri" panose="020F0502020204030204" pitchFamily="34" charset="0"/>
                </a:rPr>
              </a:br>
              <a:endParaRPr lang="en-US" sz="45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450057" indent="-450057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Solution:</a:t>
              </a:r>
              <a:r>
                <a:rPr lang="en-US" sz="36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</a:t>
              </a:r>
              <a:r>
                <a:rPr lang="en-US" sz="2700" dirty="0">
                  <a:solidFill>
                    <a:srgbClr val="000000"/>
                  </a:solidFill>
                  <a:latin typeface="Calibri" panose="020F0502020204030204" pitchFamily="34" charset="0"/>
                </a:rPr>
                <a:t>Versatile solution designed for both Mobile and Web. </a:t>
              </a:r>
            </a:p>
            <a:p>
              <a:pPr marL="450057" indent="-450057">
                <a:buFont typeface="Wingdings" panose="05000000000000000000" pitchFamily="2" charset="2"/>
                <a:buChar char="v"/>
              </a:pPr>
              <a:endParaRPr lang="en-US" sz="12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marL="450057" indent="-450057">
                <a:buFont typeface="Wingdings" panose="05000000000000000000" pitchFamily="2" charset="2"/>
                <a:buChar char="v"/>
              </a:pPr>
              <a:r>
                <a:rPr lang="en-US" sz="30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Quick to Launch</a:t>
              </a:r>
              <a:r>
                <a:rPr lang="en-US" sz="30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:</a:t>
              </a:r>
              <a:r>
                <a:rPr lang="en-US" sz="36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</a:rPr>
                <a:t>  </a:t>
              </a:r>
              <a:r>
                <a:rPr lang="en-US" sz="2700" dirty="0">
                  <a:solidFill>
                    <a:srgbClr val="000000"/>
                  </a:solidFill>
                  <a:latin typeface="Calibri" panose="020F0502020204030204" pitchFamily="34" charset="0"/>
                </a:rPr>
                <a:t>Create a form using UI interface(web) and launch it on Mobile. </a:t>
              </a:r>
              <a:endParaRPr lang="en-IN" sz="27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xmlns="" id="{63A710A4-74A9-E9E1-E3C7-0C74C022D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14381" y="4448162"/>
              <a:ext cx="3350248" cy="690951"/>
            </a:xfrm>
            <a:prstGeom prst="rect">
              <a:avLst/>
            </a:prstGeom>
          </p:spPr>
        </p:pic>
      </p:grpSp>
      <p:pic>
        <p:nvPicPr>
          <p:cNvPr id="3" name="Picture 2">
            <a:hlinkClick r:id="rId7"/>
            <a:extLst>
              <a:ext uri="{FF2B5EF4-FFF2-40B4-BE49-F238E27FC236}">
                <a16:creationId xmlns:a16="http://schemas.microsoft.com/office/drawing/2014/main" xmlns="" id="{609FDC6F-BF5B-7360-A837-C484E9E61B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19871" y="9621086"/>
            <a:ext cx="1998903" cy="5576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033061D-5920-78B2-9C45-8C20AD9E78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41507" y="9620807"/>
            <a:ext cx="1892241" cy="53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7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="" xmlns:a16="http://schemas.microsoft.com/office/drawing/2014/main" id="{D43FF3A3-5817-D0DD-FBA0-726C4B1D29F4}"/>
              </a:ext>
            </a:extLst>
          </p:cNvPr>
          <p:cNvSpPr txBox="1"/>
          <p:nvPr/>
        </p:nvSpPr>
        <p:spPr>
          <a:xfrm>
            <a:off x="762000" y="519059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 err="1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Parakh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 Data Usage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="" xmlns:a16="http://schemas.microsoft.com/office/drawing/2014/main" id="{CA5BCA7D-8898-310F-8442-75174A41F7CD}"/>
              </a:ext>
            </a:extLst>
          </p:cNvPr>
          <p:cNvSpPr txBox="1"/>
          <p:nvPr/>
        </p:nvSpPr>
        <p:spPr>
          <a:xfrm>
            <a:off x="762000" y="1457682"/>
            <a:ext cx="16840200" cy="5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u="sng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Registered Departments </a:t>
            </a:r>
            <a:r>
              <a:rPr lang="en-US" sz="2800" b="1" u="sng" spc="200" dirty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All Form Record </a:t>
            </a:r>
            <a:r>
              <a:rPr lang="en-US" sz="2800" b="1" u="sng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Statistics &amp;</a:t>
            </a:r>
            <a:r>
              <a:rPr lang="en-US" sz="2800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u="sng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No of Inspection and Survey conducted</a:t>
            </a:r>
            <a:endParaRPr lang="en-US" sz="2800" u="sng" dirty="0">
              <a:solidFill>
                <a:srgbClr val="000000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47900"/>
            <a:ext cx="13411200" cy="788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0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="" xmlns:a16="http://schemas.microsoft.com/office/drawing/2014/main" id="{D43FF3A3-5817-D0DD-FBA0-726C4B1D29F4}"/>
              </a:ext>
            </a:extLst>
          </p:cNvPr>
          <p:cNvSpPr txBox="1"/>
          <p:nvPr/>
        </p:nvSpPr>
        <p:spPr>
          <a:xfrm>
            <a:off x="762000" y="519059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 err="1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Parakh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 Data Usage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="" xmlns:a16="http://schemas.microsoft.com/office/drawing/2014/main" id="{CA5BCA7D-8898-310F-8442-75174A41F7CD}"/>
              </a:ext>
            </a:extLst>
          </p:cNvPr>
          <p:cNvSpPr txBox="1"/>
          <p:nvPr/>
        </p:nvSpPr>
        <p:spPr>
          <a:xfrm>
            <a:off x="762000" y="1457682"/>
            <a:ext cx="16230600" cy="88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200" b="1" u="sng" spc="200" dirty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Summary of Inspection &amp; Survey Forms On </a:t>
            </a:r>
            <a:r>
              <a:rPr lang="en-US" sz="3200" b="1" u="sng" spc="200" dirty="0" err="1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Parakh</a:t>
            </a:r>
            <a:endParaRPr lang="en-US" sz="3200" u="sng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555605"/>
              </p:ext>
            </p:extLst>
          </p:nvPr>
        </p:nvGraphicFramePr>
        <p:xfrm>
          <a:off x="14020800" y="4152900"/>
          <a:ext cx="1524000" cy="135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Worksheet" showAsIcon="1" r:id="rId4" imgW="914400" imgH="806400" progId="Excel.Sheet.12">
                  <p:embed/>
                </p:oleObj>
              </mc:Choice>
              <mc:Fallback>
                <p:oleObj name="Worksheet" showAsIcon="1" r:id="rId4" imgW="914400" imgH="806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20800" y="4152900"/>
                        <a:ext cx="1524000" cy="1358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635774"/>
            <a:ext cx="12622377" cy="21935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6515099"/>
            <a:ext cx="7315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 smtClean="0"/>
              <a:t>Note: Above Total Inspection/Survey Form &amp; their Count</a:t>
            </a:r>
            <a:endParaRPr lang="en-US" sz="23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7886700"/>
            <a:ext cx="125564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90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B8607EB-42A8-01F4-7424-4295E4497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1138187"/>
            <a:ext cx="18287999" cy="9144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E64EAA2-A00F-9FC0-E62C-C94CAC593060}"/>
              </a:ext>
            </a:extLst>
          </p:cNvPr>
          <p:cNvSpPr/>
          <p:nvPr/>
        </p:nvSpPr>
        <p:spPr>
          <a:xfrm>
            <a:off x="1" y="-21954"/>
            <a:ext cx="18288002" cy="10344288"/>
          </a:xfrm>
          <a:prstGeom prst="rect">
            <a:avLst/>
          </a:prstGeom>
          <a:solidFill>
            <a:srgbClr val="0070C0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Lato Light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BDDAA61-986D-4461-4351-DD18383BB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45" y="1020389"/>
            <a:ext cx="7662039" cy="766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976F9D9-3DED-B94F-8F05-92F7A6FDC823}"/>
              </a:ext>
            </a:extLst>
          </p:cNvPr>
          <p:cNvSpPr txBox="1"/>
          <p:nvPr/>
        </p:nvSpPr>
        <p:spPr>
          <a:xfrm>
            <a:off x="9886493" y="3870457"/>
            <a:ext cx="5968301" cy="120032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7200" b="1" spc="450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Thank You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DBD528A9-5A11-9A8B-3AE9-7B1A175A8795}"/>
              </a:ext>
            </a:extLst>
          </p:cNvPr>
          <p:cNvGrpSpPr/>
          <p:nvPr/>
        </p:nvGrpSpPr>
        <p:grpSpPr>
          <a:xfrm>
            <a:off x="1392182" y="1867050"/>
            <a:ext cx="6896913" cy="1977791"/>
            <a:chOff x="-480495" y="2884586"/>
            <a:chExt cx="4099302" cy="1318527"/>
          </a:xfrm>
        </p:grpSpPr>
        <p:sp>
          <p:nvSpPr>
            <p:cNvPr id="12" name="Freeform 949">
              <a:extLst>
                <a:ext uri="{FF2B5EF4-FFF2-40B4-BE49-F238E27FC236}">
                  <a16:creationId xmlns="" xmlns:a16="http://schemas.microsoft.com/office/drawing/2014/main" id="{8240D974-8FB7-2047-A504-FECCABEF24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-480495" y="2939189"/>
              <a:ext cx="908462" cy="908462"/>
            </a:xfrm>
            <a:custGeom>
              <a:avLst/>
              <a:gdLst>
                <a:gd name="T0" fmla="*/ 80304 w 291288"/>
                <a:gd name="T1" fmla="*/ 256446 h 291739"/>
                <a:gd name="T2" fmla="*/ 75895 w 291288"/>
                <a:gd name="T3" fmla="*/ 285182 h 291739"/>
                <a:gd name="T4" fmla="*/ 144207 w 291288"/>
                <a:gd name="T5" fmla="*/ 285182 h 291739"/>
                <a:gd name="T6" fmla="*/ 144207 w 291288"/>
                <a:gd name="T7" fmla="*/ 256446 h 291739"/>
                <a:gd name="T8" fmla="*/ 85813 w 291288"/>
                <a:gd name="T9" fmla="*/ 222616 h 291739"/>
                <a:gd name="T10" fmla="*/ 81772 w 291288"/>
                <a:gd name="T11" fmla="*/ 247352 h 291739"/>
                <a:gd name="T12" fmla="*/ 148614 w 291288"/>
                <a:gd name="T13" fmla="*/ 247352 h 291739"/>
                <a:gd name="T14" fmla="*/ 153020 w 291288"/>
                <a:gd name="T15" fmla="*/ 252081 h 291739"/>
                <a:gd name="T16" fmla="*/ 153020 w 291288"/>
                <a:gd name="T17" fmla="*/ 285182 h 291739"/>
                <a:gd name="T18" fmla="*/ 273483 w 291288"/>
                <a:gd name="T19" fmla="*/ 285182 h 291739"/>
                <a:gd name="T20" fmla="*/ 147513 w 291288"/>
                <a:gd name="T21" fmla="*/ 222616 h 291739"/>
                <a:gd name="T22" fmla="*/ 29621 w 291288"/>
                <a:gd name="T23" fmla="*/ 222616 h 291739"/>
                <a:gd name="T24" fmla="*/ 10524 w 291288"/>
                <a:gd name="T25" fmla="*/ 285182 h 291739"/>
                <a:gd name="T26" fmla="*/ 66713 w 291288"/>
                <a:gd name="T27" fmla="*/ 285182 h 291739"/>
                <a:gd name="T28" fmla="*/ 76997 w 291288"/>
                <a:gd name="T29" fmla="*/ 222616 h 291739"/>
                <a:gd name="T30" fmla="*/ 263202 w 291288"/>
                <a:gd name="T31" fmla="*/ 208067 h 291739"/>
                <a:gd name="T32" fmla="*/ 200397 w 291288"/>
                <a:gd name="T33" fmla="*/ 239349 h 291739"/>
                <a:gd name="T34" fmla="*/ 285235 w 291288"/>
                <a:gd name="T35" fmla="*/ 281181 h 291739"/>
                <a:gd name="T36" fmla="*/ 192319 w 291288"/>
                <a:gd name="T37" fmla="*/ 175329 h 291739"/>
                <a:gd name="T38" fmla="*/ 155960 w 291288"/>
                <a:gd name="T39" fmla="*/ 217160 h 291739"/>
                <a:gd name="T40" fmla="*/ 190483 w 291288"/>
                <a:gd name="T41" fmla="*/ 233893 h 291739"/>
                <a:gd name="T42" fmla="*/ 260628 w 291288"/>
                <a:gd name="T43" fmla="*/ 199336 h 291739"/>
                <a:gd name="T44" fmla="*/ 253281 w 291288"/>
                <a:gd name="T45" fmla="*/ 175329 h 291739"/>
                <a:gd name="T46" fmla="*/ 93892 w 291288"/>
                <a:gd name="T47" fmla="*/ 175329 h 291739"/>
                <a:gd name="T48" fmla="*/ 87649 w 291288"/>
                <a:gd name="T49" fmla="*/ 213886 h 291739"/>
                <a:gd name="T50" fmla="*/ 137594 w 291288"/>
                <a:gd name="T51" fmla="*/ 213886 h 291739"/>
                <a:gd name="T52" fmla="*/ 104910 w 291288"/>
                <a:gd name="T53" fmla="*/ 175329 h 291739"/>
                <a:gd name="T54" fmla="*/ 43943 w 291288"/>
                <a:gd name="T55" fmla="*/ 175329 h 291739"/>
                <a:gd name="T56" fmla="*/ 32191 w 291288"/>
                <a:gd name="T57" fmla="*/ 213886 h 291739"/>
                <a:gd name="T58" fmla="*/ 78468 w 291288"/>
                <a:gd name="T59" fmla="*/ 213886 h 291739"/>
                <a:gd name="T60" fmla="*/ 84711 w 291288"/>
                <a:gd name="T61" fmla="*/ 175329 h 291739"/>
                <a:gd name="T62" fmla="*/ 148614 w 291288"/>
                <a:gd name="T63" fmla="*/ 51969 h 291739"/>
                <a:gd name="T64" fmla="*/ 117485 w 291288"/>
                <a:gd name="T65" fmla="*/ 83268 h 291739"/>
                <a:gd name="T66" fmla="*/ 148614 w 291288"/>
                <a:gd name="T67" fmla="*/ 114201 h 291739"/>
                <a:gd name="T68" fmla="*/ 179744 w 291288"/>
                <a:gd name="T69" fmla="*/ 83268 h 291739"/>
                <a:gd name="T70" fmla="*/ 148614 w 291288"/>
                <a:gd name="T71" fmla="*/ 51969 h 291739"/>
                <a:gd name="T72" fmla="*/ 148614 w 291288"/>
                <a:gd name="T73" fmla="*/ 43233 h 291739"/>
                <a:gd name="T74" fmla="*/ 188899 w 291288"/>
                <a:gd name="T75" fmla="*/ 83268 h 291739"/>
                <a:gd name="T76" fmla="*/ 148614 w 291288"/>
                <a:gd name="T77" fmla="*/ 122936 h 291739"/>
                <a:gd name="T78" fmla="*/ 108328 w 291288"/>
                <a:gd name="T79" fmla="*/ 83268 h 291739"/>
                <a:gd name="T80" fmla="*/ 148614 w 291288"/>
                <a:gd name="T81" fmla="*/ 43233 h 291739"/>
                <a:gd name="T82" fmla="*/ 148614 w 291288"/>
                <a:gd name="T83" fmla="*/ 8732 h 291739"/>
                <a:gd name="T84" fmla="*/ 74427 w 291288"/>
                <a:gd name="T85" fmla="*/ 82208 h 291739"/>
                <a:gd name="T86" fmla="*/ 148614 w 291288"/>
                <a:gd name="T87" fmla="*/ 212067 h 291739"/>
                <a:gd name="T88" fmla="*/ 222433 w 291288"/>
                <a:gd name="T89" fmla="*/ 82208 h 291739"/>
                <a:gd name="T90" fmla="*/ 148614 w 291288"/>
                <a:gd name="T91" fmla="*/ 8732 h 291739"/>
                <a:gd name="T92" fmla="*/ 148614 w 291288"/>
                <a:gd name="T93" fmla="*/ 0 h 291739"/>
                <a:gd name="T94" fmla="*/ 231247 w 291288"/>
                <a:gd name="T95" fmla="*/ 82208 h 291739"/>
                <a:gd name="T96" fmla="*/ 198193 w 291288"/>
                <a:gd name="T97" fmla="*/ 166234 h 291739"/>
                <a:gd name="T98" fmla="*/ 256586 w 291288"/>
                <a:gd name="T99" fmla="*/ 166234 h 291739"/>
                <a:gd name="T100" fmla="*/ 260628 w 291288"/>
                <a:gd name="T101" fmla="*/ 169508 h 291739"/>
                <a:gd name="T102" fmla="*/ 296620 w 291288"/>
                <a:gd name="T103" fmla="*/ 288092 h 291739"/>
                <a:gd name="T104" fmla="*/ 296253 w 291288"/>
                <a:gd name="T105" fmla="*/ 292457 h 291739"/>
                <a:gd name="T106" fmla="*/ 292580 w 291288"/>
                <a:gd name="T107" fmla="*/ 294275 h 291739"/>
                <a:gd name="T108" fmla="*/ 4282 w 291288"/>
                <a:gd name="T109" fmla="*/ 294275 h 291739"/>
                <a:gd name="T110" fmla="*/ 610 w 291288"/>
                <a:gd name="T111" fmla="*/ 292457 h 291739"/>
                <a:gd name="T112" fmla="*/ 243 w 291288"/>
                <a:gd name="T113" fmla="*/ 288092 h 291739"/>
                <a:gd name="T114" fmla="*/ 36232 w 291288"/>
                <a:gd name="T115" fmla="*/ 169508 h 291739"/>
                <a:gd name="T116" fmla="*/ 40639 w 291288"/>
                <a:gd name="T117" fmla="*/ 166234 h 291739"/>
                <a:gd name="T118" fmla="*/ 98298 w 291288"/>
                <a:gd name="T119" fmla="*/ 166234 h 291739"/>
                <a:gd name="T120" fmla="*/ 65612 w 291288"/>
                <a:gd name="T121" fmla="*/ 82208 h 291739"/>
                <a:gd name="T122" fmla="*/ 148614 w 291288"/>
                <a:gd name="T123" fmla="*/ 0 h 291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91288" h="291739">
                  <a:moveTo>
                    <a:pt x="78754" y="254235"/>
                  </a:moveTo>
                  <a:lnTo>
                    <a:pt x="74431" y="282724"/>
                  </a:lnTo>
                  <a:lnTo>
                    <a:pt x="141424" y="282724"/>
                  </a:lnTo>
                  <a:lnTo>
                    <a:pt x="141424" y="254235"/>
                  </a:lnTo>
                  <a:lnTo>
                    <a:pt x="78754" y="254235"/>
                  </a:lnTo>
                  <a:close/>
                  <a:moveTo>
                    <a:pt x="84156" y="220698"/>
                  </a:moveTo>
                  <a:lnTo>
                    <a:pt x="80194" y="245220"/>
                  </a:lnTo>
                  <a:lnTo>
                    <a:pt x="145746" y="245220"/>
                  </a:lnTo>
                  <a:cubicBezTo>
                    <a:pt x="147907" y="245220"/>
                    <a:pt x="150068" y="247384"/>
                    <a:pt x="150068" y="249908"/>
                  </a:cubicBezTo>
                  <a:lnTo>
                    <a:pt x="150068" y="282724"/>
                  </a:lnTo>
                  <a:lnTo>
                    <a:pt x="268205" y="282724"/>
                  </a:lnTo>
                  <a:lnTo>
                    <a:pt x="144666" y="220698"/>
                  </a:lnTo>
                  <a:lnTo>
                    <a:pt x="84156" y="220698"/>
                  </a:lnTo>
                  <a:close/>
                  <a:moveTo>
                    <a:pt x="29050" y="220698"/>
                  </a:moveTo>
                  <a:lnTo>
                    <a:pt x="10321" y="282724"/>
                  </a:lnTo>
                  <a:lnTo>
                    <a:pt x="65427" y="282724"/>
                  </a:lnTo>
                  <a:lnTo>
                    <a:pt x="75512" y="220698"/>
                  </a:lnTo>
                  <a:lnTo>
                    <a:pt x="29050" y="220698"/>
                  </a:lnTo>
                  <a:close/>
                  <a:moveTo>
                    <a:pt x="258120" y="206273"/>
                  </a:moveTo>
                  <a:lnTo>
                    <a:pt x="196530" y="237286"/>
                  </a:lnTo>
                  <a:lnTo>
                    <a:pt x="279730" y="278757"/>
                  </a:lnTo>
                  <a:lnTo>
                    <a:pt x="258120" y="206273"/>
                  </a:lnTo>
                  <a:close/>
                  <a:moveTo>
                    <a:pt x="188607" y="173818"/>
                  </a:moveTo>
                  <a:cubicBezTo>
                    <a:pt x="174200" y="192930"/>
                    <a:pt x="160153" y="208076"/>
                    <a:pt x="152950" y="215289"/>
                  </a:cubicBezTo>
                  <a:lnTo>
                    <a:pt x="186806" y="231877"/>
                  </a:lnTo>
                  <a:lnTo>
                    <a:pt x="255599" y="197618"/>
                  </a:lnTo>
                  <a:lnTo>
                    <a:pt x="248395" y="173818"/>
                  </a:lnTo>
                  <a:lnTo>
                    <a:pt x="188607" y="173818"/>
                  </a:lnTo>
                  <a:close/>
                  <a:moveTo>
                    <a:pt x="92080" y="173818"/>
                  </a:moveTo>
                  <a:lnTo>
                    <a:pt x="85957" y="212043"/>
                  </a:lnTo>
                  <a:lnTo>
                    <a:pt x="134941" y="212043"/>
                  </a:lnTo>
                  <a:cubicBezTo>
                    <a:pt x="127377" y="204109"/>
                    <a:pt x="115131" y="190406"/>
                    <a:pt x="102885" y="173818"/>
                  </a:cubicBezTo>
                  <a:lnTo>
                    <a:pt x="92080" y="173818"/>
                  </a:lnTo>
                  <a:close/>
                  <a:moveTo>
                    <a:pt x="43096" y="173818"/>
                  </a:moveTo>
                  <a:lnTo>
                    <a:pt x="31571" y="212043"/>
                  </a:lnTo>
                  <a:lnTo>
                    <a:pt x="76953" y="212043"/>
                  </a:lnTo>
                  <a:lnTo>
                    <a:pt x="83076" y="173818"/>
                  </a:lnTo>
                  <a:lnTo>
                    <a:pt x="43096" y="173818"/>
                  </a:lnTo>
                  <a:close/>
                  <a:moveTo>
                    <a:pt x="145746" y="51521"/>
                  </a:moveTo>
                  <a:cubicBezTo>
                    <a:pt x="128866" y="51521"/>
                    <a:pt x="115217" y="65592"/>
                    <a:pt x="115217" y="82550"/>
                  </a:cubicBezTo>
                  <a:cubicBezTo>
                    <a:pt x="115217" y="99507"/>
                    <a:pt x="128866" y="113217"/>
                    <a:pt x="145746" y="113217"/>
                  </a:cubicBezTo>
                  <a:cubicBezTo>
                    <a:pt x="162627" y="113217"/>
                    <a:pt x="176275" y="99507"/>
                    <a:pt x="176275" y="82550"/>
                  </a:cubicBezTo>
                  <a:cubicBezTo>
                    <a:pt x="176275" y="65592"/>
                    <a:pt x="162627" y="51521"/>
                    <a:pt x="145746" y="51521"/>
                  </a:cubicBezTo>
                  <a:close/>
                  <a:moveTo>
                    <a:pt x="145746" y="42862"/>
                  </a:moveTo>
                  <a:cubicBezTo>
                    <a:pt x="167296" y="42862"/>
                    <a:pt x="185254" y="60541"/>
                    <a:pt x="185254" y="82550"/>
                  </a:cubicBezTo>
                  <a:cubicBezTo>
                    <a:pt x="185254" y="104197"/>
                    <a:pt x="167296" y="121876"/>
                    <a:pt x="145746" y="121876"/>
                  </a:cubicBezTo>
                  <a:cubicBezTo>
                    <a:pt x="123837" y="121876"/>
                    <a:pt x="106238" y="104197"/>
                    <a:pt x="106238" y="82550"/>
                  </a:cubicBezTo>
                  <a:cubicBezTo>
                    <a:pt x="106238" y="60541"/>
                    <a:pt x="123837" y="42862"/>
                    <a:pt x="145746" y="42862"/>
                  </a:cubicBezTo>
                  <a:close/>
                  <a:moveTo>
                    <a:pt x="145746" y="8655"/>
                  </a:moveTo>
                  <a:cubicBezTo>
                    <a:pt x="105767" y="8655"/>
                    <a:pt x="72991" y="41471"/>
                    <a:pt x="72991" y="81500"/>
                  </a:cubicBezTo>
                  <a:cubicBezTo>
                    <a:pt x="72991" y="133428"/>
                    <a:pt x="131339" y="195815"/>
                    <a:pt x="145746" y="210240"/>
                  </a:cubicBezTo>
                  <a:cubicBezTo>
                    <a:pt x="159793" y="195815"/>
                    <a:pt x="218141" y="133068"/>
                    <a:pt x="218141" y="81500"/>
                  </a:cubicBezTo>
                  <a:cubicBezTo>
                    <a:pt x="218141" y="41471"/>
                    <a:pt x="185725" y="8655"/>
                    <a:pt x="145746" y="8655"/>
                  </a:cubicBezTo>
                  <a:close/>
                  <a:moveTo>
                    <a:pt x="145746" y="0"/>
                  </a:moveTo>
                  <a:cubicBezTo>
                    <a:pt x="190408" y="0"/>
                    <a:pt x="226785" y="36422"/>
                    <a:pt x="226785" y="81500"/>
                  </a:cubicBezTo>
                  <a:cubicBezTo>
                    <a:pt x="226785" y="109628"/>
                    <a:pt x="211658" y="139920"/>
                    <a:pt x="194369" y="164802"/>
                  </a:cubicBezTo>
                  <a:lnTo>
                    <a:pt x="251637" y="164802"/>
                  </a:lnTo>
                  <a:cubicBezTo>
                    <a:pt x="253438" y="164802"/>
                    <a:pt x="255239" y="166245"/>
                    <a:pt x="255599" y="168048"/>
                  </a:cubicBezTo>
                  <a:lnTo>
                    <a:pt x="290896" y="285609"/>
                  </a:lnTo>
                  <a:cubicBezTo>
                    <a:pt x="291616" y="287051"/>
                    <a:pt x="291256" y="288494"/>
                    <a:pt x="290536" y="289936"/>
                  </a:cubicBezTo>
                  <a:cubicBezTo>
                    <a:pt x="289455" y="291018"/>
                    <a:pt x="288375" y="291739"/>
                    <a:pt x="286934" y="291739"/>
                  </a:cubicBezTo>
                  <a:lnTo>
                    <a:pt x="4198" y="291739"/>
                  </a:lnTo>
                  <a:cubicBezTo>
                    <a:pt x="3117" y="291739"/>
                    <a:pt x="1677" y="291018"/>
                    <a:pt x="596" y="289936"/>
                  </a:cubicBezTo>
                  <a:cubicBezTo>
                    <a:pt x="-124" y="288494"/>
                    <a:pt x="-124" y="287051"/>
                    <a:pt x="236" y="285609"/>
                  </a:cubicBezTo>
                  <a:lnTo>
                    <a:pt x="35533" y="168048"/>
                  </a:lnTo>
                  <a:cubicBezTo>
                    <a:pt x="36253" y="166245"/>
                    <a:pt x="37694" y="164802"/>
                    <a:pt x="39855" y="164802"/>
                  </a:cubicBezTo>
                  <a:lnTo>
                    <a:pt x="96402" y="164802"/>
                  </a:lnTo>
                  <a:cubicBezTo>
                    <a:pt x="79834" y="139920"/>
                    <a:pt x="64347" y="109628"/>
                    <a:pt x="64347" y="81500"/>
                  </a:cubicBezTo>
                  <a:cubicBezTo>
                    <a:pt x="64347" y="36422"/>
                    <a:pt x="100724" y="0"/>
                    <a:pt x="1457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sz="1350" b="1" dirty="0">
                <a:latin typeface="Lato Light" panose="020F050202020403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E393E0C5-667C-0D40-94BE-22A0675206BB}"/>
                </a:ext>
              </a:extLst>
            </p:cNvPr>
            <p:cNvSpPr txBox="1"/>
            <p:nvPr/>
          </p:nvSpPr>
          <p:spPr>
            <a:xfrm>
              <a:off x="548037" y="2884586"/>
              <a:ext cx="1347412" cy="30777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Reach Out to </a:t>
              </a:r>
            </a:p>
          </p:txBody>
        </p:sp>
        <p:sp>
          <p:nvSpPr>
            <p:cNvPr id="18" name="Subtitle 2">
              <a:extLst>
                <a:ext uri="{FF2B5EF4-FFF2-40B4-BE49-F238E27FC236}">
                  <a16:creationId xmlns="" xmlns:a16="http://schemas.microsoft.com/office/drawing/2014/main" id="{EB859178-A41C-8A45-A160-AEA71DA7CB19}"/>
                </a:ext>
              </a:extLst>
            </p:cNvPr>
            <p:cNvSpPr txBox="1">
              <a:spLocks/>
            </p:cNvSpPr>
            <p:nvPr/>
          </p:nvSpPr>
          <p:spPr>
            <a:xfrm>
              <a:off x="588601" y="3254862"/>
              <a:ext cx="3030206" cy="948251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MPSEDC Ltd.  State IT Centre, 47-A, </a:t>
              </a:r>
              <a:r>
                <a:rPr lang="en-US" b="1" dirty="0" err="1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Arera</a:t>
              </a: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 Hills, Bhopal-462011 (M.P.)</a:t>
              </a:r>
            </a:p>
            <a:p>
              <a:pPr algn="l"/>
              <a:r>
                <a:rPr lang="en-US" sz="1800" b="1" dirty="0"/>
                <a:t/>
              </a:r>
              <a:br>
                <a:rPr lang="en-US" sz="1800" b="1" dirty="0"/>
              </a:br>
              <a:endParaRPr lang="en-US" sz="18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06B8BF3C-12D3-587E-65EE-D15CE82A284B}"/>
              </a:ext>
            </a:extLst>
          </p:cNvPr>
          <p:cNvGrpSpPr/>
          <p:nvPr/>
        </p:nvGrpSpPr>
        <p:grpSpPr>
          <a:xfrm>
            <a:off x="1392182" y="4595922"/>
            <a:ext cx="6428744" cy="1460157"/>
            <a:chOff x="3210304" y="2740905"/>
            <a:chExt cx="4285829" cy="973438"/>
          </a:xfrm>
        </p:grpSpPr>
        <p:sp>
          <p:nvSpPr>
            <p:cNvPr id="14" name="Freeform 1041">
              <a:extLst>
                <a:ext uri="{FF2B5EF4-FFF2-40B4-BE49-F238E27FC236}">
                  <a16:creationId xmlns="" xmlns:a16="http://schemas.microsoft.com/office/drawing/2014/main" id="{798B51DF-F826-B34D-9A6F-5AF7BABA54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10304" y="2740905"/>
              <a:ext cx="978872" cy="973438"/>
            </a:xfrm>
            <a:custGeom>
              <a:avLst/>
              <a:gdLst>
                <a:gd name="T0" fmla="*/ 199697 w 284789"/>
                <a:gd name="T1" fmla="*/ 264512 h 283801"/>
                <a:gd name="T2" fmla="*/ 206314 w 284789"/>
                <a:gd name="T3" fmla="*/ 246685 h 283801"/>
                <a:gd name="T4" fmla="*/ 186966 w 284789"/>
                <a:gd name="T5" fmla="*/ 124970 h 283801"/>
                <a:gd name="T6" fmla="*/ 134183 w 284789"/>
                <a:gd name="T7" fmla="*/ 188563 h 283801"/>
                <a:gd name="T8" fmla="*/ 96794 w 284789"/>
                <a:gd name="T9" fmla="*/ 157666 h 283801"/>
                <a:gd name="T10" fmla="*/ 131249 w 284789"/>
                <a:gd name="T11" fmla="*/ 179582 h 283801"/>
                <a:gd name="T12" fmla="*/ 13709 w 284789"/>
                <a:gd name="T13" fmla="*/ 104438 h 283801"/>
                <a:gd name="T14" fmla="*/ 191611 w 284789"/>
                <a:gd name="T15" fmla="*/ 269241 h 283801"/>
                <a:gd name="T16" fmla="*/ 54876 w 284789"/>
                <a:gd name="T17" fmla="*/ 180473 h 283801"/>
                <a:gd name="T18" fmla="*/ 17017 w 284789"/>
                <a:gd name="T19" fmla="*/ 96435 h 283801"/>
                <a:gd name="T20" fmla="*/ 57816 w 284789"/>
                <a:gd name="T21" fmla="*/ 124447 h 283801"/>
                <a:gd name="T22" fmla="*/ 64434 w 284789"/>
                <a:gd name="T23" fmla="*/ 105894 h 283801"/>
                <a:gd name="T24" fmla="*/ 33742 w 284789"/>
                <a:gd name="T25" fmla="*/ 70513 h 283801"/>
                <a:gd name="T26" fmla="*/ 75827 w 284789"/>
                <a:gd name="T27" fmla="*/ 112078 h 283801"/>
                <a:gd name="T28" fmla="*/ 52671 w 284789"/>
                <a:gd name="T29" fmla="*/ 153916 h 283801"/>
                <a:gd name="T30" fmla="*/ 153751 w 284789"/>
                <a:gd name="T31" fmla="*/ 225221 h 283801"/>
                <a:gd name="T32" fmla="*/ 212562 w 284789"/>
                <a:gd name="T33" fmla="*/ 240137 h 283801"/>
                <a:gd name="T34" fmla="*/ 185729 w 284789"/>
                <a:gd name="T35" fmla="*/ 280518 h 283801"/>
                <a:gd name="T36" fmla="*/ 5255 w 284789"/>
                <a:gd name="T37" fmla="*/ 102254 h 283801"/>
                <a:gd name="T38" fmla="*/ 145134 w 284789"/>
                <a:gd name="T39" fmla="*/ 57588 h 283801"/>
                <a:gd name="T40" fmla="*/ 203836 w 284789"/>
                <a:gd name="T41" fmla="*/ 204394 h 283801"/>
                <a:gd name="T42" fmla="*/ 200513 w 284789"/>
                <a:gd name="T43" fmla="*/ 88761 h 283801"/>
                <a:gd name="T44" fmla="*/ 83848 w 284789"/>
                <a:gd name="T45" fmla="*/ 88761 h 283801"/>
                <a:gd name="T46" fmla="*/ 134872 w 284789"/>
                <a:gd name="T47" fmla="*/ 0 h 283801"/>
                <a:gd name="T48" fmla="*/ 167270 w 284789"/>
                <a:gd name="T49" fmla="*/ 26524 h 283801"/>
                <a:gd name="T50" fmla="*/ 200035 w 284789"/>
                <a:gd name="T51" fmla="*/ 13082 h 283801"/>
                <a:gd name="T52" fmla="*/ 231330 w 284789"/>
                <a:gd name="T53" fmla="*/ 39967 h 283801"/>
                <a:gd name="T54" fmla="*/ 250106 w 284789"/>
                <a:gd name="T55" fmla="*/ 58859 h 283801"/>
                <a:gd name="T56" fmla="*/ 276614 w 284789"/>
                <a:gd name="T57" fmla="*/ 81023 h 283801"/>
                <a:gd name="T58" fmla="*/ 264095 w 284789"/>
                <a:gd name="T59" fmla="*/ 122079 h 283801"/>
                <a:gd name="T60" fmla="*/ 290603 w 284789"/>
                <a:gd name="T61" fmla="*/ 154052 h 283801"/>
                <a:gd name="T62" fmla="*/ 259310 w 284789"/>
                <a:gd name="T63" fmla="*/ 183483 h 283801"/>
                <a:gd name="T64" fmla="*/ 265935 w 284789"/>
                <a:gd name="T65" fmla="*/ 224175 h 283801"/>
                <a:gd name="T66" fmla="*/ 250106 w 284789"/>
                <a:gd name="T67" fmla="*/ 228535 h 283801"/>
                <a:gd name="T68" fmla="*/ 224334 w 284789"/>
                <a:gd name="T69" fmla="*/ 227809 h 283801"/>
                <a:gd name="T70" fmla="*/ 238325 w 284789"/>
                <a:gd name="T71" fmla="*/ 211459 h 283801"/>
                <a:gd name="T72" fmla="*/ 258206 w 284789"/>
                <a:gd name="T73" fmla="*/ 220178 h 283801"/>
                <a:gd name="T74" fmla="*/ 251579 w 284789"/>
                <a:gd name="T75" fmla="*/ 189296 h 283801"/>
                <a:gd name="T76" fmla="*/ 260415 w 284789"/>
                <a:gd name="T77" fmla="*/ 156595 h 283801"/>
                <a:gd name="T78" fmla="*/ 281768 w 284789"/>
                <a:gd name="T79" fmla="*/ 133343 h 283801"/>
                <a:gd name="T80" fmla="*/ 255996 w 284789"/>
                <a:gd name="T81" fmla="*/ 126802 h 283801"/>
                <a:gd name="T82" fmla="*/ 267781 w 284789"/>
                <a:gd name="T83" fmla="*/ 89016 h 283801"/>
                <a:gd name="T84" fmla="*/ 256734 w 284789"/>
                <a:gd name="T85" fmla="*/ 66126 h 283801"/>
                <a:gd name="T86" fmla="*/ 232802 w 284789"/>
                <a:gd name="T87" fmla="*/ 74482 h 283801"/>
                <a:gd name="T88" fmla="*/ 223597 w 284789"/>
                <a:gd name="T89" fmla="*/ 35606 h 283801"/>
                <a:gd name="T90" fmla="*/ 202613 w 284789"/>
                <a:gd name="T91" fmla="*/ 21435 h 283801"/>
                <a:gd name="T92" fmla="*/ 186045 w 284789"/>
                <a:gd name="T93" fmla="*/ 40693 h 283801"/>
                <a:gd name="T94" fmla="*/ 158433 w 284789"/>
                <a:gd name="T95" fmla="*/ 11262 h 283801"/>
                <a:gd name="T96" fmla="*/ 132293 w 284789"/>
                <a:gd name="T97" fmla="*/ 11262 h 283801"/>
                <a:gd name="T98" fmla="*/ 104682 w 284789"/>
                <a:gd name="T99" fmla="*/ 40693 h 283801"/>
                <a:gd name="T100" fmla="*/ 85905 w 284789"/>
                <a:gd name="T101" fmla="*/ 21435 h 283801"/>
                <a:gd name="T102" fmla="*/ 76333 w 284789"/>
                <a:gd name="T103" fmla="*/ 51957 h 283801"/>
                <a:gd name="T104" fmla="*/ 59766 w 284789"/>
                <a:gd name="T105" fmla="*/ 65400 h 283801"/>
                <a:gd name="T106" fmla="*/ 59397 w 284789"/>
                <a:gd name="T107" fmla="*/ 39967 h 283801"/>
                <a:gd name="T108" fmla="*/ 97318 w 284789"/>
                <a:gd name="T109" fmla="*/ 18166 h 283801"/>
                <a:gd name="T110" fmla="*/ 123090 w 284789"/>
                <a:gd name="T111" fmla="*/ 11262 h 28380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84789" h="283801">
                  <a:moveTo>
                    <a:pt x="165804" y="220620"/>
                  </a:moveTo>
                  <a:lnTo>
                    <a:pt x="159680" y="226757"/>
                  </a:lnTo>
                  <a:lnTo>
                    <a:pt x="195701" y="262500"/>
                  </a:lnTo>
                  <a:cubicBezTo>
                    <a:pt x="197863" y="260695"/>
                    <a:pt x="200024" y="259251"/>
                    <a:pt x="202185" y="256723"/>
                  </a:cubicBezTo>
                  <a:cubicBezTo>
                    <a:pt x="203626" y="255279"/>
                    <a:pt x="204707" y="253113"/>
                    <a:pt x="204707" y="250947"/>
                  </a:cubicBezTo>
                  <a:cubicBezTo>
                    <a:pt x="204707" y="248419"/>
                    <a:pt x="203626" y="245892"/>
                    <a:pt x="202185" y="244809"/>
                  </a:cubicBezTo>
                  <a:lnTo>
                    <a:pt x="178411" y="220620"/>
                  </a:lnTo>
                  <a:cubicBezTo>
                    <a:pt x="174809" y="217370"/>
                    <a:pt x="169406" y="217370"/>
                    <a:pt x="165804" y="220620"/>
                  </a:cubicBezTo>
                  <a:close/>
                  <a:moveTo>
                    <a:pt x="183225" y="124020"/>
                  </a:moveTo>
                  <a:cubicBezTo>
                    <a:pt x="185021" y="122237"/>
                    <a:pt x="187536" y="122237"/>
                    <a:pt x="189332" y="124020"/>
                  </a:cubicBezTo>
                  <a:cubicBezTo>
                    <a:pt x="191128" y="125803"/>
                    <a:pt x="191128" y="128298"/>
                    <a:pt x="189332" y="130081"/>
                  </a:cubicBezTo>
                  <a:lnTo>
                    <a:pt x="131498" y="187129"/>
                  </a:lnTo>
                  <a:cubicBezTo>
                    <a:pt x="130780" y="188199"/>
                    <a:pt x="129702" y="188555"/>
                    <a:pt x="128624" y="188555"/>
                  </a:cubicBezTo>
                  <a:cubicBezTo>
                    <a:pt x="127547" y="188555"/>
                    <a:pt x="126469" y="188199"/>
                    <a:pt x="125751" y="187129"/>
                  </a:cubicBezTo>
                  <a:lnTo>
                    <a:pt x="94858" y="156466"/>
                  </a:lnTo>
                  <a:cubicBezTo>
                    <a:pt x="93062" y="154683"/>
                    <a:pt x="93062" y="152187"/>
                    <a:pt x="94858" y="150761"/>
                  </a:cubicBezTo>
                  <a:cubicBezTo>
                    <a:pt x="96295" y="148978"/>
                    <a:pt x="98809" y="148978"/>
                    <a:pt x="100606" y="150761"/>
                  </a:cubicBezTo>
                  <a:lnTo>
                    <a:pt x="128624" y="178216"/>
                  </a:lnTo>
                  <a:lnTo>
                    <a:pt x="183225" y="124020"/>
                  </a:lnTo>
                  <a:close/>
                  <a:moveTo>
                    <a:pt x="16677" y="95701"/>
                  </a:moveTo>
                  <a:cubicBezTo>
                    <a:pt x="15596" y="98228"/>
                    <a:pt x="14155" y="100755"/>
                    <a:pt x="13435" y="103644"/>
                  </a:cubicBezTo>
                  <a:cubicBezTo>
                    <a:pt x="467" y="150578"/>
                    <a:pt x="13435" y="201124"/>
                    <a:pt x="48015" y="235783"/>
                  </a:cubicBezTo>
                  <a:cubicBezTo>
                    <a:pt x="82235" y="270082"/>
                    <a:pt x="133025" y="283440"/>
                    <a:pt x="179852" y="270443"/>
                  </a:cubicBezTo>
                  <a:cubicBezTo>
                    <a:pt x="182734" y="269360"/>
                    <a:pt x="185255" y="268276"/>
                    <a:pt x="187777" y="267193"/>
                  </a:cubicBezTo>
                  <a:lnTo>
                    <a:pt x="153557" y="232895"/>
                  </a:lnTo>
                  <a:cubicBezTo>
                    <a:pt x="139148" y="244087"/>
                    <a:pt x="117896" y="243004"/>
                    <a:pt x="104568" y="229645"/>
                  </a:cubicBezTo>
                  <a:lnTo>
                    <a:pt x="53778" y="179100"/>
                  </a:lnTo>
                  <a:cubicBezTo>
                    <a:pt x="46934" y="172241"/>
                    <a:pt x="42972" y="162854"/>
                    <a:pt x="42972" y="152745"/>
                  </a:cubicBezTo>
                  <a:cubicBezTo>
                    <a:pt x="42972" y="144441"/>
                    <a:pt x="45854" y="136498"/>
                    <a:pt x="50897" y="129999"/>
                  </a:cubicBezTo>
                  <a:lnTo>
                    <a:pt x="16677" y="95701"/>
                  </a:lnTo>
                  <a:close/>
                  <a:moveTo>
                    <a:pt x="26763" y="81259"/>
                  </a:moveTo>
                  <a:cubicBezTo>
                    <a:pt x="24962" y="83426"/>
                    <a:pt x="22800" y="85592"/>
                    <a:pt x="21359" y="87758"/>
                  </a:cubicBezTo>
                  <a:lnTo>
                    <a:pt x="56660" y="123501"/>
                  </a:lnTo>
                  <a:lnTo>
                    <a:pt x="63144" y="117363"/>
                  </a:lnTo>
                  <a:cubicBezTo>
                    <a:pt x="64585" y="115558"/>
                    <a:pt x="65665" y="113392"/>
                    <a:pt x="65665" y="111225"/>
                  </a:cubicBezTo>
                  <a:cubicBezTo>
                    <a:pt x="65665" y="109059"/>
                    <a:pt x="64585" y="106893"/>
                    <a:pt x="63144" y="105088"/>
                  </a:cubicBezTo>
                  <a:lnTo>
                    <a:pt x="39370" y="81259"/>
                  </a:lnTo>
                  <a:cubicBezTo>
                    <a:pt x="35768" y="77649"/>
                    <a:pt x="30365" y="77649"/>
                    <a:pt x="26763" y="81259"/>
                  </a:cubicBezTo>
                  <a:close/>
                  <a:moveTo>
                    <a:pt x="33067" y="69977"/>
                  </a:moveTo>
                  <a:cubicBezTo>
                    <a:pt x="37569" y="69977"/>
                    <a:pt x="42072" y="71692"/>
                    <a:pt x="45494" y="75122"/>
                  </a:cubicBezTo>
                  <a:lnTo>
                    <a:pt x="68907" y="98950"/>
                  </a:lnTo>
                  <a:cubicBezTo>
                    <a:pt x="72509" y="102199"/>
                    <a:pt x="74310" y="106532"/>
                    <a:pt x="74310" y="111225"/>
                  </a:cubicBezTo>
                  <a:cubicBezTo>
                    <a:pt x="74310" y="115919"/>
                    <a:pt x="72509" y="120251"/>
                    <a:pt x="68907" y="123501"/>
                  </a:cubicBezTo>
                  <a:lnTo>
                    <a:pt x="59902" y="132888"/>
                  </a:lnTo>
                  <a:cubicBezTo>
                    <a:pt x="54499" y="138303"/>
                    <a:pt x="51617" y="145163"/>
                    <a:pt x="51617" y="152745"/>
                  </a:cubicBezTo>
                  <a:cubicBezTo>
                    <a:pt x="51617" y="160326"/>
                    <a:pt x="54499" y="167547"/>
                    <a:pt x="59902" y="172963"/>
                  </a:cubicBezTo>
                  <a:lnTo>
                    <a:pt x="110692" y="223508"/>
                  </a:lnTo>
                  <a:cubicBezTo>
                    <a:pt x="121858" y="234700"/>
                    <a:pt x="139509" y="234700"/>
                    <a:pt x="150675" y="223508"/>
                  </a:cubicBezTo>
                  <a:lnTo>
                    <a:pt x="159680" y="214482"/>
                  </a:lnTo>
                  <a:cubicBezTo>
                    <a:pt x="166524" y="207622"/>
                    <a:pt x="177691" y="207622"/>
                    <a:pt x="184535" y="214482"/>
                  </a:cubicBezTo>
                  <a:lnTo>
                    <a:pt x="208309" y="238310"/>
                  </a:lnTo>
                  <a:cubicBezTo>
                    <a:pt x="211551" y="241560"/>
                    <a:pt x="213352" y="245892"/>
                    <a:pt x="213352" y="250947"/>
                  </a:cubicBezTo>
                  <a:cubicBezTo>
                    <a:pt x="213352" y="255640"/>
                    <a:pt x="211551" y="259612"/>
                    <a:pt x="208309" y="263222"/>
                  </a:cubicBezTo>
                  <a:cubicBezTo>
                    <a:pt x="200744" y="270443"/>
                    <a:pt x="191739" y="275858"/>
                    <a:pt x="182013" y="278385"/>
                  </a:cubicBezTo>
                  <a:cubicBezTo>
                    <a:pt x="169406" y="281996"/>
                    <a:pt x="156438" y="283801"/>
                    <a:pt x="143471" y="283801"/>
                  </a:cubicBezTo>
                  <a:cubicBezTo>
                    <a:pt x="105649" y="283801"/>
                    <a:pt x="69268" y="268998"/>
                    <a:pt x="41891" y="241560"/>
                  </a:cubicBezTo>
                  <a:cubicBezTo>
                    <a:pt x="5510" y="205095"/>
                    <a:pt x="-8538" y="151300"/>
                    <a:pt x="5150" y="101477"/>
                  </a:cubicBezTo>
                  <a:cubicBezTo>
                    <a:pt x="7671" y="91368"/>
                    <a:pt x="13435" y="82342"/>
                    <a:pt x="20639" y="75122"/>
                  </a:cubicBezTo>
                  <a:cubicBezTo>
                    <a:pt x="24061" y="71692"/>
                    <a:pt x="28564" y="69977"/>
                    <a:pt x="33067" y="69977"/>
                  </a:cubicBezTo>
                  <a:close/>
                  <a:moveTo>
                    <a:pt x="142230" y="57150"/>
                  </a:moveTo>
                  <a:cubicBezTo>
                    <a:pt x="165024" y="57150"/>
                    <a:pt x="186370" y="66143"/>
                    <a:pt x="202651" y="81971"/>
                  </a:cubicBezTo>
                  <a:cubicBezTo>
                    <a:pt x="235575" y="115066"/>
                    <a:pt x="235575" y="168666"/>
                    <a:pt x="202651" y="201761"/>
                  </a:cubicBezTo>
                  <a:cubicBezTo>
                    <a:pt x="201566" y="202481"/>
                    <a:pt x="200480" y="202840"/>
                    <a:pt x="199757" y="202840"/>
                  </a:cubicBezTo>
                  <a:cubicBezTo>
                    <a:pt x="198671" y="202840"/>
                    <a:pt x="197224" y="202481"/>
                    <a:pt x="196501" y="201761"/>
                  </a:cubicBezTo>
                  <a:cubicBezTo>
                    <a:pt x="194692" y="199962"/>
                    <a:pt x="194692" y="197085"/>
                    <a:pt x="196501" y="195646"/>
                  </a:cubicBezTo>
                  <a:cubicBezTo>
                    <a:pt x="226168" y="165788"/>
                    <a:pt x="226168" y="117584"/>
                    <a:pt x="196501" y="88087"/>
                  </a:cubicBezTo>
                  <a:cubicBezTo>
                    <a:pt x="182028" y="73698"/>
                    <a:pt x="162853" y="65783"/>
                    <a:pt x="142230" y="65783"/>
                  </a:cubicBezTo>
                  <a:cubicBezTo>
                    <a:pt x="121969" y="65783"/>
                    <a:pt x="102794" y="73698"/>
                    <a:pt x="88322" y="88087"/>
                  </a:cubicBezTo>
                  <a:cubicBezTo>
                    <a:pt x="86513" y="89526"/>
                    <a:pt x="83618" y="89526"/>
                    <a:pt x="82171" y="88087"/>
                  </a:cubicBezTo>
                  <a:cubicBezTo>
                    <a:pt x="80362" y="86288"/>
                    <a:pt x="80362" y="83410"/>
                    <a:pt x="82171" y="81971"/>
                  </a:cubicBezTo>
                  <a:cubicBezTo>
                    <a:pt x="98090" y="66143"/>
                    <a:pt x="119798" y="57150"/>
                    <a:pt x="142230" y="57150"/>
                  </a:cubicBezTo>
                  <a:close/>
                  <a:moveTo>
                    <a:pt x="132172" y="0"/>
                  </a:moveTo>
                  <a:lnTo>
                    <a:pt x="152738" y="0"/>
                  </a:lnTo>
                  <a:cubicBezTo>
                    <a:pt x="158871" y="0"/>
                    <a:pt x="163922" y="5048"/>
                    <a:pt x="163922" y="11178"/>
                  </a:cubicBezTo>
                  <a:lnTo>
                    <a:pt x="163922" y="26321"/>
                  </a:lnTo>
                  <a:cubicBezTo>
                    <a:pt x="170056" y="27403"/>
                    <a:pt x="175829" y="28845"/>
                    <a:pt x="181962" y="31009"/>
                  </a:cubicBezTo>
                  <a:lnTo>
                    <a:pt x="189178" y="18028"/>
                  </a:lnTo>
                  <a:cubicBezTo>
                    <a:pt x="190621" y="15504"/>
                    <a:pt x="193147" y="13702"/>
                    <a:pt x="196033" y="12980"/>
                  </a:cubicBezTo>
                  <a:cubicBezTo>
                    <a:pt x="198920" y="12259"/>
                    <a:pt x="202167" y="12620"/>
                    <a:pt x="204692" y="14062"/>
                  </a:cubicBezTo>
                  <a:lnTo>
                    <a:pt x="222371" y="24519"/>
                  </a:lnTo>
                  <a:cubicBezTo>
                    <a:pt x="228144" y="27403"/>
                    <a:pt x="229587" y="34254"/>
                    <a:pt x="226701" y="39662"/>
                  </a:cubicBezTo>
                  <a:lnTo>
                    <a:pt x="219124" y="52643"/>
                  </a:lnTo>
                  <a:cubicBezTo>
                    <a:pt x="224175" y="56609"/>
                    <a:pt x="228144" y="60936"/>
                    <a:pt x="232474" y="65623"/>
                  </a:cubicBezTo>
                  <a:lnTo>
                    <a:pt x="245102" y="58412"/>
                  </a:lnTo>
                  <a:cubicBezTo>
                    <a:pt x="247988" y="56970"/>
                    <a:pt x="250874" y="56249"/>
                    <a:pt x="253761" y="56970"/>
                  </a:cubicBezTo>
                  <a:cubicBezTo>
                    <a:pt x="256647" y="57691"/>
                    <a:pt x="259173" y="59854"/>
                    <a:pt x="260616" y="62378"/>
                  </a:cubicBezTo>
                  <a:lnTo>
                    <a:pt x="271079" y="80407"/>
                  </a:lnTo>
                  <a:cubicBezTo>
                    <a:pt x="273965" y="85455"/>
                    <a:pt x="272161" y="92305"/>
                    <a:pt x="266749" y="95550"/>
                  </a:cubicBezTo>
                  <a:lnTo>
                    <a:pt x="254122" y="103122"/>
                  </a:lnTo>
                  <a:cubicBezTo>
                    <a:pt x="255926" y="108891"/>
                    <a:pt x="257729" y="114661"/>
                    <a:pt x="258812" y="121151"/>
                  </a:cubicBezTo>
                  <a:lnTo>
                    <a:pt x="273605" y="121151"/>
                  </a:lnTo>
                  <a:cubicBezTo>
                    <a:pt x="279738" y="121151"/>
                    <a:pt x="284789" y="125838"/>
                    <a:pt x="284789" y="132328"/>
                  </a:cubicBezTo>
                  <a:lnTo>
                    <a:pt x="284789" y="152881"/>
                  </a:lnTo>
                  <a:cubicBezTo>
                    <a:pt x="284789" y="159010"/>
                    <a:pt x="279738" y="164058"/>
                    <a:pt x="273605" y="164058"/>
                  </a:cubicBezTo>
                  <a:lnTo>
                    <a:pt x="258812" y="164058"/>
                  </a:lnTo>
                  <a:cubicBezTo>
                    <a:pt x="257729" y="170188"/>
                    <a:pt x="255926" y="175957"/>
                    <a:pt x="254122" y="182087"/>
                  </a:cubicBezTo>
                  <a:lnTo>
                    <a:pt x="266749" y="189298"/>
                  </a:lnTo>
                  <a:cubicBezTo>
                    <a:pt x="272161" y="192543"/>
                    <a:pt x="273965" y="199394"/>
                    <a:pt x="271079" y="204803"/>
                  </a:cubicBezTo>
                  <a:lnTo>
                    <a:pt x="260616" y="222470"/>
                  </a:lnTo>
                  <a:cubicBezTo>
                    <a:pt x="259173" y="224994"/>
                    <a:pt x="256647" y="227158"/>
                    <a:pt x="253761" y="227879"/>
                  </a:cubicBezTo>
                  <a:cubicBezTo>
                    <a:pt x="252678" y="228239"/>
                    <a:pt x="251957" y="228239"/>
                    <a:pt x="250874" y="228239"/>
                  </a:cubicBezTo>
                  <a:cubicBezTo>
                    <a:pt x="249070" y="228239"/>
                    <a:pt x="246906" y="227879"/>
                    <a:pt x="245102" y="226797"/>
                  </a:cubicBezTo>
                  <a:lnTo>
                    <a:pt x="232474" y="219225"/>
                  </a:lnTo>
                  <a:cubicBezTo>
                    <a:pt x="230309" y="221389"/>
                    <a:pt x="228144" y="223913"/>
                    <a:pt x="225979" y="226076"/>
                  </a:cubicBezTo>
                  <a:cubicBezTo>
                    <a:pt x="224536" y="227879"/>
                    <a:pt x="221650" y="227879"/>
                    <a:pt x="219846" y="226076"/>
                  </a:cubicBezTo>
                  <a:cubicBezTo>
                    <a:pt x="218403" y="224273"/>
                    <a:pt x="218403" y="221389"/>
                    <a:pt x="219846" y="219946"/>
                  </a:cubicBezTo>
                  <a:cubicBezTo>
                    <a:pt x="222732" y="217062"/>
                    <a:pt x="225619" y="214177"/>
                    <a:pt x="228144" y="210932"/>
                  </a:cubicBezTo>
                  <a:cubicBezTo>
                    <a:pt x="229227" y="209490"/>
                    <a:pt x="231752" y="208769"/>
                    <a:pt x="233556" y="209851"/>
                  </a:cubicBezTo>
                  <a:lnTo>
                    <a:pt x="249792" y="219225"/>
                  </a:lnTo>
                  <a:cubicBezTo>
                    <a:pt x="250514" y="219586"/>
                    <a:pt x="250874" y="219586"/>
                    <a:pt x="251596" y="219586"/>
                  </a:cubicBezTo>
                  <a:cubicBezTo>
                    <a:pt x="252318" y="219586"/>
                    <a:pt x="252678" y="219225"/>
                    <a:pt x="253039" y="218504"/>
                  </a:cubicBezTo>
                  <a:lnTo>
                    <a:pt x="263502" y="200476"/>
                  </a:lnTo>
                  <a:cubicBezTo>
                    <a:pt x="264224" y="199033"/>
                    <a:pt x="263863" y="197591"/>
                    <a:pt x="262420" y="196870"/>
                  </a:cubicBezTo>
                  <a:lnTo>
                    <a:pt x="246545" y="187856"/>
                  </a:lnTo>
                  <a:cubicBezTo>
                    <a:pt x="244741" y="186414"/>
                    <a:pt x="243658" y="184250"/>
                    <a:pt x="244741" y="182087"/>
                  </a:cubicBezTo>
                  <a:cubicBezTo>
                    <a:pt x="247627" y="174875"/>
                    <a:pt x="249792" y="166943"/>
                    <a:pt x="250874" y="159010"/>
                  </a:cubicBezTo>
                  <a:cubicBezTo>
                    <a:pt x="251235" y="156847"/>
                    <a:pt x="252678" y="155405"/>
                    <a:pt x="255204" y="155405"/>
                  </a:cubicBezTo>
                  <a:lnTo>
                    <a:pt x="273605" y="155405"/>
                  </a:lnTo>
                  <a:cubicBezTo>
                    <a:pt x="275048" y="155405"/>
                    <a:pt x="276130" y="154323"/>
                    <a:pt x="276130" y="152881"/>
                  </a:cubicBezTo>
                  <a:lnTo>
                    <a:pt x="276130" y="132328"/>
                  </a:lnTo>
                  <a:cubicBezTo>
                    <a:pt x="276130" y="130526"/>
                    <a:pt x="275048" y="129444"/>
                    <a:pt x="273605" y="129444"/>
                  </a:cubicBezTo>
                  <a:lnTo>
                    <a:pt x="255204" y="129444"/>
                  </a:lnTo>
                  <a:cubicBezTo>
                    <a:pt x="252678" y="129444"/>
                    <a:pt x="251235" y="128002"/>
                    <a:pt x="250874" y="125838"/>
                  </a:cubicBezTo>
                  <a:cubicBezTo>
                    <a:pt x="249792" y="117906"/>
                    <a:pt x="247627" y="110334"/>
                    <a:pt x="244741" y="102762"/>
                  </a:cubicBezTo>
                  <a:cubicBezTo>
                    <a:pt x="243658" y="100598"/>
                    <a:pt x="244741" y="98435"/>
                    <a:pt x="246545" y="97353"/>
                  </a:cubicBezTo>
                  <a:lnTo>
                    <a:pt x="262420" y="88339"/>
                  </a:lnTo>
                  <a:cubicBezTo>
                    <a:pt x="263863" y="87257"/>
                    <a:pt x="264224" y="85815"/>
                    <a:pt x="263502" y="84733"/>
                  </a:cubicBezTo>
                  <a:lnTo>
                    <a:pt x="253039" y="66705"/>
                  </a:lnTo>
                  <a:cubicBezTo>
                    <a:pt x="252678" y="66344"/>
                    <a:pt x="252318" y="65623"/>
                    <a:pt x="251596" y="65623"/>
                  </a:cubicBezTo>
                  <a:cubicBezTo>
                    <a:pt x="250874" y="65263"/>
                    <a:pt x="250514" y="65263"/>
                    <a:pt x="249792" y="65623"/>
                  </a:cubicBezTo>
                  <a:lnTo>
                    <a:pt x="233556" y="74998"/>
                  </a:lnTo>
                  <a:cubicBezTo>
                    <a:pt x="231752" y="76080"/>
                    <a:pt x="229227" y="75719"/>
                    <a:pt x="228144" y="73916"/>
                  </a:cubicBezTo>
                  <a:cubicBezTo>
                    <a:pt x="223093" y="67426"/>
                    <a:pt x="217320" y="62018"/>
                    <a:pt x="210826" y="56970"/>
                  </a:cubicBezTo>
                  <a:cubicBezTo>
                    <a:pt x="209383" y="55888"/>
                    <a:pt x="208661" y="53364"/>
                    <a:pt x="210104" y="51561"/>
                  </a:cubicBezTo>
                  <a:lnTo>
                    <a:pt x="219124" y="35336"/>
                  </a:lnTo>
                  <a:cubicBezTo>
                    <a:pt x="219846" y="34254"/>
                    <a:pt x="219485" y="32451"/>
                    <a:pt x="218403" y="31730"/>
                  </a:cubicBezTo>
                  <a:lnTo>
                    <a:pt x="200363" y="21273"/>
                  </a:lnTo>
                  <a:cubicBezTo>
                    <a:pt x="199641" y="20913"/>
                    <a:pt x="198920" y="20913"/>
                    <a:pt x="198559" y="21273"/>
                  </a:cubicBezTo>
                  <a:cubicBezTo>
                    <a:pt x="197837" y="21273"/>
                    <a:pt x="197116" y="21995"/>
                    <a:pt x="196755" y="22716"/>
                  </a:cubicBezTo>
                  <a:lnTo>
                    <a:pt x="187735" y="38581"/>
                  </a:lnTo>
                  <a:cubicBezTo>
                    <a:pt x="186653" y="40384"/>
                    <a:pt x="184127" y="41105"/>
                    <a:pt x="182323" y="40384"/>
                  </a:cubicBezTo>
                  <a:cubicBezTo>
                    <a:pt x="174746" y="37499"/>
                    <a:pt x="166809" y="35336"/>
                    <a:pt x="158871" y="34254"/>
                  </a:cubicBezTo>
                  <a:cubicBezTo>
                    <a:pt x="156707" y="33893"/>
                    <a:pt x="155263" y="32091"/>
                    <a:pt x="155263" y="29927"/>
                  </a:cubicBezTo>
                  <a:lnTo>
                    <a:pt x="155263" y="11178"/>
                  </a:lnTo>
                  <a:cubicBezTo>
                    <a:pt x="155263" y="9735"/>
                    <a:pt x="154181" y="8654"/>
                    <a:pt x="152738" y="8654"/>
                  </a:cubicBezTo>
                  <a:lnTo>
                    <a:pt x="132172" y="8654"/>
                  </a:lnTo>
                  <a:cubicBezTo>
                    <a:pt x="130729" y="8654"/>
                    <a:pt x="129647" y="9735"/>
                    <a:pt x="129647" y="11178"/>
                  </a:cubicBezTo>
                  <a:lnTo>
                    <a:pt x="129647" y="29927"/>
                  </a:lnTo>
                  <a:cubicBezTo>
                    <a:pt x="129647" y="32091"/>
                    <a:pt x="127843" y="33893"/>
                    <a:pt x="125678" y="34254"/>
                  </a:cubicBezTo>
                  <a:cubicBezTo>
                    <a:pt x="117741" y="35336"/>
                    <a:pt x="110164" y="37499"/>
                    <a:pt x="102587" y="40384"/>
                  </a:cubicBezTo>
                  <a:cubicBezTo>
                    <a:pt x="100783" y="41105"/>
                    <a:pt x="98258" y="40384"/>
                    <a:pt x="97536" y="38581"/>
                  </a:cubicBezTo>
                  <a:lnTo>
                    <a:pt x="87794" y="22716"/>
                  </a:lnTo>
                  <a:cubicBezTo>
                    <a:pt x="87434" y="21273"/>
                    <a:pt x="85630" y="20913"/>
                    <a:pt x="84186" y="21273"/>
                  </a:cubicBezTo>
                  <a:lnTo>
                    <a:pt x="66507" y="31730"/>
                  </a:lnTo>
                  <a:cubicBezTo>
                    <a:pt x="65425" y="32451"/>
                    <a:pt x="65064" y="34254"/>
                    <a:pt x="65425" y="35336"/>
                  </a:cubicBezTo>
                  <a:lnTo>
                    <a:pt x="74806" y="51561"/>
                  </a:lnTo>
                  <a:cubicBezTo>
                    <a:pt x="75888" y="53364"/>
                    <a:pt x="75527" y="55888"/>
                    <a:pt x="73723" y="56970"/>
                  </a:cubicBezTo>
                  <a:cubicBezTo>
                    <a:pt x="70476" y="59494"/>
                    <a:pt x="67590" y="62018"/>
                    <a:pt x="65064" y="64902"/>
                  </a:cubicBezTo>
                  <a:cubicBezTo>
                    <a:pt x="63260" y="66705"/>
                    <a:pt x="60374" y="66705"/>
                    <a:pt x="58570" y="64902"/>
                  </a:cubicBezTo>
                  <a:cubicBezTo>
                    <a:pt x="57127" y="63460"/>
                    <a:pt x="57127" y="60575"/>
                    <a:pt x="58570" y="59133"/>
                  </a:cubicBezTo>
                  <a:cubicBezTo>
                    <a:pt x="60735" y="56970"/>
                    <a:pt x="63260" y="54806"/>
                    <a:pt x="65425" y="52643"/>
                  </a:cubicBezTo>
                  <a:lnTo>
                    <a:pt x="58209" y="39662"/>
                  </a:lnTo>
                  <a:cubicBezTo>
                    <a:pt x="54962" y="34254"/>
                    <a:pt x="56766" y="27403"/>
                    <a:pt x="62178" y="24519"/>
                  </a:cubicBezTo>
                  <a:lnTo>
                    <a:pt x="80218" y="14062"/>
                  </a:lnTo>
                  <a:cubicBezTo>
                    <a:pt x="85630" y="10817"/>
                    <a:pt x="92485" y="12620"/>
                    <a:pt x="95371" y="18028"/>
                  </a:cubicBezTo>
                  <a:lnTo>
                    <a:pt x="102948" y="31009"/>
                  </a:lnTo>
                  <a:cubicBezTo>
                    <a:pt x="108721" y="28845"/>
                    <a:pt x="114854" y="27403"/>
                    <a:pt x="120627" y="26321"/>
                  </a:cubicBezTo>
                  <a:lnTo>
                    <a:pt x="120627" y="11178"/>
                  </a:lnTo>
                  <a:cubicBezTo>
                    <a:pt x="120627" y="5048"/>
                    <a:pt x="126039" y="0"/>
                    <a:pt x="1321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sz="1350" b="1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ubtitle 2">
              <a:extLst>
                <a:ext uri="{FF2B5EF4-FFF2-40B4-BE49-F238E27FC236}">
                  <a16:creationId xmlns="" xmlns:a16="http://schemas.microsoft.com/office/drawing/2014/main" id="{03D2E0DE-52BC-0F43-B03A-57A33966A378}"/>
                </a:ext>
              </a:extLst>
            </p:cNvPr>
            <p:cNvSpPr txBox="1">
              <a:spLocks/>
            </p:cNvSpPr>
            <p:nvPr/>
          </p:nvSpPr>
          <p:spPr>
            <a:xfrm>
              <a:off x="4279400" y="3398138"/>
              <a:ext cx="1991093" cy="268449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mpssdi@mp.gov.in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CBC00220-8B90-5C41-8CD7-F1496A8EDB28}"/>
                </a:ext>
              </a:extLst>
            </p:cNvPr>
            <p:cNvSpPr txBox="1"/>
            <p:nvPr/>
          </p:nvSpPr>
          <p:spPr>
            <a:xfrm>
              <a:off x="4290592" y="2833483"/>
              <a:ext cx="1143689" cy="30777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CONTACT</a:t>
              </a:r>
            </a:p>
          </p:txBody>
        </p:sp>
        <p:sp>
          <p:nvSpPr>
            <p:cNvPr id="25" name="Subtitle 2">
              <a:extLst>
                <a:ext uri="{FF2B5EF4-FFF2-40B4-BE49-F238E27FC236}">
                  <a16:creationId xmlns="" xmlns:a16="http://schemas.microsoft.com/office/drawing/2014/main" id="{C4EEA0E6-6591-A344-B182-F6ADBDE3D895}"/>
                </a:ext>
              </a:extLst>
            </p:cNvPr>
            <p:cNvSpPr txBox="1">
              <a:spLocks/>
            </p:cNvSpPr>
            <p:nvPr/>
          </p:nvSpPr>
          <p:spPr>
            <a:xfrm>
              <a:off x="4269493" y="3127177"/>
              <a:ext cx="3226640" cy="251137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IN" sz="1800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+</a:t>
              </a:r>
              <a:r>
                <a:rPr lang="en-IN" sz="2100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91 755 2518300, +91 755 2518500</a:t>
              </a:r>
              <a:endParaRPr lang="en-US" sz="18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421FDF5-9CD6-12AA-2E02-DD073ADA8B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3999" y="514203"/>
            <a:ext cx="1770885" cy="13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4553</TotalTime>
  <Words>128</Words>
  <Application>Microsoft Office PowerPoint</Application>
  <PresentationFormat>Custom</PresentationFormat>
  <Paragraphs>30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Times New Roman</vt:lpstr>
      <vt:lpstr>Poppins</vt:lpstr>
      <vt:lpstr>Mukta ExtraLight</vt:lpstr>
      <vt:lpstr>Berlin Sans FB</vt:lpstr>
      <vt:lpstr>Wingdings</vt:lpstr>
      <vt:lpstr>Arial</vt:lpstr>
      <vt:lpstr>Microsoft Sans Serif</vt:lpstr>
      <vt:lpstr>League Spartan</vt:lpstr>
      <vt:lpstr>Open Sans Light</vt:lpstr>
      <vt:lpstr>Calibri</vt:lpstr>
      <vt:lpstr>Lato Light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dc:creator>Asus</dc:creator>
  <cp:lastModifiedBy>hp</cp:lastModifiedBy>
  <cp:revision>56</cp:revision>
  <dcterms:created xsi:type="dcterms:W3CDTF">2006-08-16T00:00:00Z</dcterms:created>
  <dcterms:modified xsi:type="dcterms:W3CDTF">2025-08-13T07:35:53Z</dcterms:modified>
  <dc:identifier>DAF3hG6i12M</dc:identifier>
</cp:coreProperties>
</file>