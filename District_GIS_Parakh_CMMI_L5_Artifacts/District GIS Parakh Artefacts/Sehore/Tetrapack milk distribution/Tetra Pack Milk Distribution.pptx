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D5321-B370-443B-AB28-590FF5ADED1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57826-A484-4433-A4A8-E2B234AE3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0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F2807-927D-4930-950F-E44328B4C6E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500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AA931-3469-4A7B-865D-241B4E7DD99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1810-1166-4988-840D-D804E071B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AA931-3469-4A7B-865D-241B4E7DD99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1810-1166-4988-840D-D804E071B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3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AA931-3469-4A7B-865D-241B4E7DD99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1810-1166-4988-840D-D804E071B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9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AA931-3469-4A7B-865D-241B4E7DD99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1810-1166-4988-840D-D804E071B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1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AA931-3469-4A7B-865D-241B4E7DD99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1810-1166-4988-840D-D804E071B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32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AA931-3469-4A7B-865D-241B4E7DD99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1810-1166-4988-840D-D804E071B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24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AA931-3469-4A7B-865D-241B4E7DD99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1810-1166-4988-840D-D804E071B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69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AA931-3469-4A7B-865D-241B4E7DD99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1810-1166-4988-840D-D804E071B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2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AA931-3469-4A7B-865D-241B4E7DD99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1810-1166-4988-840D-D804E071B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9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AA931-3469-4A7B-865D-241B4E7DD99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1810-1166-4988-840D-D804E071B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07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AA931-3469-4A7B-865D-241B4E7DD99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61810-1166-4988-840D-D804E071B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0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AA931-3469-4A7B-865D-241B4E7DD99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61810-1166-4988-840D-D804E071B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3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665B44B-47F0-119D-002B-62D820A117AA}"/>
              </a:ext>
            </a:extLst>
          </p:cNvPr>
          <p:cNvSpPr txBox="1"/>
          <p:nvPr/>
        </p:nvSpPr>
        <p:spPr>
          <a:xfrm>
            <a:off x="2281406" y="156734"/>
            <a:ext cx="7521392" cy="189789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933" b="1" spc="-97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Tetra Pack Milk Distribution Application </a:t>
            </a:r>
            <a:endParaRPr lang="en-US" sz="2933" b="1" spc="-97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400" b="1" spc="-97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Sehore</a:t>
            </a:r>
            <a:r>
              <a:rPr lang="en-IN" sz="2400" b="1" spc="-97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District </a:t>
            </a:r>
            <a:r>
              <a:rPr lang="en-IN" sz="2400" b="1" spc="-97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Collectorate</a:t>
            </a:r>
            <a:r>
              <a:rPr lang="en-IN" sz="2400" b="1" spc="-97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MP</a:t>
            </a:r>
          </a:p>
          <a:p>
            <a:endParaRPr lang="en-IN" sz="1200" b="1" spc="-97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200" b="1" spc="-97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400" b="1" spc="-97" dirty="0">
                <a:solidFill>
                  <a:srgbClr val="00B8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 &amp; Usage</a:t>
            </a:r>
            <a:endParaRPr lang="en-US" sz="2400" b="1" spc="-97" dirty="0">
              <a:solidFill>
                <a:srgbClr val="00B8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1" spc="-97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C227EDEC-7DF9-9D3A-6B7C-0AB9CDAB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87" y="6543414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20A7975-C858-A922-2266-8056245CE6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0" t="4720" r="64769"/>
          <a:stretch/>
        </p:blipFill>
        <p:spPr>
          <a:xfrm>
            <a:off x="10811934" y="2170085"/>
            <a:ext cx="1123575" cy="1972293"/>
          </a:xfrm>
          <a:prstGeom prst="rect">
            <a:avLst/>
          </a:prstGeom>
          <a:effectLst>
            <a:glow rad="127000">
              <a:schemeClr val="accent1"/>
            </a:glow>
          </a:effectLst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xmlns="" id="{B107EC03-078C-F02F-DF97-1849371630E1}"/>
              </a:ext>
            </a:extLst>
          </p:cNvPr>
          <p:cNvSpPr txBox="1"/>
          <p:nvPr/>
        </p:nvSpPr>
        <p:spPr>
          <a:xfrm>
            <a:off x="148772" y="2170085"/>
            <a:ext cx="10685483" cy="4042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815" indent="-304815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867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Parakh’s</a:t>
            </a: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framework </a:t>
            </a:r>
            <a: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is </a:t>
            </a: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proposed to build solution for </a:t>
            </a:r>
            <a: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Tetra Pack Milk Distribution </a:t>
            </a: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Application for </a:t>
            </a:r>
            <a:r>
              <a:rPr lang="en-US" sz="1867" dirty="0" err="1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Sehore</a:t>
            </a:r>
            <a: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district</a:t>
            </a: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using Vision AI.</a:t>
            </a: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/>
            </a:r>
            <a:b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pPr marL="304815" indent="-304815" algn="just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Tetra Pack Milk Distribution </a:t>
            </a: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application will enable </a:t>
            </a:r>
          </a:p>
          <a:p>
            <a:pPr marL="1257300" lvl="2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867" dirty="0" smtClean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257300" lvl="2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Objective: Increase Transparency, Log analysis, Automated Report generation, Continuous Monitoring, Improvement and Continuous </a:t>
            </a:r>
            <a: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Delivery, and Log Popular Milk </a:t>
            </a:r>
            <a:r>
              <a:rPr lang="en-US" sz="1867" dirty="0" err="1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Flavour</a:t>
            </a:r>
            <a: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Variant. </a:t>
            </a:r>
            <a:endParaRPr lang="en-US" sz="1867" dirty="0" smtClean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lvl="2">
              <a:spcBef>
                <a:spcPts val="400"/>
              </a:spcBef>
            </a:pPr>
            <a:endParaRPr lang="en-US" sz="1867" dirty="0" smtClean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257300" lvl="2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The POC for </a:t>
            </a: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Anganwadi, </a:t>
            </a:r>
            <a: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School shall distribute Tetra Milk packs to specified Schools and  </a:t>
            </a:r>
            <a:r>
              <a:rPr lang="en-US" sz="1867" dirty="0" err="1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Anganwadi</a:t>
            </a:r>
            <a: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. Vision AI capture Student group photo evidence for Head count verification</a:t>
            </a:r>
            <a:r>
              <a:rPr lang="en-US" sz="1867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and can also capture Tetra Milk Packet Photo, Count and Date and get it verified by Vision AI.</a:t>
            </a:r>
            <a:b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endParaRPr lang="en-US" sz="1867" dirty="0" smtClean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257300" lvl="2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67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The Administrative workflow model describes complete end-to-end flow for this application. </a:t>
            </a:r>
            <a:endParaRPr lang="en-US" sz="1867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9DBEE969-09DC-3C70-196B-4A4A898962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7621" y="4283933"/>
            <a:ext cx="1114523" cy="20096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Freeform 7">
            <a:extLst>
              <a:ext uri="{FF2B5EF4-FFF2-40B4-BE49-F238E27FC236}">
                <a16:creationId xmlns:lc="http://schemas.openxmlformats.org/drawingml/2006/lockedCanvas" xmlns="" xmlns:a16="http://schemas.microsoft.com/office/drawing/2014/main" id="{44DDC9D1-4037-F29B-4B1E-68ABD6A023F9}"/>
              </a:ext>
            </a:extLst>
          </p:cNvPr>
          <p:cNvSpPr/>
          <p:nvPr/>
        </p:nvSpPr>
        <p:spPr>
          <a:xfrm>
            <a:off x="10668000" y="108152"/>
            <a:ext cx="1366802" cy="99752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lc="http://schemas.openxmlformats.org/drawingml/2006/lockedCanvas" xmlns:a16="http://schemas.microsoft.com/office/drawing/2014/main" xmlns="" id="{DF82BD2D-37E7-8100-3639-E02E95809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772" y="216840"/>
            <a:ext cx="1883236" cy="62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214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7">
            <a:extLst>
              <a:ext uri="{FF2B5EF4-FFF2-40B4-BE49-F238E27FC236}">
                <a16:creationId xmlns:a16="http://schemas.microsoft.com/office/drawing/2014/main" xmlns="" id="{4D214E1C-D7A9-FAE3-FA30-57E6058AE2D7}"/>
              </a:ext>
            </a:extLst>
          </p:cNvPr>
          <p:cNvSpPr txBox="1"/>
          <p:nvPr/>
        </p:nvSpPr>
        <p:spPr>
          <a:xfrm>
            <a:off x="539052" y="1201454"/>
            <a:ext cx="10622075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b="1" u="sng" spc="200" dirty="0" smtClean="0">
                <a:solidFill>
                  <a:schemeClr val="tx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Tetra Pack Milk Distribution Administrative Steps</a:t>
            </a:r>
            <a:endParaRPr lang="en-US" b="1" u="sng" spc="200" dirty="0">
              <a:solidFill>
                <a:schemeClr val="tx2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6" name="Slide Number Placeholder 1">
            <a:extLst>
              <a:ext uri="{FF2B5EF4-FFF2-40B4-BE49-F238E27FC236}">
                <a16:creationId xmlns:a16="http://schemas.microsoft.com/office/drawing/2014/main" xmlns="" id="{27EEEB92-4E02-DE77-80D8-27761CFB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78196" y="97658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lc="http://schemas.openxmlformats.org/drawingml/2006/lockedCanvas" xmlns="" xmlns:a16="http://schemas.microsoft.com/office/drawing/2014/main" id="{44DDC9D1-4037-F29B-4B1E-68ABD6A023F9}"/>
              </a:ext>
            </a:extLst>
          </p:cNvPr>
          <p:cNvSpPr/>
          <p:nvPr/>
        </p:nvSpPr>
        <p:spPr>
          <a:xfrm>
            <a:off x="10668000" y="108152"/>
            <a:ext cx="1366802" cy="99752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63643" y="1863056"/>
            <a:ext cx="10976091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/>
              <a:t>Initiation</a:t>
            </a:r>
            <a:r>
              <a:rPr lang="en-US" dirty="0" smtClean="0"/>
              <a:t>: </a:t>
            </a:r>
            <a:r>
              <a:rPr lang="en-US" dirty="0" err="1" smtClean="0"/>
              <a:t>Tetrapack</a:t>
            </a:r>
            <a:r>
              <a:rPr lang="en-US" dirty="0" smtClean="0"/>
              <a:t> milk distribution planned for 5 schools and 5 </a:t>
            </a:r>
            <a:r>
              <a:rPr lang="en-US" dirty="0" err="1" smtClean="0"/>
              <a:t>Anganwadis</a:t>
            </a:r>
            <a:r>
              <a:rPr lang="en-US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/>
              <a:t>Objective</a:t>
            </a:r>
            <a:r>
              <a:rPr lang="en-US" dirty="0" smtClean="0"/>
              <a:t>: Increase transparency, log analysis, and monitor delivery.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/>
              <a:t>Database Creation</a:t>
            </a:r>
            <a:r>
              <a:rPr lang="en-US" dirty="0" smtClean="0"/>
              <a:t>: Student database records fetched from respective School or </a:t>
            </a:r>
            <a:r>
              <a:rPr lang="en-US" dirty="0" err="1" smtClean="0"/>
              <a:t>Anganwadi</a:t>
            </a:r>
            <a:r>
              <a:rPr lang="en-US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/>
              <a:t>Teacher Distribution</a:t>
            </a:r>
            <a:r>
              <a:rPr lang="en-US" dirty="0" smtClean="0"/>
              <a:t>: Teachers distribute milk, capture IDs and group photographic images.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/>
              <a:t>Teacher Capture Group Picture of Students</a:t>
            </a:r>
            <a:r>
              <a:rPr lang="en-US" dirty="0" smtClean="0"/>
              <a:t>: Student headcount via image / Verification by Vision AI.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/>
              <a:t>Evidence Collection</a:t>
            </a:r>
            <a:r>
              <a:rPr lang="en-US" dirty="0" smtClean="0"/>
              <a:t>: Photos of milk tetra pack, group student photos, and disposal records (including garbage and wastage).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/>
              <a:t>Variety &amp; Feedback</a:t>
            </a:r>
            <a:r>
              <a:rPr lang="en-US" dirty="0" smtClean="0"/>
              <a:t>: Track distribution of 5 </a:t>
            </a:r>
            <a:r>
              <a:rPr lang="en-US" dirty="0" err="1" smtClean="0"/>
              <a:t>flavours</a:t>
            </a:r>
            <a:r>
              <a:rPr lang="en-US" dirty="0" smtClean="0"/>
              <a:t>; log popular variants.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/>
              <a:t>Data Analytics</a:t>
            </a:r>
            <a:r>
              <a:rPr lang="en-US" dirty="0" smtClean="0"/>
              <a:t>: Count packs, sync group photos, collect data for analysis, use Vision AI for headcount verification.</a:t>
            </a:r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lc="http://schemas.openxmlformats.org/drawingml/2006/lockedCanvas" xmlns:a16="http://schemas.microsoft.com/office/drawing/2014/main" xmlns="" id="{DF82BD2D-37E7-8100-3639-E02E95809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72" y="193181"/>
            <a:ext cx="1883236" cy="62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53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7">
            <a:extLst>
              <a:ext uri="{FF2B5EF4-FFF2-40B4-BE49-F238E27FC236}">
                <a16:creationId xmlns:a16="http://schemas.microsoft.com/office/drawing/2014/main" xmlns="" id="{4D214E1C-D7A9-FAE3-FA30-57E6058AE2D7}"/>
              </a:ext>
            </a:extLst>
          </p:cNvPr>
          <p:cNvSpPr txBox="1"/>
          <p:nvPr/>
        </p:nvSpPr>
        <p:spPr>
          <a:xfrm>
            <a:off x="518328" y="1027118"/>
            <a:ext cx="10622075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b="1" u="sng" spc="200" dirty="0" smtClean="0">
                <a:solidFill>
                  <a:schemeClr val="tx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Tetra Pack Milk Distribution Administrative Workflow </a:t>
            </a:r>
            <a:endParaRPr lang="en-US" b="1" u="sng" spc="200" dirty="0">
              <a:solidFill>
                <a:schemeClr val="tx2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6" name="Slide Number Placeholder 1">
            <a:extLst>
              <a:ext uri="{FF2B5EF4-FFF2-40B4-BE49-F238E27FC236}">
                <a16:creationId xmlns:a16="http://schemas.microsoft.com/office/drawing/2014/main" xmlns="" id="{27EEEB92-4E02-DE77-80D8-27761CFB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78196" y="97658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lc="http://schemas.openxmlformats.org/drawingml/2006/lockedCanvas" xmlns="" xmlns:a16="http://schemas.microsoft.com/office/drawing/2014/main" id="{44DDC9D1-4037-F29B-4B1E-68ABD6A023F9}"/>
              </a:ext>
            </a:extLst>
          </p:cNvPr>
          <p:cNvSpPr/>
          <p:nvPr/>
        </p:nvSpPr>
        <p:spPr>
          <a:xfrm>
            <a:off x="10677236" y="108152"/>
            <a:ext cx="1366802" cy="99752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0" name="Picture 49">
            <a:extLst>
              <a:ext uri="{FF2B5EF4-FFF2-40B4-BE49-F238E27FC236}">
                <a16:creationId xmlns:lc="http://schemas.openxmlformats.org/drawingml/2006/lockedCanvas" xmlns:a16="http://schemas.microsoft.com/office/drawing/2014/main" xmlns="" id="{DF82BD2D-37E7-8100-3639-E02E95809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72" y="108152"/>
            <a:ext cx="1883236" cy="62367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27" y="1745816"/>
            <a:ext cx="9142909" cy="495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57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176</Words>
  <Application>Microsoft Office PowerPoint</Application>
  <PresentationFormat>Widescreen</PresentationFormat>
  <Paragraphs>26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Microsoft Sans Serif</vt:lpstr>
      <vt:lpstr>Poppins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8</cp:revision>
  <dcterms:created xsi:type="dcterms:W3CDTF">2025-09-10T10:03:49Z</dcterms:created>
  <dcterms:modified xsi:type="dcterms:W3CDTF">2025-09-11T12:52:17Z</dcterms:modified>
</cp:coreProperties>
</file>