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6"/>
  </p:notesMasterIdLst>
  <p:sldIdLst>
    <p:sldId id="3307" r:id="rId3"/>
    <p:sldId id="2147376640" r:id="rId4"/>
    <p:sldId id="2147376644" r:id="rId5"/>
    <p:sldId id="2147376615" r:id="rId6"/>
    <p:sldId id="2147376728" r:id="rId7"/>
    <p:sldId id="2147376729" r:id="rId8"/>
    <p:sldId id="2147375289" r:id="rId9"/>
    <p:sldId id="2147376707" r:id="rId10"/>
    <p:sldId id="2147376708" r:id="rId11"/>
    <p:sldId id="2147376709" r:id="rId12"/>
    <p:sldId id="2147376710" r:id="rId13"/>
    <p:sldId id="2147376711" r:id="rId14"/>
    <p:sldId id="2147376712" r:id="rId15"/>
    <p:sldId id="2147376713" r:id="rId16"/>
    <p:sldId id="2147376697" r:id="rId17"/>
    <p:sldId id="2147376699" r:id="rId18"/>
    <p:sldId id="2147376718" r:id="rId19"/>
    <p:sldId id="2147376717" r:id="rId20"/>
    <p:sldId id="2147376700" r:id="rId21"/>
    <p:sldId id="2147376701" r:id="rId22"/>
    <p:sldId id="2147376702" r:id="rId23"/>
    <p:sldId id="2147376703" r:id="rId24"/>
    <p:sldId id="2147376704" r:id="rId25"/>
    <p:sldId id="2147376705" r:id="rId26"/>
    <p:sldId id="2147376719" r:id="rId27"/>
    <p:sldId id="2147376720" r:id="rId28"/>
    <p:sldId id="2147376721" r:id="rId29"/>
    <p:sldId id="2147376722" r:id="rId30"/>
    <p:sldId id="2147376723" r:id="rId31"/>
    <p:sldId id="2147376724" r:id="rId32"/>
    <p:sldId id="2147376725" r:id="rId33"/>
    <p:sldId id="2147376726" r:id="rId34"/>
    <p:sldId id="2147376727" r:id="rId35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59CB32-C763-118E-E290-71DB853B04DB}" name="Ashwani Mishra" initials="AM" userId="S::Ashwani.Mishra@in.ey.com::15d57bc9-d3a4-4ee8-885b-38ce2f0c857c" providerId="AD"/>
  <p188:author id="{33EB0DC6-B965-787E-5A9E-C2499ACE921B}" name="MD MP JAL NIGAM" initials="MM" userId="7d55715244b9c69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9C3"/>
    <a:srgbClr val="7B1D20"/>
    <a:srgbClr val="D93A34"/>
    <a:srgbClr val="4472C4"/>
    <a:srgbClr val="4F91E9"/>
    <a:srgbClr val="D7F2F3"/>
    <a:srgbClr val="DAEEF0"/>
    <a:srgbClr val="CEFCFC"/>
    <a:srgbClr val="D5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2FE43-A2E4-4662-901D-7BCBD83037EA}" v="48" dt="2025-04-08T06:58:21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ani Mishra" userId="15d57bc9-d3a4-4ee8-885b-38ce2f0c857c" providerId="ADAL" clId="{7CB2FE43-A2E4-4662-901D-7BCBD83037EA}"/>
    <pc:docChg chg="undo redo custSel addSld delSld modSld">
      <pc:chgData name="Ashwani Mishra" userId="15d57bc9-d3a4-4ee8-885b-38ce2f0c857c" providerId="ADAL" clId="{7CB2FE43-A2E4-4662-901D-7BCBD83037EA}" dt="2025-04-08T06:57:40.835" v="245" actId="1076"/>
      <pc:docMkLst>
        <pc:docMk/>
      </pc:docMkLst>
      <pc:sldChg chg="modSp mod">
        <pc:chgData name="Ashwani Mishra" userId="15d57bc9-d3a4-4ee8-885b-38ce2f0c857c" providerId="ADAL" clId="{7CB2FE43-A2E4-4662-901D-7BCBD83037EA}" dt="2025-04-08T05:58:57.674" v="43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7CB2FE43-A2E4-4662-901D-7BCBD83037EA}" dt="2025-04-08T05:58:57.674" v="43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del">
        <pc:chgData name="Ashwani Mishra" userId="15d57bc9-d3a4-4ee8-885b-38ce2f0c857c" providerId="ADAL" clId="{7CB2FE43-A2E4-4662-901D-7BCBD83037EA}" dt="2025-04-08T05:58:09.904" v="24" actId="47"/>
        <pc:sldMkLst>
          <pc:docMk/>
          <pc:sldMk cId="3472556136" sldId="3367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427138993" sldId="214737620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869214441" sldId="2147376202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344587348" sldId="2147376205"/>
        </pc:sldMkLst>
      </pc:sldChg>
      <pc:sldChg chg="modSp mod">
        <pc:chgData name="Ashwani Mishra" userId="15d57bc9-d3a4-4ee8-885b-38ce2f0c857c" providerId="ADAL" clId="{7CB2FE43-A2E4-4662-901D-7BCBD83037EA}" dt="2025-04-08T05:59:11.882" v="55" actId="20577"/>
        <pc:sldMkLst>
          <pc:docMk/>
          <pc:sldMk cId="418202682" sldId="2147376615"/>
        </pc:sldMkLst>
        <pc:spChg chg="mod">
          <ac:chgData name="Ashwani Mishra" userId="15d57bc9-d3a4-4ee8-885b-38ce2f0c857c" providerId="ADAL" clId="{7CB2FE43-A2E4-4662-901D-7BCBD83037EA}" dt="2025-04-08T05:59:11.882" v="55" actId="20577"/>
          <ac:spMkLst>
            <pc:docMk/>
            <pc:sldMk cId="418202682" sldId="2147376615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6:27.072" v="2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del">
        <pc:chgData name="Ashwani Mishra" userId="15d57bc9-d3a4-4ee8-885b-38ce2f0c857c" providerId="ADAL" clId="{7CB2FE43-A2E4-4662-901D-7BCBD83037EA}" dt="2025-04-08T05:58:08.723" v="21" actId="47"/>
        <pc:sldMkLst>
          <pc:docMk/>
          <pc:sldMk cId="797324271" sldId="2147376620"/>
        </pc:sldMkLst>
      </pc:sldChg>
      <pc:sldChg chg="del">
        <pc:chgData name="Ashwani Mishra" userId="15d57bc9-d3a4-4ee8-885b-38ce2f0c857c" providerId="ADAL" clId="{7CB2FE43-A2E4-4662-901D-7BCBD83037EA}" dt="2025-04-08T05:57:30.408" v="9" actId="47"/>
        <pc:sldMkLst>
          <pc:docMk/>
          <pc:sldMk cId="2457807130" sldId="214737662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629939738" sldId="214737662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389862559" sldId="214737663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826325897" sldId="2147376645"/>
        </pc:sldMkLst>
      </pc:sldChg>
      <pc:sldChg chg="del">
        <pc:chgData name="Ashwani Mishra" userId="15d57bc9-d3a4-4ee8-885b-38ce2f0c857c" providerId="ADAL" clId="{7CB2FE43-A2E4-4662-901D-7BCBD83037EA}" dt="2025-04-08T05:56:35.133" v="3" actId="2696"/>
        <pc:sldMkLst>
          <pc:docMk/>
          <pc:sldMk cId="2245506137" sldId="2147376645"/>
        </pc:sldMkLst>
      </pc:sldChg>
      <pc:sldChg chg="del">
        <pc:chgData name="Ashwani Mishra" userId="15d57bc9-d3a4-4ee8-885b-38ce2f0c857c" providerId="ADAL" clId="{7CB2FE43-A2E4-4662-901D-7BCBD83037EA}" dt="2025-04-08T05:58:09.540" v="23" actId="47"/>
        <pc:sldMkLst>
          <pc:docMk/>
          <pc:sldMk cId="2011450852" sldId="2147376646"/>
        </pc:sldMkLst>
      </pc:sldChg>
      <pc:sldChg chg="del">
        <pc:chgData name="Ashwani Mishra" userId="15d57bc9-d3a4-4ee8-885b-38ce2f0c857c" providerId="ADAL" clId="{7CB2FE43-A2E4-4662-901D-7BCBD83037EA}" dt="2025-04-08T05:58:08.967" v="22" actId="47"/>
        <pc:sldMkLst>
          <pc:docMk/>
          <pc:sldMk cId="700056733" sldId="2147376651"/>
        </pc:sldMkLst>
      </pc:sldChg>
      <pc:sldChg chg="del">
        <pc:chgData name="Ashwani Mishra" userId="15d57bc9-d3a4-4ee8-885b-38ce2f0c857c" providerId="ADAL" clId="{7CB2FE43-A2E4-4662-901D-7BCBD83037EA}" dt="2025-04-08T05:58:03.335" v="13" actId="47"/>
        <pc:sldMkLst>
          <pc:docMk/>
          <pc:sldMk cId="65857030" sldId="2147376655"/>
        </pc:sldMkLst>
      </pc:sldChg>
      <pc:sldChg chg="del">
        <pc:chgData name="Ashwani Mishra" userId="15d57bc9-d3a4-4ee8-885b-38ce2f0c857c" providerId="ADAL" clId="{7CB2FE43-A2E4-4662-901D-7BCBD83037EA}" dt="2025-04-08T05:58:11.084" v="27" actId="47"/>
        <pc:sldMkLst>
          <pc:docMk/>
          <pc:sldMk cId="2786021414" sldId="2147376656"/>
        </pc:sldMkLst>
      </pc:sldChg>
      <pc:sldChg chg="del">
        <pc:chgData name="Ashwani Mishra" userId="15d57bc9-d3a4-4ee8-885b-38ce2f0c857c" providerId="ADAL" clId="{7CB2FE43-A2E4-4662-901D-7BCBD83037EA}" dt="2025-04-08T05:58:06.891" v="19" actId="47"/>
        <pc:sldMkLst>
          <pc:docMk/>
          <pc:sldMk cId="1507252548" sldId="2147376657"/>
        </pc:sldMkLst>
      </pc:sldChg>
      <pc:sldChg chg="del">
        <pc:chgData name="Ashwani Mishra" userId="15d57bc9-d3a4-4ee8-885b-38ce2f0c857c" providerId="ADAL" clId="{7CB2FE43-A2E4-4662-901D-7BCBD83037EA}" dt="2025-04-08T05:58:12.495" v="30" actId="47"/>
        <pc:sldMkLst>
          <pc:docMk/>
          <pc:sldMk cId="4029654949" sldId="214737665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982221236" sldId="2147376659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023877144" sldId="2147376661"/>
        </pc:sldMkLst>
      </pc:sldChg>
      <pc:sldChg chg="del">
        <pc:chgData name="Ashwani Mishra" userId="15d57bc9-d3a4-4ee8-885b-38ce2f0c857c" providerId="ADAL" clId="{7CB2FE43-A2E4-4662-901D-7BCBD83037EA}" dt="2025-04-08T05:58:04.694" v="15" actId="47"/>
        <pc:sldMkLst>
          <pc:docMk/>
          <pc:sldMk cId="2385696139" sldId="2147376662"/>
        </pc:sldMkLst>
      </pc:sldChg>
      <pc:sldChg chg="del">
        <pc:chgData name="Ashwani Mishra" userId="15d57bc9-d3a4-4ee8-885b-38ce2f0c857c" providerId="ADAL" clId="{7CB2FE43-A2E4-4662-901D-7BCBD83037EA}" dt="2025-04-08T05:58:11.457" v="28" actId="47"/>
        <pc:sldMkLst>
          <pc:docMk/>
          <pc:sldMk cId="2129074604" sldId="2147376663"/>
        </pc:sldMkLst>
      </pc:sldChg>
      <pc:sldChg chg="del">
        <pc:chgData name="Ashwani Mishra" userId="15d57bc9-d3a4-4ee8-885b-38ce2f0c857c" providerId="ADAL" clId="{7CB2FE43-A2E4-4662-901D-7BCBD83037EA}" dt="2025-04-08T05:58:10.303" v="25" actId="47"/>
        <pc:sldMkLst>
          <pc:docMk/>
          <pc:sldMk cId="2231575086" sldId="214737666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4991073" sldId="2147376666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799930338" sldId="2147376667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829409327" sldId="2147376668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611325673" sldId="2147376669"/>
        </pc:sldMkLst>
      </pc:sldChg>
      <pc:sldChg chg="del">
        <pc:chgData name="Ashwani Mishra" userId="15d57bc9-d3a4-4ee8-885b-38ce2f0c857c" providerId="ADAL" clId="{7CB2FE43-A2E4-4662-901D-7BCBD83037EA}" dt="2025-04-08T05:58:05.110" v="16" actId="47"/>
        <pc:sldMkLst>
          <pc:docMk/>
          <pc:sldMk cId="3719166631" sldId="2147376673"/>
        </pc:sldMkLst>
      </pc:sldChg>
      <pc:sldChg chg="del">
        <pc:chgData name="Ashwani Mishra" userId="15d57bc9-d3a4-4ee8-885b-38ce2f0c857c" providerId="ADAL" clId="{7CB2FE43-A2E4-4662-901D-7BCBD83037EA}" dt="2025-04-08T05:58:05.513" v="17" actId="47"/>
        <pc:sldMkLst>
          <pc:docMk/>
          <pc:sldMk cId="2549787129" sldId="2147376674"/>
        </pc:sldMkLst>
      </pc:sldChg>
      <pc:sldChg chg="del">
        <pc:chgData name="Ashwani Mishra" userId="15d57bc9-d3a4-4ee8-885b-38ce2f0c857c" providerId="ADAL" clId="{7CB2FE43-A2E4-4662-901D-7BCBD83037EA}" dt="2025-04-08T05:58:05.866" v="18" actId="47"/>
        <pc:sldMkLst>
          <pc:docMk/>
          <pc:sldMk cId="4182153158" sldId="214737667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292337864" sldId="2147376676"/>
        </pc:sldMkLst>
      </pc:sldChg>
      <pc:sldChg chg="modSp mod">
        <pc:chgData name="Ashwani Mishra" userId="15d57bc9-d3a4-4ee8-885b-38ce2f0c857c" providerId="ADAL" clId="{7CB2FE43-A2E4-4662-901D-7BCBD83037EA}" dt="2025-04-08T05:59:22.725" v="68" actId="20577"/>
        <pc:sldMkLst>
          <pc:docMk/>
          <pc:sldMk cId="1798390384" sldId="2147376678"/>
        </pc:sldMkLst>
        <pc:spChg chg="mod">
          <ac:chgData name="Ashwani Mishra" userId="15d57bc9-d3a4-4ee8-885b-38ce2f0c857c" providerId="ADAL" clId="{7CB2FE43-A2E4-4662-901D-7BCBD83037EA}" dt="2025-04-08T05:59:22.725" v="68" actId="20577"/>
          <ac:spMkLst>
            <pc:docMk/>
            <pc:sldMk cId="1798390384" sldId="2147376678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7:03.401" v="8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7CB2FE43-A2E4-4662-901D-7BCBD83037EA}" dt="2025-04-08T06:19:29.860" v="151"/>
        <pc:sldMkLst>
          <pc:docMk/>
          <pc:sldMk cId="4018150978" sldId="2147376679"/>
        </pc:sldMkLst>
        <pc:spChg chg="mod">
          <ac:chgData name="Ashwani Mishra" userId="15d57bc9-d3a4-4ee8-885b-38ce2f0c857c" providerId="ADAL" clId="{7CB2FE43-A2E4-4662-901D-7BCBD83037EA}" dt="2025-04-08T06:19:29.860" v="151"/>
          <ac:spMkLst>
            <pc:docMk/>
            <pc:sldMk cId="4018150978" sldId="2147376679"/>
            <ac:spMk id="3" creationId="{445652DA-06AC-E940-6008-FAED21F89AA6}"/>
          </ac:spMkLst>
        </pc:spChg>
        <pc:graphicFrameChg chg="mod">
          <ac:chgData name="Ashwani Mishra" userId="15d57bc9-d3a4-4ee8-885b-38ce2f0c857c" providerId="ADAL" clId="{7CB2FE43-A2E4-4662-901D-7BCBD83037EA}" dt="2025-04-08T05:57:51.283" v="12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del">
        <pc:chgData name="Ashwani Mishra" userId="15d57bc9-d3a4-4ee8-885b-38ce2f0c857c" providerId="ADAL" clId="{7CB2FE43-A2E4-4662-901D-7BCBD83037EA}" dt="2025-04-08T05:58:08.525" v="20" actId="47"/>
        <pc:sldMkLst>
          <pc:docMk/>
          <pc:sldMk cId="2874477601" sldId="2147376680"/>
        </pc:sldMkLst>
      </pc:sldChg>
      <pc:sldChg chg="del">
        <pc:chgData name="Ashwani Mishra" userId="15d57bc9-d3a4-4ee8-885b-38ce2f0c857c" providerId="ADAL" clId="{7CB2FE43-A2E4-4662-901D-7BCBD83037EA}" dt="2025-04-08T05:58:10.636" v="26" actId="47"/>
        <pc:sldMkLst>
          <pc:docMk/>
          <pc:sldMk cId="2883708937" sldId="2147376681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801731090" sldId="2147376684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4070698661" sldId="2147376685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4103695184" sldId="2147376686"/>
        </pc:sldMkLst>
      </pc:sldChg>
      <pc:sldChg chg="del">
        <pc:chgData name="Ashwani Mishra" userId="15d57bc9-d3a4-4ee8-885b-38ce2f0c857c" providerId="ADAL" clId="{7CB2FE43-A2E4-4662-901D-7BCBD83037EA}" dt="2025-04-08T05:58:11.842" v="29" actId="47"/>
        <pc:sldMkLst>
          <pc:docMk/>
          <pc:sldMk cId="498396269" sldId="2147376688"/>
        </pc:sldMkLst>
      </pc:sldChg>
      <pc:sldChg chg="del">
        <pc:chgData name="Ashwani Mishra" userId="15d57bc9-d3a4-4ee8-885b-38ce2f0c857c" providerId="ADAL" clId="{7CB2FE43-A2E4-4662-901D-7BCBD83037EA}" dt="2025-04-08T05:58:04.019" v="14" actId="47"/>
        <pc:sldMkLst>
          <pc:docMk/>
          <pc:sldMk cId="1019174265" sldId="2147376690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3262579543" sldId="2147376693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1152782250" sldId="2147376694"/>
        </pc:sldMkLst>
      </pc:sldChg>
      <pc:sldChg chg="del">
        <pc:chgData name="Ashwani Mishra" userId="15d57bc9-d3a4-4ee8-885b-38ce2f0c857c" providerId="ADAL" clId="{7CB2FE43-A2E4-4662-901D-7BCBD83037EA}" dt="2025-04-08T05:56:35.133" v="3" actId="2696"/>
        <pc:sldMkLst>
          <pc:docMk/>
          <pc:sldMk cId="3381334526" sldId="2147376694"/>
        </pc:sldMkLst>
      </pc:sldChg>
      <pc:sldChg chg="add del">
        <pc:chgData name="Ashwani Mishra" userId="15d57bc9-d3a4-4ee8-885b-38ce2f0c857c" providerId="ADAL" clId="{7CB2FE43-A2E4-4662-901D-7BCBD83037EA}" dt="2025-04-08T05:58:35.964" v="33" actId="47"/>
        <pc:sldMkLst>
          <pc:docMk/>
          <pc:sldMk cId="2750648543" sldId="2147376696"/>
        </pc:sldMkLst>
      </pc:sldChg>
      <pc:sldChg chg="modSp mod">
        <pc:chgData name="Ashwani Mishra" userId="15d57bc9-d3a4-4ee8-885b-38ce2f0c857c" providerId="ADAL" clId="{7CB2FE43-A2E4-4662-901D-7BCBD83037EA}" dt="2025-04-08T06:08:35.949" v="149" actId="1035"/>
        <pc:sldMkLst>
          <pc:docMk/>
          <pc:sldMk cId="607141969" sldId="2147376697"/>
        </pc:sldMkLst>
        <pc:spChg chg="mod">
          <ac:chgData name="Ashwani Mishra" userId="15d57bc9-d3a4-4ee8-885b-38ce2f0c857c" providerId="ADAL" clId="{7CB2FE43-A2E4-4662-901D-7BCBD83037EA}" dt="2025-04-08T06:03:11.407" v="72" actId="1076"/>
          <ac:spMkLst>
            <pc:docMk/>
            <pc:sldMk cId="607141969" sldId="2147376697"/>
            <ac:spMk id="11" creationId="{F6039CC4-A3F4-96AD-B5E8-F5862164728A}"/>
          </ac:spMkLst>
        </pc:spChg>
        <pc:picChg chg="mod">
          <ac:chgData name="Ashwani Mishra" userId="15d57bc9-d3a4-4ee8-885b-38ce2f0c857c" providerId="ADAL" clId="{7CB2FE43-A2E4-4662-901D-7BCBD83037EA}" dt="2025-04-08T06:08:35.949" v="149" actId="1035"/>
          <ac:picMkLst>
            <pc:docMk/>
            <pc:sldMk cId="607141969" sldId="2147376697"/>
            <ac:picMk id="4" creationId="{26468963-1A1D-6CCB-890B-2B13ECE5CE0A}"/>
          </ac:picMkLst>
        </pc:picChg>
      </pc:sldChg>
      <pc:sldChg chg="modSp mod">
        <pc:chgData name="Ashwani Mishra" userId="15d57bc9-d3a4-4ee8-885b-38ce2f0c857c" providerId="ADAL" clId="{7CB2FE43-A2E4-4662-901D-7BCBD83037EA}" dt="2025-04-08T06:07:57.228" v="119" actId="20577"/>
        <pc:sldMkLst>
          <pc:docMk/>
          <pc:sldMk cId="1986124842" sldId="2147376699"/>
        </pc:sldMkLst>
        <pc:spChg chg="mod">
          <ac:chgData name="Ashwani Mishra" userId="15d57bc9-d3a4-4ee8-885b-38ce2f0c857c" providerId="ADAL" clId="{7CB2FE43-A2E4-4662-901D-7BCBD83037EA}" dt="2025-04-08T06:07:57.228" v="119" actId="20577"/>
          <ac:spMkLst>
            <pc:docMk/>
            <pc:sldMk cId="1986124842" sldId="2147376699"/>
            <ac:spMk id="2" creationId="{31E19823-7687-45CC-6115-112DE13F149E}"/>
          </ac:spMkLst>
        </pc:spChg>
        <pc:picChg chg="mod">
          <ac:chgData name="Ashwani Mishra" userId="15d57bc9-d3a4-4ee8-885b-38ce2f0c857c" providerId="ADAL" clId="{7CB2FE43-A2E4-4662-901D-7BCBD83037EA}" dt="2025-04-08T06:07:41.996" v="90" actId="1076"/>
          <ac:picMkLst>
            <pc:docMk/>
            <pc:sldMk cId="1986124842" sldId="2147376699"/>
            <ac:picMk id="5" creationId="{DF9F66A8-C22D-1EF9-D399-B9B6D4A16F6E}"/>
          </ac:picMkLst>
        </pc:picChg>
      </pc:sldChg>
      <pc:sldChg chg="addSp delSp modSp add mod">
        <pc:chgData name="Ashwani Mishra" userId="15d57bc9-d3a4-4ee8-885b-38ce2f0c857c" providerId="ADAL" clId="{7CB2FE43-A2E4-4662-901D-7BCBD83037EA}" dt="2025-04-08T06:08:15.976" v="144" actId="20577"/>
        <pc:sldMkLst>
          <pc:docMk/>
          <pc:sldMk cId="4215244484" sldId="2147376700"/>
        </pc:sldMkLst>
        <pc:spChg chg="mod">
          <ac:chgData name="Ashwani Mishra" userId="15d57bc9-d3a4-4ee8-885b-38ce2f0c857c" providerId="ADAL" clId="{7CB2FE43-A2E4-4662-901D-7BCBD83037EA}" dt="2025-04-08T06:08:15.976" v="144" actId="20577"/>
          <ac:spMkLst>
            <pc:docMk/>
            <pc:sldMk cId="4215244484" sldId="2147376700"/>
            <ac:spMk id="2" creationId="{8FD5EE15-C70B-C8A7-67B9-408B4497ACE6}"/>
          </ac:spMkLst>
        </pc:spChg>
        <pc:picChg chg="add mod modCrop">
          <ac:chgData name="Ashwani Mishra" userId="15d57bc9-d3a4-4ee8-885b-38ce2f0c857c" providerId="ADAL" clId="{7CB2FE43-A2E4-4662-901D-7BCBD83037EA}" dt="2025-04-08T06:07:20.446" v="87" actId="1440"/>
          <ac:picMkLst>
            <pc:docMk/>
            <pc:sldMk cId="4215244484" sldId="2147376700"/>
            <ac:picMk id="4" creationId="{953EB859-77D1-48A4-18D4-31B42F026DEA}"/>
          </ac:picMkLst>
        </pc:picChg>
        <pc:picChg chg="del">
          <ac:chgData name="Ashwani Mishra" userId="15d57bc9-d3a4-4ee8-885b-38ce2f0c857c" providerId="ADAL" clId="{7CB2FE43-A2E4-4662-901D-7BCBD83037EA}" dt="2025-04-08T06:06:16.702" v="74" actId="478"/>
          <ac:picMkLst>
            <pc:docMk/>
            <pc:sldMk cId="4215244484" sldId="2147376700"/>
            <ac:picMk id="5" creationId="{4C10F8CA-A246-5ED2-E79C-4B590DF2015A}"/>
          </ac:picMkLst>
        </pc:picChg>
      </pc:sldChg>
      <pc:sldChg chg="addSp delSp add del mod">
        <pc:chgData name="Ashwani Mishra" userId="15d57bc9-d3a4-4ee8-885b-38ce2f0c857c" providerId="ADAL" clId="{7CB2FE43-A2E4-4662-901D-7BCBD83037EA}" dt="2025-04-08T06:06:25.311" v="78"/>
        <pc:sldMkLst>
          <pc:docMk/>
          <pc:sldMk cId="1222779539" sldId="2147376701"/>
        </pc:sldMkLst>
        <pc:picChg chg="add del">
          <ac:chgData name="Ashwani Mishra" userId="15d57bc9-d3a4-4ee8-885b-38ce2f0c857c" providerId="ADAL" clId="{7CB2FE43-A2E4-4662-901D-7BCBD83037EA}" dt="2025-04-08T06:06:24.436" v="77" actId="478"/>
          <ac:picMkLst>
            <pc:docMk/>
            <pc:sldMk cId="1222779539" sldId="2147376701"/>
            <ac:picMk id="5" creationId="{068EBBD4-674F-87F7-4F78-2C2AD7B89B7E}"/>
          </ac:picMkLst>
        </pc:picChg>
      </pc:sldChg>
      <pc:sldChg chg="addSp delSp modSp add mod">
        <pc:chgData name="Ashwani Mishra" userId="15d57bc9-d3a4-4ee8-885b-38ce2f0c857c" providerId="ADAL" clId="{7CB2FE43-A2E4-4662-901D-7BCBD83037EA}" dt="2025-04-08T06:48:50.176" v="191" actId="1076"/>
        <pc:sldMkLst>
          <pc:docMk/>
          <pc:sldMk cId="2614125238" sldId="2147376701"/>
        </pc:sldMkLst>
        <pc:spChg chg="mod">
          <ac:chgData name="Ashwani Mishra" userId="15d57bc9-d3a4-4ee8-885b-38ce2f0c857c" providerId="ADAL" clId="{7CB2FE43-A2E4-4662-901D-7BCBD83037EA}" dt="2025-04-08T06:46:54.401" v="159" actId="20577"/>
          <ac:spMkLst>
            <pc:docMk/>
            <pc:sldMk cId="2614125238" sldId="2147376701"/>
            <ac:spMk id="2" creationId="{15D0F966-0279-45E2-7BC0-ED6782855857}"/>
          </ac:spMkLst>
        </pc:spChg>
        <pc:picChg chg="del">
          <ac:chgData name="Ashwani Mishra" userId="15d57bc9-d3a4-4ee8-885b-38ce2f0c857c" providerId="ADAL" clId="{7CB2FE43-A2E4-4662-901D-7BCBD83037EA}" dt="2025-04-08T06:46:56.394" v="160" actId="478"/>
          <ac:picMkLst>
            <pc:docMk/>
            <pc:sldMk cId="2614125238" sldId="2147376701"/>
            <ac:picMk id="4" creationId="{E55DC0C9-1AD1-0A46-FC65-D431CA339340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5" creationId="{13A8ADEB-559D-19B9-70DF-B45A86F296DA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7" creationId="{B3A9F805-0203-9031-1F4F-D4393B4CD4A0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9" creationId="{7FD0A107-5013-CF21-E49F-88061368D425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1" creationId="{274D628C-376E-BFAC-D532-11942B60A148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3" creationId="{66162023-553A-C500-BB93-CA8633DFDA64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5" creationId="{8A5372AD-E6F6-3074-B7F6-AD640B9EEE62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7" creationId="{A095F7FE-23F0-51DF-41FB-0D5AF59D3F26}"/>
          </ac:picMkLst>
        </pc:picChg>
        <pc:picChg chg="add mod">
          <ac:chgData name="Ashwani Mishra" userId="15d57bc9-d3a4-4ee8-885b-38ce2f0c857c" providerId="ADAL" clId="{7CB2FE43-A2E4-4662-901D-7BCBD83037EA}" dt="2025-04-08T06:47:52.186" v="168" actId="931"/>
          <ac:picMkLst>
            <pc:docMk/>
            <pc:sldMk cId="2614125238" sldId="2147376701"/>
            <ac:picMk id="19" creationId="{1E2706EA-4DE0-D25D-362B-CF9A85453C79}"/>
          </ac:picMkLst>
        </pc:picChg>
        <pc:picChg chg="add mod modCrop">
          <ac:chgData name="Ashwani Mishra" userId="15d57bc9-d3a4-4ee8-885b-38ce2f0c857c" providerId="ADAL" clId="{7CB2FE43-A2E4-4662-901D-7BCBD83037EA}" dt="2025-04-08T06:48:50.176" v="191" actId="1076"/>
          <ac:picMkLst>
            <pc:docMk/>
            <pc:sldMk cId="2614125238" sldId="2147376701"/>
            <ac:picMk id="21" creationId="{2286C135-5744-0FAD-F62B-02B1F733AFE9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7:40.835" v="245" actId="1076"/>
        <pc:sldMkLst>
          <pc:docMk/>
          <pc:sldMk cId="3454128019" sldId="2147376702"/>
        </pc:sldMkLst>
        <pc:picChg chg="add mod modCrop">
          <ac:chgData name="Ashwani Mishra" userId="15d57bc9-d3a4-4ee8-885b-38ce2f0c857c" providerId="ADAL" clId="{7CB2FE43-A2E4-4662-901D-7BCBD83037EA}" dt="2025-04-08T06:57:40.835" v="245" actId="1076"/>
          <ac:picMkLst>
            <pc:docMk/>
            <pc:sldMk cId="3454128019" sldId="2147376702"/>
            <ac:picMk id="4" creationId="{335D91AD-961F-B89F-C06B-B765A78E5BC6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49:35.514" v="203" actId="1076"/>
        <pc:sldMkLst>
          <pc:docMk/>
          <pc:sldMk cId="2963437981" sldId="2147376703"/>
        </pc:sldMkLst>
        <pc:picChg chg="add mod modCrop">
          <ac:chgData name="Ashwani Mishra" userId="15d57bc9-d3a4-4ee8-885b-38ce2f0c857c" providerId="ADAL" clId="{7CB2FE43-A2E4-4662-901D-7BCBD83037EA}" dt="2025-04-08T06:49:35.514" v="203" actId="1076"/>
          <ac:picMkLst>
            <pc:docMk/>
            <pc:sldMk cId="2963437981" sldId="2147376703"/>
            <ac:picMk id="4" creationId="{5790688E-E09D-DEC9-ADB3-45B9CBA940D7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49:56.916" v="209" actId="1076"/>
        <pc:sldMkLst>
          <pc:docMk/>
          <pc:sldMk cId="1964442570" sldId="2147376704"/>
        </pc:sldMkLst>
        <pc:picChg chg="add mod modCrop">
          <ac:chgData name="Ashwani Mishra" userId="15d57bc9-d3a4-4ee8-885b-38ce2f0c857c" providerId="ADAL" clId="{7CB2FE43-A2E4-4662-901D-7BCBD83037EA}" dt="2025-04-08T06:49:56.916" v="209" actId="1076"/>
          <ac:picMkLst>
            <pc:docMk/>
            <pc:sldMk cId="1964442570" sldId="2147376704"/>
            <ac:picMk id="4" creationId="{4B4927BB-BB58-3249-A384-58DBC4CDCEE0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0:22.127" v="215" actId="1076"/>
        <pc:sldMkLst>
          <pc:docMk/>
          <pc:sldMk cId="2952393682" sldId="2147376705"/>
        </pc:sldMkLst>
        <pc:picChg chg="add mod modCrop">
          <ac:chgData name="Ashwani Mishra" userId="15d57bc9-d3a4-4ee8-885b-38ce2f0c857c" providerId="ADAL" clId="{7CB2FE43-A2E4-4662-901D-7BCBD83037EA}" dt="2025-04-08T06:50:22.127" v="215" actId="1076"/>
          <ac:picMkLst>
            <pc:docMk/>
            <pc:sldMk cId="2952393682" sldId="2147376705"/>
            <ac:picMk id="4" creationId="{FF205519-872E-A3C6-DEBF-3713CCDFD279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0:55.591" v="230" actId="1035"/>
        <pc:sldMkLst>
          <pc:docMk/>
          <pc:sldMk cId="2139534585" sldId="2147376706"/>
        </pc:sldMkLst>
        <pc:picChg chg="add mod modCrop">
          <ac:chgData name="Ashwani Mishra" userId="15d57bc9-d3a4-4ee8-885b-38ce2f0c857c" providerId="ADAL" clId="{7CB2FE43-A2E4-4662-901D-7BCBD83037EA}" dt="2025-04-08T06:50:55.591" v="230" actId="1035"/>
          <ac:picMkLst>
            <pc:docMk/>
            <pc:sldMk cId="2139534585" sldId="2147376706"/>
            <ac:picMk id="4" creationId="{2613D370-6DFA-527C-F95E-05E0EF96771C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1:36.994" v="237" actId="1076"/>
        <pc:sldMkLst>
          <pc:docMk/>
          <pc:sldMk cId="3537138728" sldId="2147376707"/>
        </pc:sldMkLst>
        <pc:picChg chg="add mod modCrop">
          <ac:chgData name="Ashwani Mishra" userId="15d57bc9-d3a4-4ee8-885b-38ce2f0c857c" providerId="ADAL" clId="{7CB2FE43-A2E4-4662-901D-7BCBD83037EA}" dt="2025-04-08T06:51:36.994" v="237" actId="1076"/>
          <ac:picMkLst>
            <pc:docMk/>
            <pc:sldMk cId="3537138728" sldId="2147376707"/>
            <ac:picMk id="4" creationId="{D5F146FA-A52B-9B9F-A4B9-3DF670887DCC}"/>
          </ac:picMkLst>
        </pc:picChg>
      </pc:sldChg>
      <pc:sldChg chg="addSp modSp add mod">
        <pc:chgData name="Ashwani Mishra" userId="15d57bc9-d3a4-4ee8-885b-38ce2f0c857c" providerId="ADAL" clId="{7CB2FE43-A2E4-4662-901D-7BCBD83037EA}" dt="2025-04-08T06:52:05.910" v="244" actId="1076"/>
        <pc:sldMkLst>
          <pc:docMk/>
          <pc:sldMk cId="2801074210" sldId="2147376708"/>
        </pc:sldMkLst>
        <pc:picChg chg="add mod modCrop">
          <ac:chgData name="Ashwani Mishra" userId="15d57bc9-d3a4-4ee8-885b-38ce2f0c857c" providerId="ADAL" clId="{7CB2FE43-A2E4-4662-901D-7BCBD83037EA}" dt="2025-04-08T06:52:05.910" v="244" actId="1076"/>
          <ac:picMkLst>
            <pc:docMk/>
            <pc:sldMk cId="2801074210" sldId="2147376708"/>
            <ac:picMk id="4" creationId="{9F45B7BF-0BBD-51C9-7256-F4FDBD460083}"/>
          </ac:picMkLst>
        </pc:picChg>
      </pc:sldChg>
    </pc:docChg>
  </pc:docChgLst>
  <pc:docChgLst>
    <pc:chgData name="Ashwani Mishra" userId="15d57bc9-d3a4-4ee8-885b-38ce2f0c857c" providerId="ADAL" clId="{C518B850-0455-4BA2-82A5-B3500F68A098}"/>
    <pc:docChg chg="undo custSel addSld delSld modSld modNotesMaster">
      <pc:chgData name="Ashwani Mishra" userId="15d57bc9-d3a4-4ee8-885b-38ce2f0c857c" providerId="ADAL" clId="{C518B850-0455-4BA2-82A5-B3500F68A098}" dt="2025-04-04T11:00:50.100" v="977" actId="1076"/>
      <pc:docMkLst>
        <pc:docMk/>
      </pc:docMkLst>
      <pc:sldChg chg="modSp mod">
        <pc:chgData name="Ashwani Mishra" userId="15d57bc9-d3a4-4ee8-885b-38ce2f0c857c" providerId="ADAL" clId="{C518B850-0455-4BA2-82A5-B3500F68A098}" dt="2025-04-04T05:51:03.799" v="403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C518B850-0455-4BA2-82A5-B3500F68A098}" dt="2025-04-04T05:51:03.799" v="403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modSp mod">
        <pc:chgData name="Ashwani Mishra" userId="15d57bc9-d3a4-4ee8-885b-38ce2f0c857c" providerId="ADAL" clId="{C518B850-0455-4BA2-82A5-B3500F68A098}" dt="2025-03-05T07:43:10.959" v="208" actId="20577"/>
        <pc:sldMkLst>
          <pc:docMk/>
          <pc:sldMk cId="3472556136" sldId="3367"/>
        </pc:sldMkLst>
      </pc:sldChg>
      <pc:sldChg chg="modSp mod">
        <pc:chgData name="Ashwani Mishra" userId="15d57bc9-d3a4-4ee8-885b-38ce2f0c857c" providerId="ADAL" clId="{C518B850-0455-4BA2-82A5-B3500F68A098}" dt="2025-03-05T04:57:03.593" v="0" actId="14100"/>
        <pc:sldMkLst>
          <pc:docMk/>
          <pc:sldMk cId="1745068061" sldId="2147376204"/>
        </pc:sldMkLst>
        <pc:picChg chg="mod">
          <ac:chgData name="Ashwani Mishra" userId="15d57bc9-d3a4-4ee8-885b-38ce2f0c857c" providerId="ADAL" clId="{C518B850-0455-4BA2-82A5-B3500F68A098}" dt="2025-03-05T04:57:03.593" v="0" actId="14100"/>
          <ac:picMkLst>
            <pc:docMk/>
            <pc:sldMk cId="1745068061" sldId="2147376204"/>
            <ac:picMk id="8" creationId="{D6E7FBDA-D300-2D79-F1B8-D3321086B683}"/>
          </ac:picMkLst>
        </pc:picChg>
      </pc:sldChg>
      <pc:sldChg chg="modSp modNotes">
        <pc:chgData name="Ashwani Mishra" userId="15d57bc9-d3a4-4ee8-885b-38ce2f0c857c" providerId="ADAL" clId="{C518B850-0455-4BA2-82A5-B3500F68A098}" dt="2025-04-04T07:37:34.811" v="790" actId="20577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C518B850-0455-4BA2-82A5-B3500F68A098}" dt="2025-04-04T07:37:34.811" v="790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24:39.174" v="425" actId="20577"/>
        <pc:sldMkLst>
          <pc:docMk/>
          <pc:sldMk cId="671220431" sldId="2147376622"/>
        </pc:sldMkLst>
        <pc:spChg chg="mod">
          <ac:chgData name="Ashwani Mishra" userId="15d57bc9-d3a4-4ee8-885b-38ce2f0c857c" providerId="ADAL" clId="{C518B850-0455-4BA2-82A5-B3500F68A098}" dt="2025-04-04T06:24:39.174" v="425" actId="20577"/>
          <ac:spMkLst>
            <pc:docMk/>
            <pc:sldMk cId="671220431" sldId="2147376622"/>
            <ac:spMk id="9" creationId="{2CCAC915-4E84-C25E-297F-D79A6FE9DB4D}"/>
          </ac:spMkLst>
        </pc:spChg>
        <pc:graphicFrameChg chg="mod modGraphic">
          <ac:chgData name="Ashwani Mishra" userId="15d57bc9-d3a4-4ee8-885b-38ce2f0c857c" providerId="ADAL" clId="{C518B850-0455-4BA2-82A5-B3500F68A098}" dt="2025-04-04T06:23:03.896" v="423" actId="20577"/>
          <ac:graphicFrameMkLst>
            <pc:docMk/>
            <pc:sldMk cId="671220431" sldId="2147376622"/>
            <ac:graphicFrameMk id="3" creationId="{19971F04-8E48-1875-59DC-F3FBB90E0F59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38:54.372" v="470" actId="113"/>
        <pc:sldMkLst>
          <pc:docMk/>
          <pc:sldMk cId="1755734688" sldId="2147376623"/>
        </pc:sldMkLst>
        <pc:spChg chg="mod">
          <ac:chgData name="Ashwani Mishra" userId="15d57bc9-d3a4-4ee8-885b-38ce2f0c857c" providerId="ADAL" clId="{C518B850-0455-4BA2-82A5-B3500F68A098}" dt="2025-04-04T06:27:38.958" v="463" actId="20577"/>
          <ac:spMkLst>
            <pc:docMk/>
            <pc:sldMk cId="1755734688" sldId="2147376623"/>
            <ac:spMk id="2" creationId="{497AA5F4-2BF4-754B-C988-CEC95A4F836D}"/>
          </ac:spMkLst>
        </pc:spChg>
        <pc:graphicFrameChg chg="mod modGraphic">
          <ac:chgData name="Ashwani Mishra" userId="15d57bc9-d3a4-4ee8-885b-38ce2f0c857c" providerId="ADAL" clId="{C518B850-0455-4BA2-82A5-B3500F68A098}" dt="2025-04-04T06:38:54.372" v="470" actId="113"/>
          <ac:graphicFrameMkLst>
            <pc:docMk/>
            <pc:sldMk cId="1755734688" sldId="2147376623"/>
            <ac:graphicFrameMk id="4" creationId="{ADE4B82E-9585-0441-E45B-77DB04738F1E}"/>
          </ac:graphicFrameMkLst>
        </pc:graphicFrameChg>
      </pc:sldChg>
      <pc:sldChg chg="modSp mod">
        <pc:chgData name="Ashwani Mishra" userId="15d57bc9-d3a4-4ee8-885b-38ce2f0c857c" providerId="ADAL" clId="{C518B850-0455-4BA2-82A5-B3500F68A098}" dt="2025-04-04T06:27:20.975" v="461" actId="20577"/>
        <pc:sldMkLst>
          <pc:docMk/>
          <pc:sldMk cId="608555455" sldId="2147376635"/>
        </pc:sldMkLst>
        <pc:spChg chg="mod">
          <ac:chgData name="Ashwani Mishra" userId="15d57bc9-d3a4-4ee8-885b-38ce2f0c857c" providerId="ADAL" clId="{C518B850-0455-4BA2-82A5-B3500F68A098}" dt="2025-04-04T06:24:50.944" v="427" actId="20577"/>
          <ac:spMkLst>
            <pc:docMk/>
            <pc:sldMk cId="608555455" sldId="2147376635"/>
            <ac:spMk id="2" creationId="{D58CE5F8-F648-B356-4508-938A7D4C0337}"/>
          </ac:spMkLst>
        </pc:spChg>
        <pc:graphicFrameChg chg="mod modGraphic">
          <ac:chgData name="Ashwani Mishra" userId="15d57bc9-d3a4-4ee8-885b-38ce2f0c857c" providerId="ADAL" clId="{C518B850-0455-4BA2-82A5-B3500F68A098}" dt="2025-04-04T06:27:20.975" v="461" actId="20577"/>
          <ac:graphicFrameMkLst>
            <pc:docMk/>
            <pc:sldMk cId="608555455" sldId="2147376635"/>
            <ac:graphicFrameMk id="4" creationId="{ADE4B82E-9585-0441-E45B-77DB04738F1E}"/>
          </ac:graphicFrameMkLst>
        </pc:graphicFrameChg>
      </pc:sldChg>
      <pc:sldChg chg="modNotes">
        <pc:chgData name="Ashwani Mishra" userId="15d57bc9-d3a4-4ee8-885b-38ce2f0c857c" providerId="ADAL" clId="{C518B850-0455-4BA2-82A5-B3500F68A098}" dt="2025-03-05T07:20:56.449" v="172"/>
        <pc:sldMkLst>
          <pc:docMk/>
          <pc:sldMk cId="573594142" sldId="2147376639"/>
        </pc:sldMkLst>
      </pc:sldChg>
      <pc:sldChg chg="modNotes">
        <pc:chgData name="Ashwani Mishra" userId="15d57bc9-d3a4-4ee8-885b-38ce2f0c857c" providerId="ADAL" clId="{C518B850-0455-4BA2-82A5-B3500F68A098}" dt="2025-03-05T07:20:56.449" v="172"/>
        <pc:sldMkLst>
          <pc:docMk/>
          <pc:sldMk cId="3904791787" sldId="2147376640"/>
        </pc:sldMkLst>
      </pc:sldChg>
      <pc:sldChg chg="modSp mod">
        <pc:chgData name="Ashwani Mishra" userId="15d57bc9-d3a4-4ee8-885b-38ce2f0c857c" providerId="ADAL" clId="{C518B850-0455-4BA2-82A5-B3500F68A098}" dt="2025-04-04T06:40:31.121" v="495" actId="20577"/>
        <pc:sldMkLst>
          <pc:docMk/>
          <pc:sldMk cId="3708434273" sldId="2147376643"/>
        </pc:sldMkLst>
        <pc:spChg chg="mod">
          <ac:chgData name="Ashwani Mishra" userId="15d57bc9-d3a4-4ee8-885b-38ce2f0c857c" providerId="ADAL" clId="{C518B850-0455-4BA2-82A5-B3500F68A098}" dt="2025-04-04T06:40:31.121" v="495" actId="20577"/>
          <ac:spMkLst>
            <pc:docMk/>
            <pc:sldMk cId="3708434273" sldId="2147376643"/>
            <ac:spMk id="5" creationId="{347970E9-482B-4E43-833F-84BA8C166588}"/>
          </ac:spMkLst>
        </pc:spChg>
        <pc:graphicFrameChg chg="modGraphic">
          <ac:chgData name="Ashwani Mishra" userId="15d57bc9-d3a4-4ee8-885b-38ce2f0c857c" providerId="ADAL" clId="{C518B850-0455-4BA2-82A5-B3500F68A098}" dt="2025-04-04T06:40:26.315" v="491" actId="20577"/>
          <ac:graphicFrameMkLst>
            <pc:docMk/>
            <pc:sldMk cId="3708434273" sldId="2147376643"/>
            <ac:graphicFrameMk id="2" creationId="{AC9A5841-FEB7-30FF-56BB-6F5A03B3279E}"/>
          </ac:graphicFrameMkLst>
        </pc:graphicFrameChg>
      </pc:sldChg>
      <pc:sldChg chg="modSp mod modNotes">
        <pc:chgData name="Ashwani Mishra" userId="15d57bc9-d3a4-4ee8-885b-38ce2f0c857c" providerId="ADAL" clId="{C518B850-0455-4BA2-82A5-B3500F68A098}" dt="2025-04-04T07:02:48.357" v="509" actId="20577"/>
        <pc:sldMkLst>
          <pc:docMk/>
          <pc:sldMk cId="2245506137" sldId="2147376645"/>
        </pc:sldMkLst>
      </pc:sldChg>
      <pc:sldChg chg="addSp delSp modSp mod">
        <pc:chgData name="Ashwani Mishra" userId="15d57bc9-d3a4-4ee8-885b-38ce2f0c857c" providerId="ADAL" clId="{C518B850-0455-4BA2-82A5-B3500F68A098}" dt="2025-04-04T07:23:20.639" v="574" actId="1038"/>
        <pc:sldMkLst>
          <pc:docMk/>
          <pc:sldMk cId="2786021414" sldId="2147376656"/>
        </pc:sldMkLst>
      </pc:sldChg>
      <pc:sldChg chg="modSp modNotes">
        <pc:chgData name="Ashwani Mishra" userId="15d57bc9-d3a4-4ee8-885b-38ce2f0c857c" providerId="ADAL" clId="{C518B850-0455-4BA2-82A5-B3500F68A098}" dt="2025-04-04T07:37:43.932" v="800" actId="20577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C518B850-0455-4BA2-82A5-B3500F68A098}" dt="2025-04-04T07:37:43.932" v="800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 modNotes">
        <pc:chgData name="Ashwani Mishra" userId="15d57bc9-d3a4-4ee8-885b-38ce2f0c857c" providerId="ADAL" clId="{C518B850-0455-4BA2-82A5-B3500F68A098}" dt="2025-04-04T07:38:04.604" v="807" actId="20577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C518B850-0455-4BA2-82A5-B3500F68A098}" dt="2025-04-04T07:38:04.604" v="807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 modNotes">
        <pc:chgData name="Ashwani Mishra" userId="15d57bc9-d3a4-4ee8-885b-38ce2f0c857c" providerId="ADAL" clId="{C518B850-0455-4BA2-82A5-B3500F68A098}" dt="2025-04-04T07:38:26.784" v="813" actId="20577"/>
        <pc:sldMkLst>
          <pc:docMk/>
          <pc:sldMk cId="2874477601" sldId="2147376680"/>
        </pc:sldMkLst>
      </pc:sldChg>
      <pc:sldChg chg="modSp modNotes">
        <pc:chgData name="Ashwani Mishra" userId="15d57bc9-d3a4-4ee8-885b-38ce2f0c857c" providerId="ADAL" clId="{C518B850-0455-4BA2-82A5-B3500F68A098}" dt="2025-04-04T07:38:37.776" v="819" actId="20577"/>
        <pc:sldMkLst>
          <pc:docMk/>
          <pc:sldMk cId="2883708937" sldId="2147376681"/>
        </pc:sldMkLst>
      </pc:sldChg>
      <pc:sldChg chg="modSp mod">
        <pc:chgData name="Ashwani Mishra" userId="15d57bc9-d3a4-4ee8-885b-38ce2f0c857c" providerId="ADAL" clId="{C518B850-0455-4BA2-82A5-B3500F68A098}" dt="2025-04-04T06:54:57.058" v="506" actId="113"/>
        <pc:sldMkLst>
          <pc:docMk/>
          <pc:sldMk cId="2821300075" sldId="2147376683"/>
        </pc:sldMkLst>
        <pc:spChg chg="mod">
          <ac:chgData name="Ashwani Mishra" userId="15d57bc9-d3a4-4ee8-885b-38ce2f0c857c" providerId="ADAL" clId="{C518B850-0455-4BA2-82A5-B3500F68A098}" dt="2025-04-04T06:52:57.817" v="500" actId="20577"/>
          <ac:spMkLst>
            <pc:docMk/>
            <pc:sldMk cId="2821300075" sldId="2147376683"/>
            <ac:spMk id="5" creationId="{4CF5A3F6-A506-6707-BD36-767DF3EF93CA}"/>
          </ac:spMkLst>
        </pc:spChg>
        <pc:graphicFrameChg chg="mod modGraphic">
          <ac:chgData name="Ashwani Mishra" userId="15d57bc9-d3a4-4ee8-885b-38ce2f0c857c" providerId="ADAL" clId="{C518B850-0455-4BA2-82A5-B3500F68A098}" dt="2025-04-04T06:54:57.058" v="506" actId="113"/>
          <ac:graphicFrameMkLst>
            <pc:docMk/>
            <pc:sldMk cId="2821300075" sldId="2147376683"/>
            <ac:graphicFrameMk id="3" creationId="{EFD6A6A8-3D3C-EDBD-EDB7-E366AF2469CE}"/>
          </ac:graphicFrameMkLst>
        </pc:graphicFrameChg>
      </pc:sldChg>
      <pc:sldChg chg="add">
        <pc:chgData name="Ashwani Mishra" userId="15d57bc9-d3a4-4ee8-885b-38ce2f0c857c" providerId="ADAL" clId="{C518B850-0455-4BA2-82A5-B3500F68A098}" dt="2025-04-04T10:43:49.704" v="966"/>
        <pc:sldMkLst>
          <pc:docMk/>
          <pc:sldMk cId="801731090" sldId="2147376684"/>
        </pc:sldMkLst>
      </pc:sldChg>
      <pc:sldChg chg="addSp delSp modSp del mod">
        <pc:chgData name="Ashwani Mishra" userId="15d57bc9-d3a4-4ee8-885b-38ce2f0c857c" providerId="ADAL" clId="{C518B850-0455-4BA2-82A5-B3500F68A098}" dt="2025-04-04T10:43:46.987" v="965" actId="2696"/>
        <pc:sldMkLst>
          <pc:docMk/>
          <pc:sldMk cId="4134089475" sldId="2147376684"/>
        </pc:sldMkLst>
      </pc:sldChg>
      <pc:sldChg chg="del">
        <pc:chgData name="Ashwani Mishra" userId="15d57bc9-d3a4-4ee8-885b-38ce2f0c857c" providerId="ADAL" clId="{C518B850-0455-4BA2-82A5-B3500F68A098}" dt="2025-04-04T10:43:46.987" v="965" actId="2696"/>
        <pc:sldMkLst>
          <pc:docMk/>
          <pc:sldMk cId="2526708367" sldId="2147376685"/>
        </pc:sldMkLst>
      </pc:sldChg>
      <pc:sldChg chg="add">
        <pc:chgData name="Ashwani Mishra" userId="15d57bc9-d3a4-4ee8-885b-38ce2f0c857c" providerId="ADAL" clId="{C518B850-0455-4BA2-82A5-B3500F68A098}" dt="2025-04-04T10:43:49.704" v="966"/>
        <pc:sldMkLst>
          <pc:docMk/>
          <pc:sldMk cId="4070698661" sldId="2147376685"/>
        </pc:sldMkLst>
      </pc:sldChg>
      <pc:sldChg chg="addSp delSp modSp del mod">
        <pc:chgData name="Ashwani Mishra" userId="15d57bc9-d3a4-4ee8-885b-38ce2f0c857c" providerId="ADAL" clId="{C518B850-0455-4BA2-82A5-B3500F68A098}" dt="2025-04-04T10:42:38.543" v="960" actId="47"/>
        <pc:sldMkLst>
          <pc:docMk/>
          <pc:sldMk cId="2909928827" sldId="2147376689"/>
        </pc:sldMkLst>
      </pc:sldChg>
      <pc:sldChg chg="addSp delSp modSp mod">
        <pc:chgData name="Ashwani Mishra" userId="15d57bc9-d3a4-4ee8-885b-38ce2f0c857c" providerId="ADAL" clId="{C518B850-0455-4BA2-82A5-B3500F68A098}" dt="2025-04-04T07:21:01.891" v="556" actId="1036"/>
        <pc:sldMkLst>
          <pc:docMk/>
          <pc:sldMk cId="1019174265" sldId="2147376690"/>
        </pc:sldMkLst>
      </pc:sldChg>
      <pc:sldChg chg="add">
        <pc:chgData name="Ashwani Mishra" userId="15d57bc9-d3a4-4ee8-885b-38ce2f0c857c" providerId="ADAL" clId="{C518B850-0455-4BA2-82A5-B3500F68A098}" dt="2025-04-04T06:14:02.552" v="405"/>
        <pc:sldMkLst>
          <pc:docMk/>
          <pc:sldMk cId="2750648543" sldId="2147376696"/>
        </pc:sldMkLst>
      </pc:sldChg>
      <pc:sldChg chg="add del modNotes">
        <pc:chgData name="Ashwani Mishra" userId="15d57bc9-d3a4-4ee8-885b-38ce2f0c857c" providerId="ADAL" clId="{C518B850-0455-4BA2-82A5-B3500F68A098}" dt="2025-04-04T06:13:58.985" v="404" actId="2696"/>
        <pc:sldMkLst>
          <pc:docMk/>
          <pc:sldMk cId="2832218767" sldId="2147376696"/>
        </pc:sldMkLst>
      </pc:sldChg>
      <pc:sldChg chg="addSp delSp modSp add mod">
        <pc:chgData name="Ashwani Mishra" userId="15d57bc9-d3a4-4ee8-885b-38ce2f0c857c" providerId="ADAL" clId="{C518B850-0455-4BA2-82A5-B3500F68A098}" dt="2025-04-04T10:04:52.408" v="924" actId="20577"/>
        <pc:sldMkLst>
          <pc:docMk/>
          <pc:sldMk cId="607141969" sldId="2147376697"/>
        </pc:sldMkLst>
        <pc:spChg chg="mod">
          <ac:chgData name="Ashwani Mishra" userId="15d57bc9-d3a4-4ee8-885b-38ce2f0c857c" providerId="ADAL" clId="{C518B850-0455-4BA2-82A5-B3500F68A098}" dt="2025-04-04T07:26:43.744" v="582" actId="20577"/>
          <ac:spMkLst>
            <pc:docMk/>
            <pc:sldMk cId="607141969" sldId="2147376697"/>
            <ac:spMk id="2" creationId="{2BA1AFA6-F2B4-EB5E-E731-2ACB41AC5411}"/>
          </ac:spMkLst>
        </pc:spChg>
        <pc:spChg chg="mod">
          <ac:chgData name="Ashwani Mishra" userId="15d57bc9-d3a4-4ee8-885b-38ce2f0c857c" providerId="ADAL" clId="{C518B850-0455-4BA2-82A5-B3500F68A098}" dt="2025-04-04T10:04:52.408" v="924" actId="20577"/>
          <ac:spMkLst>
            <pc:docMk/>
            <pc:sldMk cId="607141969" sldId="2147376697"/>
            <ac:spMk id="11" creationId="{F6039CC4-A3F4-96AD-B5E8-F5862164728A}"/>
          </ac:spMkLst>
        </pc:spChg>
        <pc:picChg chg="add mod modCrop">
          <ac:chgData name="Ashwani Mishra" userId="15d57bc9-d3a4-4ee8-885b-38ce2f0c857c" providerId="ADAL" clId="{C518B850-0455-4BA2-82A5-B3500F68A098}" dt="2025-04-04T07:31:46.648" v="597" actId="1076"/>
          <ac:picMkLst>
            <pc:docMk/>
            <pc:sldMk cId="607141969" sldId="2147376697"/>
            <ac:picMk id="4" creationId="{26468963-1A1D-6CCB-890B-2B13ECE5CE0A}"/>
          </ac:picMkLst>
        </pc:picChg>
      </pc:sldChg>
      <pc:sldChg chg="add del">
        <pc:chgData name="Ashwani Mishra" userId="15d57bc9-d3a4-4ee8-885b-38ce2f0c857c" providerId="ADAL" clId="{C518B850-0455-4BA2-82A5-B3500F68A098}" dt="2025-03-05T06:24:40.352" v="125" actId="47"/>
        <pc:sldMkLst>
          <pc:docMk/>
          <pc:sldMk cId="835653825" sldId="2147376697"/>
        </pc:sldMkLst>
      </pc:sldChg>
      <pc:sldChg chg="add del">
        <pc:chgData name="Ashwani Mishra" userId="15d57bc9-d3a4-4ee8-885b-38ce2f0c857c" providerId="ADAL" clId="{C518B850-0455-4BA2-82A5-B3500F68A098}" dt="2025-03-22T08:02:55.488" v="342" actId="47"/>
        <pc:sldMkLst>
          <pc:docMk/>
          <pc:sldMk cId="2893904174" sldId="2147376697"/>
        </pc:sldMkLst>
      </pc:sldChg>
      <pc:sldChg chg="addSp delSp modSp add mod">
        <pc:chgData name="Ashwani Mishra" userId="15d57bc9-d3a4-4ee8-885b-38ce2f0c857c" providerId="ADAL" clId="{C518B850-0455-4BA2-82A5-B3500F68A098}" dt="2025-04-04T10:43:02.988" v="964" actId="27918"/>
        <pc:sldMkLst>
          <pc:docMk/>
          <pc:sldMk cId="361170820" sldId="2147376698"/>
        </pc:sldMkLst>
        <pc:graphicFrameChg chg="add mod">
          <ac:chgData name="Ashwani Mishra" userId="15d57bc9-d3a4-4ee8-885b-38ce2f0c857c" providerId="ADAL" clId="{C518B850-0455-4BA2-82A5-B3500F68A098}" dt="2025-04-04T10:42:57.644" v="961"/>
          <ac:graphicFrameMkLst>
            <pc:docMk/>
            <pc:sldMk cId="361170820" sldId="2147376698"/>
            <ac:graphicFrameMk id="3" creationId="{59657828-FC13-8386-9456-BA0447065C2C}"/>
          </ac:graphicFrameMkLst>
        </pc:graphicFrameChg>
      </pc:sldChg>
      <pc:sldChg chg="addSp delSp modSp add mod">
        <pc:chgData name="Ashwani Mishra" userId="15d57bc9-d3a4-4ee8-885b-38ce2f0c857c" providerId="ADAL" clId="{C518B850-0455-4BA2-82A5-B3500F68A098}" dt="2025-04-04T11:00:50.100" v="977" actId="1076"/>
        <pc:sldMkLst>
          <pc:docMk/>
          <pc:sldMk cId="1986124842" sldId="2147376699"/>
        </pc:sldMkLst>
        <pc:picChg chg="add mod modCrop">
          <ac:chgData name="Ashwani Mishra" userId="15d57bc9-d3a4-4ee8-885b-38ce2f0c857c" providerId="ADAL" clId="{C518B850-0455-4BA2-82A5-B3500F68A098}" dt="2025-04-04T11:00:50.100" v="977" actId="1076"/>
          <ac:picMkLst>
            <pc:docMk/>
            <pc:sldMk cId="1986124842" sldId="2147376699"/>
            <ac:picMk id="5" creationId="{DF9F66A8-C22D-1EF9-D399-B9B6D4A16F6E}"/>
          </ac:picMkLst>
        </pc:picChg>
      </pc:sldChg>
    </pc:docChg>
  </pc:docChgLst>
  <pc:docChgLst>
    <pc:chgData name="Ashwani Mishra" userId="15d57bc9-d3a4-4ee8-885b-38ce2f0c857c" providerId="ADAL" clId="{B537D250-D28E-47FE-8F52-5CE2CD688063}"/>
    <pc:docChg chg="undo redo custSel addSld delSld modSld sldOrd">
      <pc:chgData name="Ashwani Mishra" userId="15d57bc9-d3a4-4ee8-885b-38ce2f0c857c" providerId="ADAL" clId="{B537D250-D28E-47FE-8F52-5CE2CD688063}" dt="2025-02-05T10:16:24.866" v="1266" actId="1440"/>
      <pc:docMkLst>
        <pc:docMk/>
      </pc:docMkLst>
      <pc:sldChg chg="addSp delSp modSp add del mod">
        <pc:chgData name="Ashwani Mishra" userId="15d57bc9-d3a4-4ee8-885b-38ce2f0c857c" providerId="ADAL" clId="{B537D250-D28E-47FE-8F52-5CE2CD688063}" dt="2025-02-03T09:06:00.857" v="1026" actId="47"/>
        <pc:sldMkLst>
          <pc:docMk/>
          <pc:sldMk cId="2101188520" sldId="385"/>
        </pc:sldMkLst>
      </pc:sldChg>
      <pc:sldChg chg="modSp mod">
        <pc:chgData name="Ashwani Mishra" userId="15d57bc9-d3a4-4ee8-885b-38ce2f0c857c" providerId="ADAL" clId="{B537D250-D28E-47FE-8F52-5CE2CD688063}" dt="2025-02-02T11:13:01.492" v="7" actId="20577"/>
        <pc:sldMkLst>
          <pc:docMk/>
          <pc:sldMk cId="3110451535" sldId="3307"/>
        </pc:sldMkLst>
        <pc:spChg chg="mod">
          <ac:chgData name="Ashwani Mishra" userId="15d57bc9-d3a4-4ee8-885b-38ce2f0c857c" providerId="ADAL" clId="{B537D250-D28E-47FE-8F52-5CE2CD688063}" dt="2025-02-02T11:13:01.492" v="7" actId="20577"/>
          <ac:spMkLst>
            <pc:docMk/>
            <pc:sldMk cId="3110451535" sldId="3307"/>
            <ac:spMk id="3" creationId="{B04C3EBF-320C-4FC4-92E7-4C75C9E4A50D}"/>
          </ac:spMkLst>
        </pc:spChg>
      </pc:sldChg>
      <pc:sldChg chg="modSp mod">
        <pc:chgData name="Ashwani Mishra" userId="15d57bc9-d3a4-4ee8-885b-38ce2f0c857c" providerId="ADAL" clId="{B537D250-D28E-47FE-8F52-5CE2CD688063}" dt="2025-02-04T10:28:18.956" v="1256" actId="20577"/>
        <pc:sldMkLst>
          <pc:docMk/>
          <pc:sldMk cId="3472556136" sldId="3367"/>
        </pc:sldMkLst>
      </pc:sldChg>
      <pc:sldChg chg="addSp delSp modSp mod">
        <pc:chgData name="Ashwani Mishra" userId="15d57bc9-d3a4-4ee8-885b-38ce2f0c857c" providerId="ADAL" clId="{B537D250-D28E-47FE-8F52-5CE2CD688063}" dt="2025-02-04T05:52:02.650" v="1242" actId="1036"/>
        <pc:sldMkLst>
          <pc:docMk/>
          <pc:sldMk cId="1745068061" sldId="2147376204"/>
        </pc:sldMkLst>
        <pc:picChg chg="add mod modCrop">
          <ac:chgData name="Ashwani Mishra" userId="15d57bc9-d3a4-4ee8-885b-38ce2f0c857c" providerId="ADAL" clId="{B537D250-D28E-47FE-8F52-5CE2CD688063}" dt="2025-02-04T05:51:43.806" v="1237" actId="1036"/>
          <ac:picMkLst>
            <pc:docMk/>
            <pc:sldMk cId="1745068061" sldId="2147376204"/>
            <ac:picMk id="6" creationId="{48FA74C6-8BC0-D9F4-381B-A75836617692}"/>
          </ac:picMkLst>
        </pc:picChg>
        <pc:picChg chg="add mod modCrop">
          <ac:chgData name="Ashwani Mishra" userId="15d57bc9-d3a4-4ee8-885b-38ce2f0c857c" providerId="ADAL" clId="{B537D250-D28E-47FE-8F52-5CE2CD688063}" dt="2025-02-04T05:52:02.650" v="1242" actId="1036"/>
          <ac:picMkLst>
            <pc:docMk/>
            <pc:sldMk cId="1745068061" sldId="2147376204"/>
            <ac:picMk id="8" creationId="{D6E7FBDA-D300-2D79-F1B8-D3321086B683}"/>
          </ac:picMkLst>
        </pc:picChg>
      </pc:sldChg>
      <pc:sldChg chg="addSp delSp modSp add mod ord">
        <pc:chgData name="Ashwani Mishra" userId="15d57bc9-d3a4-4ee8-885b-38ce2f0c857c" providerId="ADAL" clId="{B537D250-D28E-47FE-8F52-5CE2CD688063}" dt="2025-02-03T09:28:13.819" v="1179"/>
        <pc:sldMkLst>
          <pc:docMk/>
          <pc:sldMk cId="656993355" sldId="2147376614"/>
        </pc:sldMkLst>
        <pc:spChg chg="add mod">
          <ac:chgData name="Ashwani Mishra" userId="15d57bc9-d3a4-4ee8-885b-38ce2f0c857c" providerId="ADAL" clId="{B537D250-D28E-47FE-8F52-5CE2CD688063}" dt="2025-02-03T09:28:07.831" v="1177"/>
          <ac:spMkLst>
            <pc:docMk/>
            <pc:sldMk cId="656993355" sldId="2147376614"/>
            <ac:spMk id="2" creationId="{226A7392-66B2-C1CE-D986-3C4C108E87CA}"/>
          </ac:spMkLst>
        </pc:spChg>
      </pc:sldChg>
      <pc:sldChg chg="modSp">
        <pc:chgData name="Ashwani Mishra" userId="15d57bc9-d3a4-4ee8-885b-38ce2f0c857c" providerId="ADAL" clId="{B537D250-D28E-47FE-8F52-5CE2CD688063}" dt="2025-02-03T07:16:23.961" v="659" actId="20577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B537D250-D28E-47FE-8F52-5CE2CD688063}" dt="2025-02-03T07:16:23.961" v="659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addSp delSp modSp mod">
        <pc:chgData name="Ashwani Mishra" userId="15d57bc9-d3a4-4ee8-885b-38ce2f0c857c" providerId="ADAL" clId="{B537D250-D28E-47FE-8F52-5CE2CD688063}" dt="2025-02-02T11:46:24.916" v="260" actId="1036"/>
        <pc:sldMkLst>
          <pc:docMk/>
          <pc:sldMk cId="222882548" sldId="2147376618"/>
        </pc:sldMkLst>
        <pc:picChg chg="add del mod modCrop">
          <ac:chgData name="Ashwani Mishra" userId="15d57bc9-d3a4-4ee8-885b-38ce2f0c857c" providerId="ADAL" clId="{B537D250-D28E-47FE-8F52-5CE2CD688063}" dt="2025-02-02T11:46:17.776" v="257" actId="1440"/>
          <ac:picMkLst>
            <pc:docMk/>
            <pc:sldMk cId="222882548" sldId="2147376618"/>
            <ac:picMk id="4" creationId="{4089E424-C1A0-F58E-68B0-20EFF2B5014B}"/>
          </ac:picMkLst>
        </pc:picChg>
        <pc:picChg chg="mod">
          <ac:chgData name="Ashwani Mishra" userId="15d57bc9-d3a4-4ee8-885b-38ce2f0c857c" providerId="ADAL" clId="{B537D250-D28E-47FE-8F52-5CE2CD688063}" dt="2025-02-02T11:46:24.916" v="260" actId="1036"/>
          <ac:picMkLst>
            <pc:docMk/>
            <pc:sldMk cId="222882548" sldId="2147376618"/>
            <ac:picMk id="11" creationId="{4096B074-F6BD-F854-6A4D-06C9CE99F000}"/>
          </ac:picMkLst>
        </pc:picChg>
      </pc:sldChg>
      <pc:sldChg chg="modSp mod">
        <pc:chgData name="Ashwani Mishra" userId="15d57bc9-d3a4-4ee8-885b-38ce2f0c857c" providerId="ADAL" clId="{B537D250-D28E-47FE-8F52-5CE2CD688063}" dt="2025-02-03T08:45:02.341" v="932" actId="20577"/>
        <pc:sldMkLst>
          <pc:docMk/>
          <pc:sldMk cId="671220431" sldId="2147376622"/>
        </pc:sldMkLst>
        <pc:spChg chg="mod">
          <ac:chgData name="Ashwani Mishra" userId="15d57bc9-d3a4-4ee8-885b-38ce2f0c857c" providerId="ADAL" clId="{B537D250-D28E-47FE-8F52-5CE2CD688063}" dt="2025-02-03T08:43:58.254" v="912" actId="20577"/>
          <ac:spMkLst>
            <pc:docMk/>
            <pc:sldMk cId="671220431" sldId="2147376622"/>
            <ac:spMk id="9" creationId="{2CCAC915-4E84-C25E-297F-D79A6FE9DB4D}"/>
          </ac:spMkLst>
        </pc:spChg>
        <pc:graphicFrameChg chg="mod modGraphic">
          <ac:chgData name="Ashwani Mishra" userId="15d57bc9-d3a4-4ee8-885b-38ce2f0c857c" providerId="ADAL" clId="{B537D250-D28E-47FE-8F52-5CE2CD688063}" dt="2025-02-03T08:45:02.341" v="932" actId="20577"/>
          <ac:graphicFrameMkLst>
            <pc:docMk/>
            <pc:sldMk cId="671220431" sldId="2147376622"/>
            <ac:graphicFrameMk id="3" creationId="{19971F04-8E48-1875-59DC-F3FBB90E0F59}"/>
          </ac:graphicFrameMkLst>
        </pc:graphicFrameChg>
        <pc:graphicFrameChg chg="mod modGraphic">
          <ac:chgData name="Ashwani Mishra" userId="15d57bc9-d3a4-4ee8-885b-38ce2f0c857c" providerId="ADAL" clId="{B537D250-D28E-47FE-8F52-5CE2CD688063}" dt="2025-02-02T11:23:44.627" v="180" actId="207"/>
          <ac:graphicFrameMkLst>
            <pc:docMk/>
            <pc:sldMk cId="671220431" sldId="2147376622"/>
            <ac:graphicFrameMk id="7" creationId="{105134F6-2FB1-2010-DDFC-12D763398F76}"/>
          </ac:graphicFrameMkLst>
        </pc:graphicFrameChg>
        <pc:graphicFrameChg chg="mod modGraphic">
          <ac:chgData name="Ashwani Mishra" userId="15d57bc9-d3a4-4ee8-885b-38ce2f0c857c" providerId="ADAL" clId="{B537D250-D28E-47FE-8F52-5CE2CD688063}" dt="2025-02-02T11:23:47.055" v="181" actId="207"/>
          <ac:graphicFrameMkLst>
            <pc:docMk/>
            <pc:sldMk cId="671220431" sldId="2147376622"/>
            <ac:graphicFrameMk id="10" creationId="{BFAE0F55-1EE1-004E-101A-1508A8E7284E}"/>
          </ac:graphicFrameMkLst>
        </pc:graphicFrameChg>
        <pc:picChg chg="mod">
          <ac:chgData name="Ashwani Mishra" userId="15d57bc9-d3a4-4ee8-885b-38ce2f0c857c" providerId="ADAL" clId="{B537D250-D28E-47FE-8F52-5CE2CD688063}" dt="2025-02-02T11:22:15.745" v="99" actId="1035"/>
          <ac:picMkLst>
            <pc:docMk/>
            <pc:sldMk cId="671220431" sldId="2147376622"/>
            <ac:picMk id="5" creationId="{DCC57C14-108B-33F7-D7CD-FDE226185A8B}"/>
          </ac:picMkLst>
        </pc:picChg>
        <pc:picChg chg="mod">
          <ac:chgData name="Ashwani Mishra" userId="15d57bc9-d3a4-4ee8-885b-38ce2f0c857c" providerId="ADAL" clId="{B537D250-D28E-47FE-8F52-5CE2CD688063}" dt="2025-02-02T11:22:15.745" v="99" actId="1035"/>
          <ac:picMkLst>
            <pc:docMk/>
            <pc:sldMk cId="671220431" sldId="2147376622"/>
            <ac:picMk id="11" creationId="{5F5C7658-4723-FB67-3FAC-6D850F535617}"/>
          </ac:picMkLst>
        </pc:picChg>
        <pc:cxnChg chg="mod">
          <ac:chgData name="Ashwani Mishra" userId="15d57bc9-d3a4-4ee8-885b-38ce2f0c857c" providerId="ADAL" clId="{B537D250-D28E-47FE-8F52-5CE2CD688063}" dt="2025-02-02T11:22:26.753" v="115" actId="1036"/>
          <ac:cxnSpMkLst>
            <pc:docMk/>
            <pc:sldMk cId="671220431" sldId="2147376622"/>
            <ac:cxnSpMk id="2" creationId="{921855FB-BDB9-8801-41C2-A86A3E563681}"/>
          </ac:cxnSpMkLst>
        </pc:cxnChg>
        <pc:cxnChg chg="mod">
          <ac:chgData name="Ashwani Mishra" userId="15d57bc9-d3a4-4ee8-885b-38ce2f0c857c" providerId="ADAL" clId="{B537D250-D28E-47FE-8F52-5CE2CD688063}" dt="2025-02-02T11:22:26.753" v="115" actId="1036"/>
          <ac:cxnSpMkLst>
            <pc:docMk/>
            <pc:sldMk cId="671220431" sldId="2147376622"/>
            <ac:cxnSpMk id="8" creationId="{9521F52C-0F3E-BAFD-9BE1-2D10ED8C6A44}"/>
          </ac:cxnSpMkLst>
        </pc:cxnChg>
        <pc:cxnChg chg="mod">
          <ac:chgData name="Ashwani Mishra" userId="15d57bc9-d3a4-4ee8-885b-38ce2f0c857c" providerId="ADAL" clId="{B537D250-D28E-47FE-8F52-5CE2CD688063}" dt="2025-02-02T11:22:31.899" v="125" actId="1035"/>
          <ac:cxnSpMkLst>
            <pc:docMk/>
            <pc:sldMk cId="671220431" sldId="2147376622"/>
            <ac:cxnSpMk id="12" creationId="{2A44E574-45CE-30C2-F1F7-35FDD4F2258C}"/>
          </ac:cxnSpMkLst>
        </pc:cxnChg>
      </pc:sldChg>
      <pc:sldChg chg="modSp mod">
        <pc:chgData name="Ashwani Mishra" userId="15d57bc9-d3a4-4ee8-885b-38ce2f0c857c" providerId="ADAL" clId="{B537D250-D28E-47FE-8F52-5CE2CD688063}" dt="2025-02-03T08:53:26.037" v="985" actId="113"/>
        <pc:sldMkLst>
          <pc:docMk/>
          <pc:sldMk cId="1755734688" sldId="2147376623"/>
        </pc:sldMkLst>
        <pc:spChg chg="mod">
          <ac:chgData name="Ashwani Mishra" userId="15d57bc9-d3a4-4ee8-885b-38ce2f0c857c" providerId="ADAL" clId="{B537D250-D28E-47FE-8F52-5CE2CD688063}" dt="2025-02-03T08:52:22.406" v="981" actId="20577"/>
          <ac:spMkLst>
            <pc:docMk/>
            <pc:sldMk cId="1755734688" sldId="2147376623"/>
            <ac:spMk id="2" creationId="{497AA5F4-2BF4-754B-C988-CEC95A4F836D}"/>
          </ac:spMkLst>
        </pc:spChg>
        <pc:graphicFrameChg chg="mod modGraphic">
          <ac:chgData name="Ashwani Mishra" userId="15d57bc9-d3a4-4ee8-885b-38ce2f0c857c" providerId="ADAL" clId="{B537D250-D28E-47FE-8F52-5CE2CD688063}" dt="2025-02-03T08:53:26.037" v="985" actId="113"/>
          <ac:graphicFrameMkLst>
            <pc:docMk/>
            <pc:sldMk cId="1755734688" sldId="2147376623"/>
            <ac:graphicFrameMk id="4" creationId="{ADE4B82E-9585-0441-E45B-77DB04738F1E}"/>
          </ac:graphicFrameMkLst>
        </pc:graphicFrameChg>
      </pc:sldChg>
      <pc:sldChg chg="add">
        <pc:chgData name="Ashwani Mishra" userId="15d57bc9-d3a4-4ee8-885b-38ce2f0c857c" providerId="ADAL" clId="{B537D250-D28E-47FE-8F52-5CE2CD688063}" dt="2025-02-02T11:18:32.783" v="40"/>
        <pc:sldMkLst>
          <pc:docMk/>
          <pc:sldMk cId="1389862559" sldId="2147376631"/>
        </pc:sldMkLst>
      </pc:sldChg>
      <pc:sldChg chg="add del">
        <pc:chgData name="Ashwani Mishra" userId="15d57bc9-d3a4-4ee8-885b-38ce2f0c857c" providerId="ADAL" clId="{B537D250-D28E-47FE-8F52-5CE2CD688063}" dt="2025-02-02T11:18:30.115" v="39" actId="2696"/>
        <pc:sldMkLst>
          <pc:docMk/>
          <pc:sldMk cId="4220677631" sldId="2147376631"/>
        </pc:sldMkLst>
      </pc:sldChg>
      <pc:sldChg chg="modSp mod">
        <pc:chgData name="Ashwani Mishra" userId="15d57bc9-d3a4-4ee8-885b-38ce2f0c857c" providerId="ADAL" clId="{B537D250-D28E-47FE-8F52-5CE2CD688063}" dt="2025-02-03T08:54:05.515" v="991" actId="113"/>
        <pc:sldMkLst>
          <pc:docMk/>
          <pc:sldMk cId="608555455" sldId="2147376635"/>
        </pc:sldMkLst>
        <pc:spChg chg="mod">
          <ac:chgData name="Ashwani Mishra" userId="15d57bc9-d3a4-4ee8-885b-38ce2f0c857c" providerId="ADAL" clId="{B537D250-D28E-47FE-8F52-5CE2CD688063}" dt="2025-02-03T08:54:05.515" v="991" actId="113"/>
          <ac:spMkLst>
            <pc:docMk/>
            <pc:sldMk cId="608555455" sldId="2147376635"/>
            <ac:spMk id="2" creationId="{D58CE5F8-F648-B356-4508-938A7D4C0337}"/>
          </ac:spMkLst>
        </pc:spChg>
        <pc:graphicFrameChg chg="mod modGraphic">
          <ac:chgData name="Ashwani Mishra" userId="15d57bc9-d3a4-4ee8-885b-38ce2f0c857c" providerId="ADAL" clId="{B537D250-D28E-47FE-8F52-5CE2CD688063}" dt="2025-02-03T08:49:01.713" v="940" actId="113"/>
          <ac:graphicFrameMkLst>
            <pc:docMk/>
            <pc:sldMk cId="608555455" sldId="2147376635"/>
            <ac:graphicFrameMk id="4" creationId="{ADE4B82E-9585-0441-E45B-77DB04738F1E}"/>
          </ac:graphicFrameMkLst>
        </pc:graphicFrameChg>
      </pc:sldChg>
      <pc:sldChg chg="addSp delSp modSp mod">
        <pc:chgData name="Ashwani Mishra" userId="15d57bc9-d3a4-4ee8-885b-38ce2f0c857c" providerId="ADAL" clId="{B537D250-D28E-47FE-8F52-5CE2CD688063}" dt="2025-02-02T17:31:17.478" v="357"/>
        <pc:sldMkLst>
          <pc:docMk/>
          <pc:sldMk cId="3839465103" sldId="2147376636"/>
        </pc:sldMkLst>
        <pc:picChg chg="add mod">
          <ac:chgData name="Ashwani Mishra" userId="15d57bc9-d3a4-4ee8-885b-38ce2f0c857c" providerId="ADAL" clId="{B537D250-D28E-47FE-8F52-5CE2CD688063}" dt="2025-02-02T17:31:17.478" v="357"/>
          <ac:picMkLst>
            <pc:docMk/>
            <pc:sldMk cId="3839465103" sldId="2147376636"/>
            <ac:picMk id="4" creationId="{332478B0-CB67-664F-B257-C14725EA9F3E}"/>
          </ac:picMkLst>
        </pc:picChg>
        <pc:picChg chg="add mod">
          <ac:chgData name="Ashwani Mishra" userId="15d57bc9-d3a4-4ee8-885b-38ce2f0c857c" providerId="ADAL" clId="{B537D250-D28E-47FE-8F52-5CE2CD688063}" dt="2025-02-02T17:31:17.478" v="357"/>
          <ac:picMkLst>
            <pc:docMk/>
            <pc:sldMk cId="3839465103" sldId="2147376636"/>
            <ac:picMk id="6" creationId="{FCD3F0C9-9E8A-D7F4-BC33-7A1D2F661FC2}"/>
          </ac:picMkLst>
        </pc:picChg>
      </pc:sldChg>
      <pc:sldChg chg="addSp delSp modSp mod">
        <pc:chgData name="Ashwani Mishra" userId="15d57bc9-d3a4-4ee8-885b-38ce2f0c857c" providerId="ADAL" clId="{B537D250-D28E-47FE-8F52-5CE2CD688063}" dt="2025-02-05T10:16:24.866" v="1266" actId="1440"/>
        <pc:sldMkLst>
          <pc:docMk/>
          <pc:sldMk cId="3904791787" sldId="2147376640"/>
        </pc:sldMkLst>
        <pc:spChg chg="mod">
          <ac:chgData name="Ashwani Mishra" userId="15d57bc9-d3a4-4ee8-885b-38ce2f0c857c" providerId="ADAL" clId="{B537D250-D28E-47FE-8F52-5CE2CD688063}" dt="2025-02-03T08:23:39.239" v="895" actId="113"/>
          <ac:spMkLst>
            <pc:docMk/>
            <pc:sldMk cId="3904791787" sldId="2147376640"/>
            <ac:spMk id="543" creationId="{00000000-0000-0000-0000-000000000000}"/>
          </ac:spMkLst>
        </pc:spChg>
        <pc:picChg chg="add mod">
          <ac:chgData name="Ashwani Mishra" userId="15d57bc9-d3a4-4ee8-885b-38ce2f0c857c" providerId="ADAL" clId="{B537D250-D28E-47FE-8F52-5CE2CD688063}" dt="2025-02-02T11:16:47.841" v="36"/>
          <ac:picMkLst>
            <pc:docMk/>
            <pc:sldMk cId="3904791787" sldId="2147376640"/>
            <ac:picMk id="5" creationId="{2D4780A0-0C8C-FEBB-B3E6-1B83C703CE32}"/>
          </ac:picMkLst>
        </pc:picChg>
        <pc:picChg chg="add mod modCrop">
          <ac:chgData name="Ashwani Mishra" userId="15d57bc9-d3a4-4ee8-885b-38ce2f0c857c" providerId="ADAL" clId="{B537D250-D28E-47FE-8F52-5CE2CD688063}" dt="2025-02-05T10:16:24.866" v="1266" actId="1440"/>
          <ac:picMkLst>
            <pc:docMk/>
            <pc:sldMk cId="3904791787" sldId="2147376640"/>
            <ac:picMk id="7" creationId="{6F409F97-CAAF-A4C3-6891-0CB4ABE6E5AE}"/>
          </ac:picMkLst>
        </pc:picChg>
      </pc:sldChg>
      <pc:sldChg chg="modSp mod">
        <pc:chgData name="Ashwani Mishra" userId="15d57bc9-d3a4-4ee8-885b-38ce2f0c857c" providerId="ADAL" clId="{B537D250-D28E-47FE-8F52-5CE2CD688063}" dt="2025-02-03T08:51:27.582" v="969" actId="20577"/>
        <pc:sldMkLst>
          <pc:docMk/>
          <pc:sldMk cId="3708434273" sldId="2147376643"/>
        </pc:sldMkLst>
        <pc:spChg chg="mod">
          <ac:chgData name="Ashwani Mishra" userId="15d57bc9-d3a4-4ee8-885b-38ce2f0c857c" providerId="ADAL" clId="{B537D250-D28E-47FE-8F52-5CE2CD688063}" dt="2025-02-03T08:50:18.193" v="945" actId="20577"/>
          <ac:spMkLst>
            <pc:docMk/>
            <pc:sldMk cId="3708434273" sldId="2147376643"/>
            <ac:spMk id="5" creationId="{347970E9-482B-4E43-833F-84BA8C166588}"/>
          </ac:spMkLst>
        </pc:spChg>
        <pc:graphicFrameChg chg="modGraphic">
          <ac:chgData name="Ashwani Mishra" userId="15d57bc9-d3a4-4ee8-885b-38ce2f0c857c" providerId="ADAL" clId="{B537D250-D28E-47FE-8F52-5CE2CD688063}" dt="2025-02-03T08:51:27.582" v="969" actId="20577"/>
          <ac:graphicFrameMkLst>
            <pc:docMk/>
            <pc:sldMk cId="3708434273" sldId="2147376643"/>
            <ac:graphicFrameMk id="2" creationId="{AC9A5841-FEB7-30FF-56BB-6F5A03B3279E}"/>
          </ac:graphicFrameMkLst>
        </pc:graphicFrameChg>
        <pc:graphicFrameChg chg="modGraphic">
          <ac:chgData name="Ashwani Mishra" userId="15d57bc9-d3a4-4ee8-885b-38ce2f0c857c" providerId="ADAL" clId="{B537D250-D28E-47FE-8F52-5CE2CD688063}" dt="2025-02-02T11:23:51.357" v="182" actId="207"/>
          <ac:graphicFrameMkLst>
            <pc:docMk/>
            <pc:sldMk cId="3708434273" sldId="2147376643"/>
            <ac:graphicFrameMk id="7" creationId="{105134F6-2FB1-2010-DDFC-12D763398F76}"/>
          </ac:graphicFrameMkLst>
        </pc:graphicFrameChg>
        <pc:graphicFrameChg chg="modGraphic">
          <ac:chgData name="Ashwani Mishra" userId="15d57bc9-d3a4-4ee8-885b-38ce2f0c857c" providerId="ADAL" clId="{B537D250-D28E-47FE-8F52-5CE2CD688063}" dt="2025-02-02T11:23:53.700" v="183" actId="207"/>
          <ac:graphicFrameMkLst>
            <pc:docMk/>
            <pc:sldMk cId="3708434273" sldId="2147376643"/>
            <ac:graphicFrameMk id="10" creationId="{BFAE0F55-1EE1-004E-101A-1508A8E7284E}"/>
          </ac:graphicFrameMkLst>
        </pc:graphicFrameChg>
      </pc:sldChg>
      <pc:sldChg chg="modSp mod">
        <pc:chgData name="Ashwani Mishra" userId="15d57bc9-d3a4-4ee8-885b-38ce2f0c857c" providerId="ADAL" clId="{B537D250-D28E-47FE-8F52-5CE2CD688063}" dt="2025-02-02T18:03:46.711" v="619" actId="20577"/>
        <pc:sldMkLst>
          <pc:docMk/>
          <pc:sldMk cId="2245506137" sldId="2147376645"/>
        </pc:sldMkLst>
      </pc:sldChg>
      <pc:sldChg chg="modSp mod">
        <pc:chgData name="Ashwani Mishra" userId="15d57bc9-d3a4-4ee8-885b-38ce2f0c857c" providerId="ADAL" clId="{B537D250-D28E-47FE-8F52-5CE2CD688063}" dt="2025-02-03T07:35:25.383" v="839" actId="20577"/>
        <pc:sldMkLst>
          <pc:docMk/>
          <pc:sldMk cId="700056733" sldId="2147376651"/>
        </pc:sldMkLst>
      </pc:sldChg>
      <pc:sldChg chg="addSp delSp modSp mod">
        <pc:chgData name="Ashwani Mishra" userId="15d57bc9-d3a4-4ee8-885b-38ce2f0c857c" providerId="ADAL" clId="{B537D250-D28E-47FE-8F52-5CE2CD688063}" dt="2025-02-02T17:40:33.626" v="401" actId="1440"/>
        <pc:sldMkLst>
          <pc:docMk/>
          <pc:sldMk cId="2786021414" sldId="2147376656"/>
        </pc:sldMkLst>
      </pc:sldChg>
      <pc:sldChg chg="add">
        <pc:chgData name="Ashwani Mishra" userId="15d57bc9-d3a4-4ee8-885b-38ce2f0c857c" providerId="ADAL" clId="{B537D250-D28E-47FE-8F52-5CE2CD688063}" dt="2025-02-03T07:16:01.019" v="655"/>
        <pc:sldMkLst>
          <pc:docMk/>
          <pc:sldMk cId="1507252548" sldId="2147376657"/>
        </pc:sldMkLst>
      </pc:sldChg>
      <pc:sldChg chg="modSp del mod">
        <pc:chgData name="Ashwani Mishra" userId="15d57bc9-d3a4-4ee8-885b-38ce2f0c857c" providerId="ADAL" clId="{B537D250-D28E-47FE-8F52-5CE2CD688063}" dt="2025-02-03T07:15:35.462" v="654" actId="2696"/>
        <pc:sldMkLst>
          <pc:docMk/>
          <pc:sldMk cId="2693517489" sldId="2147376657"/>
        </pc:sldMkLst>
      </pc:sldChg>
      <pc:sldChg chg="del">
        <pc:chgData name="Ashwani Mishra" userId="15d57bc9-d3a4-4ee8-885b-38ce2f0c857c" providerId="ADAL" clId="{B537D250-D28E-47FE-8F52-5CE2CD688063}" dt="2025-02-02T17:35:40.343" v="372" actId="47"/>
        <pc:sldMkLst>
          <pc:docMk/>
          <pc:sldMk cId="74037938" sldId="2147376660"/>
        </pc:sldMkLst>
      </pc:sldChg>
      <pc:sldChg chg="addSp delSp modSp mod">
        <pc:chgData name="Ashwani Mishra" userId="15d57bc9-d3a4-4ee8-885b-38ce2f0c857c" providerId="ADAL" clId="{B537D250-D28E-47FE-8F52-5CE2CD688063}" dt="2025-02-03T08:09:03.121" v="894" actId="164"/>
        <pc:sldMkLst>
          <pc:docMk/>
          <pc:sldMk cId="1913025398" sldId="2147376677"/>
        </pc:sldMkLst>
        <pc:grpChg chg="add mod">
          <ac:chgData name="Ashwani Mishra" userId="15d57bc9-d3a4-4ee8-885b-38ce2f0c857c" providerId="ADAL" clId="{B537D250-D28E-47FE-8F52-5CE2CD688063}" dt="2025-02-03T08:09:03.121" v="894" actId="164"/>
          <ac:grpSpMkLst>
            <pc:docMk/>
            <pc:sldMk cId="1913025398" sldId="2147376677"/>
            <ac:grpSpMk id="6" creationId="{536F69FA-BF19-69F1-DDCA-822FF30F601F}"/>
          </ac:grpSpMkLst>
        </pc:grpChg>
        <pc:picChg chg="add mod ord modCrop">
          <ac:chgData name="Ashwani Mishra" userId="15d57bc9-d3a4-4ee8-885b-38ce2f0c857c" providerId="ADAL" clId="{B537D250-D28E-47FE-8F52-5CE2CD688063}" dt="2025-02-03T08:09:03.121" v="894" actId="164"/>
          <ac:picMkLst>
            <pc:docMk/>
            <pc:sldMk cId="1913025398" sldId="2147376677"/>
            <ac:picMk id="5" creationId="{F768CF70-0CD7-A953-FAEF-7ABFCFD721F2}"/>
          </ac:picMkLst>
        </pc:picChg>
        <pc:picChg chg="add del mod topLvl">
          <ac:chgData name="Ashwani Mishra" userId="15d57bc9-d3a4-4ee8-885b-38ce2f0c857c" providerId="ADAL" clId="{B537D250-D28E-47FE-8F52-5CE2CD688063}" dt="2025-02-03T08:09:03.121" v="894" actId="164"/>
          <ac:picMkLst>
            <pc:docMk/>
            <pc:sldMk cId="1913025398" sldId="2147376677"/>
            <ac:picMk id="19" creationId="{DD3F5F55-E793-8789-9102-D858C2C77A6B}"/>
          </ac:picMkLst>
        </pc:picChg>
      </pc:sldChg>
      <pc:sldChg chg="modSp">
        <pc:chgData name="Ashwani Mishra" userId="15d57bc9-d3a4-4ee8-885b-38ce2f0c857c" providerId="ADAL" clId="{B537D250-D28E-47FE-8F52-5CE2CD688063}" dt="2025-02-03T07:16:42.545" v="667" actId="20577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B537D250-D28E-47FE-8F52-5CE2CD688063}" dt="2025-02-03T07:16:42.545" v="667" actId="20577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B537D250-D28E-47FE-8F52-5CE2CD688063}" dt="2025-02-03T07:21:17.973" v="703" actId="20577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B537D250-D28E-47FE-8F52-5CE2CD688063}" dt="2025-02-03T07:21:17.973" v="703" actId="20577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B537D250-D28E-47FE-8F52-5CE2CD688063}" dt="2025-02-03T07:27:24.953" v="733" actId="20577"/>
        <pc:sldMkLst>
          <pc:docMk/>
          <pc:sldMk cId="2874477601" sldId="2147376680"/>
        </pc:sldMkLst>
      </pc:sldChg>
      <pc:sldChg chg="modSp">
        <pc:chgData name="Ashwani Mishra" userId="15d57bc9-d3a4-4ee8-885b-38ce2f0c857c" providerId="ADAL" clId="{B537D250-D28E-47FE-8F52-5CE2CD688063}" dt="2025-02-03T07:35:00.028" v="835" actId="20577"/>
        <pc:sldMkLst>
          <pc:docMk/>
          <pc:sldMk cId="2883708937" sldId="2147376681"/>
        </pc:sldMkLst>
      </pc:sldChg>
      <pc:sldChg chg="addSp delSp modSp mod">
        <pc:chgData name="Ashwani Mishra" userId="15d57bc9-d3a4-4ee8-885b-38ce2f0c857c" providerId="ADAL" clId="{B537D250-D28E-47FE-8F52-5CE2CD688063}" dt="2025-02-03T09:23:31.440" v="1033" actId="113"/>
        <pc:sldMkLst>
          <pc:docMk/>
          <pc:sldMk cId="2821300075" sldId="2147376683"/>
        </pc:sldMkLst>
        <pc:spChg chg="mod">
          <ac:chgData name="Ashwani Mishra" userId="15d57bc9-d3a4-4ee8-885b-38ce2f0c857c" providerId="ADAL" clId="{B537D250-D28E-47FE-8F52-5CE2CD688063}" dt="2025-02-02T11:53:10.812" v="299" actId="20577"/>
          <ac:spMkLst>
            <pc:docMk/>
            <pc:sldMk cId="2821300075" sldId="2147376683"/>
            <ac:spMk id="5" creationId="{4CF5A3F6-A506-6707-BD36-767DF3EF93CA}"/>
          </ac:spMkLst>
        </pc:spChg>
        <pc:graphicFrameChg chg="add mod modGraphic">
          <ac:chgData name="Ashwani Mishra" userId="15d57bc9-d3a4-4ee8-885b-38ce2f0c857c" providerId="ADAL" clId="{B537D250-D28E-47FE-8F52-5CE2CD688063}" dt="2025-02-03T09:23:31.440" v="1033" actId="113"/>
          <ac:graphicFrameMkLst>
            <pc:docMk/>
            <pc:sldMk cId="2821300075" sldId="2147376683"/>
            <ac:graphicFrameMk id="3" creationId="{EFD6A6A8-3D3C-EDBD-EDB7-E366AF2469CE}"/>
          </ac:graphicFrameMkLst>
        </pc:graphicFrameChg>
      </pc:sldChg>
      <pc:sldChg chg="modSp mod">
        <pc:chgData name="Ashwani Mishra" userId="15d57bc9-d3a4-4ee8-885b-38ce2f0c857c" providerId="ADAL" clId="{B537D250-D28E-47FE-8F52-5CE2CD688063}" dt="2025-02-03T07:17:53.759" v="676" actId="20577"/>
        <pc:sldMkLst>
          <pc:docMk/>
          <pc:sldMk cId="4134089475" sldId="2147376684"/>
        </pc:sldMkLst>
      </pc:sldChg>
      <pc:sldChg chg="modSp mod">
        <pc:chgData name="Ashwani Mishra" userId="15d57bc9-d3a4-4ee8-885b-38ce2f0c857c" providerId="ADAL" clId="{B537D250-D28E-47FE-8F52-5CE2CD688063}" dt="2025-02-02T17:29:57.349" v="347" actId="122"/>
        <pc:sldMkLst>
          <pc:docMk/>
          <pc:sldMk cId="2526708367" sldId="2147376685"/>
        </pc:sldMkLst>
      </pc:sldChg>
      <pc:sldChg chg="del">
        <pc:chgData name="Ashwani Mishra" userId="15d57bc9-d3a4-4ee8-885b-38ce2f0c857c" providerId="ADAL" clId="{B537D250-D28E-47FE-8F52-5CE2CD688063}" dt="2025-02-02T11:51:59.350" v="295" actId="47"/>
        <pc:sldMkLst>
          <pc:docMk/>
          <pc:sldMk cId="3339328872" sldId="2147376687"/>
        </pc:sldMkLst>
      </pc:sldChg>
      <pc:sldChg chg="addSp delSp modSp add mod">
        <pc:chgData name="Ashwani Mishra" userId="15d57bc9-d3a4-4ee8-885b-38ce2f0c857c" providerId="ADAL" clId="{B537D250-D28E-47FE-8F52-5CE2CD688063}" dt="2025-02-02T11:50:56.830" v="294"/>
        <pc:sldMkLst>
          <pc:docMk/>
          <pc:sldMk cId="2909928827" sldId="2147376689"/>
        </pc:sldMkLst>
      </pc:sldChg>
      <pc:sldChg chg="addSp delSp modSp add mod">
        <pc:chgData name="Ashwani Mishra" userId="15d57bc9-d3a4-4ee8-885b-38ce2f0c857c" providerId="ADAL" clId="{B537D250-D28E-47FE-8F52-5CE2CD688063}" dt="2025-02-03T09:26:30.193" v="1172" actId="13238"/>
        <pc:sldMkLst>
          <pc:docMk/>
          <pc:sldMk cId="1019174265" sldId="2147376690"/>
        </pc:sldMkLst>
      </pc:sldChg>
      <pc:sldChg chg="addSp delSp modSp add mod">
        <pc:chgData name="Ashwani Mishra" userId="15d57bc9-d3a4-4ee8-885b-38ce2f0c857c" providerId="ADAL" clId="{B537D250-D28E-47FE-8F52-5CE2CD688063}" dt="2025-02-03T08:08:13.946" v="883" actId="1076"/>
        <pc:sldMkLst>
          <pc:docMk/>
          <pc:sldMk cId="445574673" sldId="2147376691"/>
        </pc:sldMkLst>
        <pc:spChg chg="mod">
          <ac:chgData name="Ashwani Mishra" userId="15d57bc9-d3a4-4ee8-885b-38ce2f0c857c" providerId="ADAL" clId="{B537D250-D28E-47FE-8F52-5CE2CD688063}" dt="2025-02-02T17:44:28.507" v="406" actId="20577"/>
          <ac:spMkLst>
            <pc:docMk/>
            <pc:sldMk cId="445574673" sldId="2147376691"/>
            <ac:spMk id="2" creationId="{00FBE75B-F09B-756E-1DFD-2B94AF3D8BD8}"/>
          </ac:spMkLst>
        </pc:spChg>
        <pc:spChg chg="add mod">
          <ac:chgData name="Ashwani Mishra" userId="15d57bc9-d3a4-4ee8-885b-38ce2f0c857c" providerId="ADAL" clId="{B537D250-D28E-47FE-8F52-5CE2CD688063}" dt="2025-02-03T07:00:48.212" v="641" actId="6549"/>
          <ac:spMkLst>
            <pc:docMk/>
            <pc:sldMk cId="445574673" sldId="2147376691"/>
            <ac:spMk id="11" creationId="{7E9B7930-1BEA-BEA6-ECE2-7544C3AA8A04}"/>
          </ac:spMkLst>
        </pc:spChg>
        <pc:picChg chg="add mod ord modCrop">
          <ac:chgData name="Ashwani Mishra" userId="15d57bc9-d3a4-4ee8-885b-38ce2f0c857c" providerId="ADAL" clId="{B537D250-D28E-47FE-8F52-5CE2CD688063}" dt="2025-02-03T08:07:28.921" v="877" actId="732"/>
          <ac:picMkLst>
            <pc:docMk/>
            <pc:sldMk cId="445574673" sldId="2147376691"/>
            <ac:picMk id="5" creationId="{A767225F-5B25-F4CF-6300-D5AE0C18F296}"/>
          </ac:picMkLst>
        </pc:picChg>
        <pc:picChg chg="add del mod ord topLvl">
          <ac:chgData name="Ashwani Mishra" userId="15d57bc9-d3a4-4ee8-885b-38ce2f0c857c" providerId="ADAL" clId="{B537D250-D28E-47FE-8F52-5CE2CD688063}" dt="2025-02-03T08:08:13.946" v="883" actId="1076"/>
          <ac:picMkLst>
            <pc:docMk/>
            <pc:sldMk cId="445574673" sldId="2147376691"/>
            <ac:picMk id="9" creationId="{E5F96F6D-B131-CE68-851D-EA06539B7396}"/>
          </ac:picMkLst>
        </pc:picChg>
      </pc:sldChg>
      <pc:sldChg chg="add del">
        <pc:chgData name="Ashwani Mishra" userId="15d57bc9-d3a4-4ee8-885b-38ce2f0c857c" providerId="ADAL" clId="{B537D250-D28E-47FE-8F52-5CE2CD688063}" dt="2025-02-02T17:34:36.740" v="361"/>
        <pc:sldMkLst>
          <pc:docMk/>
          <pc:sldMk cId="1512068949" sldId="2147376691"/>
        </pc:sldMkLst>
      </pc:sldChg>
      <pc:sldChg chg="addSp delSp modSp add mod">
        <pc:chgData name="Ashwani Mishra" userId="15d57bc9-d3a4-4ee8-885b-38ce2f0c857c" providerId="ADAL" clId="{B537D250-D28E-47FE-8F52-5CE2CD688063}" dt="2025-02-03T07:24:18.902" v="712" actId="1440"/>
        <pc:sldMkLst>
          <pc:docMk/>
          <pc:sldMk cId="1261603799" sldId="2147376692"/>
        </pc:sldMkLst>
        <pc:picChg chg="add mod modCrop">
          <ac:chgData name="Ashwani Mishra" userId="15d57bc9-d3a4-4ee8-885b-38ce2f0c857c" providerId="ADAL" clId="{B537D250-D28E-47FE-8F52-5CE2CD688063}" dt="2025-02-03T07:24:18.902" v="712" actId="1440"/>
          <ac:picMkLst>
            <pc:docMk/>
            <pc:sldMk cId="1261603799" sldId="2147376692"/>
            <ac:picMk id="5" creationId="{ABC0AD7A-BB4E-A278-D641-844CA1CE7C57}"/>
          </ac:picMkLst>
        </pc:picChg>
      </pc:sldChg>
      <pc:sldChg chg="add">
        <pc:chgData name="Ashwani Mishra" userId="15d57bc9-d3a4-4ee8-885b-38ce2f0c857c" providerId="ADAL" clId="{B537D250-D28E-47FE-8F52-5CE2CD688063}" dt="2025-02-03T07:18:42.458" v="686"/>
        <pc:sldMkLst>
          <pc:docMk/>
          <pc:sldMk cId="3262579543" sldId="2147376693"/>
        </pc:sldMkLst>
      </pc:sldChg>
      <pc:sldChg chg="add del">
        <pc:chgData name="Ashwani Mishra" userId="15d57bc9-d3a4-4ee8-885b-38ce2f0c857c" providerId="ADAL" clId="{B537D250-D28E-47FE-8F52-5CE2CD688063}" dt="2025-02-03T07:18:38.953" v="685" actId="2696"/>
        <pc:sldMkLst>
          <pc:docMk/>
          <pc:sldMk cId="3897740323" sldId="2147376693"/>
        </pc:sldMkLst>
      </pc:sldChg>
      <pc:sldChg chg="addSp delSp modSp add mod">
        <pc:chgData name="Ashwani Mishra" userId="15d57bc9-d3a4-4ee8-885b-38ce2f0c857c" providerId="ADAL" clId="{B537D250-D28E-47FE-8F52-5CE2CD688063}" dt="2025-02-03T09:05:41.155" v="1025" actId="1076"/>
        <pc:sldMkLst>
          <pc:docMk/>
          <pc:sldMk cId="3381334526" sldId="2147376694"/>
        </pc:sldMkLst>
      </pc:sldChg>
      <pc:sldChg chg="addSp delSp modSp add mod ord">
        <pc:chgData name="Ashwani Mishra" userId="15d57bc9-d3a4-4ee8-885b-38ce2f0c857c" providerId="ADAL" clId="{B537D250-D28E-47FE-8F52-5CE2CD688063}" dt="2025-02-03T09:28:13.819" v="1179"/>
        <pc:sldMkLst>
          <pc:docMk/>
          <pc:sldMk cId="2350854845" sldId="2147376695"/>
        </pc:sldMkLst>
        <pc:spChg chg="add mod">
          <ac:chgData name="Ashwani Mishra" userId="15d57bc9-d3a4-4ee8-885b-38ce2f0c857c" providerId="ADAL" clId="{B537D250-D28E-47FE-8F52-5CE2CD688063}" dt="2025-02-03T09:28:02.411" v="1175"/>
          <ac:spMkLst>
            <pc:docMk/>
            <pc:sldMk cId="2350854845" sldId="2147376695"/>
            <ac:spMk id="2" creationId="{22EA640F-B656-410D-3ADF-9F7871EA3597}"/>
          </ac:spMkLst>
        </pc:spChg>
      </pc:sldChg>
    </pc:docChg>
  </pc:docChgLst>
  <pc:docChgLst>
    <pc:chgData name="Vasant K Tiwari" userId="94ab7f94-4dc6-474c-9a49-34f940ad4691" providerId="ADAL" clId="{90BAF72D-E2D0-4195-A0B1-B23B5ED919EB}"/>
    <pc:docChg chg="custSel modSld sldOrd">
      <pc:chgData name="Vasant K Tiwari" userId="94ab7f94-4dc6-474c-9a49-34f940ad4691" providerId="ADAL" clId="{90BAF72D-E2D0-4195-A0B1-B23B5ED919EB}" dt="2025-01-31T07:18:04.912" v="136"/>
      <pc:docMkLst>
        <pc:docMk/>
      </pc:docMkLst>
      <pc:sldChg chg="modSp">
        <pc:chgData name="Vasant K Tiwari" userId="94ab7f94-4dc6-474c-9a49-34f940ad4691" providerId="ADAL" clId="{90BAF72D-E2D0-4195-A0B1-B23B5ED919EB}" dt="2025-01-31T07:13:25.346" v="82" actId="20577"/>
        <pc:sldMkLst>
          <pc:docMk/>
          <pc:sldMk cId="418202682" sldId="2147376615"/>
        </pc:sldMkLst>
        <pc:graphicFrameChg chg="mod">
          <ac:chgData name="Vasant K Tiwari" userId="94ab7f94-4dc6-474c-9a49-34f940ad4691" providerId="ADAL" clId="{90BAF72D-E2D0-4195-A0B1-B23B5ED919EB}" dt="2025-01-31T07:13:25.346" v="82" actId="20577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">
        <pc:chgData name="Vasant K Tiwari" userId="94ab7f94-4dc6-474c-9a49-34f940ad4691" providerId="ADAL" clId="{90BAF72D-E2D0-4195-A0B1-B23B5ED919EB}" dt="2025-01-31T07:11:26.239" v="66"/>
        <pc:sldMkLst>
          <pc:docMk/>
          <pc:sldMk cId="222882548" sldId="2147376618"/>
        </pc:sldMkLst>
        <pc:spChg chg="mod">
          <ac:chgData name="Vasant K Tiwari" userId="94ab7f94-4dc6-474c-9a49-34f940ad4691" providerId="ADAL" clId="{90BAF72D-E2D0-4195-A0B1-B23B5ED919EB}" dt="2025-01-31T07:11:26.239" v="66"/>
          <ac:spMkLst>
            <pc:docMk/>
            <pc:sldMk cId="222882548" sldId="2147376618"/>
            <ac:spMk id="10" creationId="{57F49124-2A85-8996-2431-86291ACDC9F7}"/>
          </ac:spMkLst>
        </pc:spChg>
      </pc:sldChg>
      <pc:sldChg chg="modSp mod">
        <pc:chgData name="Vasant K Tiwari" userId="94ab7f94-4dc6-474c-9a49-34f940ad4691" providerId="ADAL" clId="{90BAF72D-E2D0-4195-A0B1-B23B5ED919EB}" dt="2025-01-31T07:07:09.093" v="56" actId="20577"/>
        <pc:sldMkLst>
          <pc:docMk/>
          <pc:sldMk cId="573594142" sldId="2147376639"/>
        </pc:sldMkLst>
        <pc:spChg chg="mod">
          <ac:chgData name="Vasant K Tiwari" userId="94ab7f94-4dc6-474c-9a49-34f940ad4691" providerId="ADAL" clId="{90BAF72D-E2D0-4195-A0B1-B23B5ED919EB}" dt="2025-01-31T07:07:09.093" v="56" actId="20577"/>
          <ac:spMkLst>
            <pc:docMk/>
            <pc:sldMk cId="573594142" sldId="2147376639"/>
            <ac:spMk id="3" creationId="{445652DA-06AC-E940-6008-FAED21F89AA6}"/>
          </ac:spMkLst>
        </pc:spChg>
      </pc:sldChg>
      <pc:sldChg chg="modSp mod">
        <pc:chgData name="Vasant K Tiwari" userId="94ab7f94-4dc6-474c-9a49-34f940ad4691" providerId="ADAL" clId="{90BAF72D-E2D0-4195-A0B1-B23B5ED919EB}" dt="2025-01-31T07:06:19.676" v="47" actId="20577"/>
        <pc:sldMkLst>
          <pc:docMk/>
          <pc:sldMk cId="3904791787" sldId="2147376640"/>
        </pc:sldMkLst>
        <pc:spChg chg="mod">
          <ac:chgData name="Vasant K Tiwari" userId="94ab7f94-4dc6-474c-9a49-34f940ad4691" providerId="ADAL" clId="{90BAF72D-E2D0-4195-A0B1-B23B5ED919EB}" dt="2025-01-31T07:06:19.676" v="47" actId="20577"/>
          <ac:spMkLst>
            <pc:docMk/>
            <pc:sldMk cId="3904791787" sldId="2147376640"/>
            <ac:spMk id="543" creationId="{00000000-0000-0000-0000-000000000000}"/>
          </ac:spMkLst>
        </pc:spChg>
      </pc:sldChg>
      <pc:sldChg chg="modSp mod">
        <pc:chgData name="Vasant K Tiwari" userId="94ab7f94-4dc6-474c-9a49-34f940ad4691" providerId="ADAL" clId="{90BAF72D-E2D0-4195-A0B1-B23B5ED919EB}" dt="2025-01-31T07:11:12.458" v="65" actId="20577"/>
        <pc:sldMkLst>
          <pc:docMk/>
          <pc:sldMk cId="1880987061" sldId="2147376652"/>
        </pc:sldMkLst>
        <pc:spChg chg="mod">
          <ac:chgData name="Vasant K Tiwari" userId="94ab7f94-4dc6-474c-9a49-34f940ad4691" providerId="ADAL" clId="{90BAF72D-E2D0-4195-A0B1-B23B5ED919EB}" dt="2025-01-31T07:11:12.458" v="65" actId="20577"/>
          <ac:spMkLst>
            <pc:docMk/>
            <pc:sldMk cId="1880987061" sldId="2147376652"/>
            <ac:spMk id="2" creationId="{32964604-38E6-AE3E-C63A-79F9331CA780}"/>
          </ac:spMkLst>
        </pc:spChg>
      </pc:sldChg>
      <pc:sldChg chg="modSp mod">
        <pc:chgData name="Vasant K Tiwari" userId="94ab7f94-4dc6-474c-9a49-34f940ad4691" providerId="ADAL" clId="{90BAF72D-E2D0-4195-A0B1-B23B5ED919EB}" dt="2025-01-31T07:16:48.875" v="130" actId="20577"/>
        <pc:sldMkLst>
          <pc:docMk/>
          <pc:sldMk cId="2693517489" sldId="2147376657"/>
        </pc:sldMkLst>
      </pc:sldChg>
      <pc:sldChg chg="ord">
        <pc:chgData name="Vasant K Tiwari" userId="94ab7f94-4dc6-474c-9a49-34f940ad4691" providerId="ADAL" clId="{90BAF72D-E2D0-4195-A0B1-B23B5ED919EB}" dt="2025-01-31T07:12:00.389" v="68"/>
        <pc:sldMkLst>
          <pc:docMk/>
          <pc:sldMk cId="3339328872" sldId="2147376687"/>
        </pc:sldMkLst>
      </pc:sldChg>
      <pc:sldChg chg="ord">
        <pc:chgData name="Vasant K Tiwari" userId="94ab7f94-4dc6-474c-9a49-34f940ad4691" providerId="ADAL" clId="{90BAF72D-E2D0-4195-A0B1-B23B5ED919EB}" dt="2025-01-31T07:18:04.912" v="136"/>
        <pc:sldMkLst>
          <pc:docMk/>
          <pc:sldMk cId="498396269" sldId="2147376688"/>
        </pc:sldMkLst>
      </pc:sldChg>
    </pc:docChg>
  </pc:docChgLst>
  <pc:docChgLst>
    <pc:chgData name="Ashwani Mishra" userId="15d57bc9-d3a4-4ee8-885b-38ce2f0c857c" providerId="ADAL" clId="{F75B73C5-9EEA-4CB8-9E28-5725113F832A}"/>
    <pc:docChg chg="undo custSel addSld delSld modSld">
      <pc:chgData name="Ashwani Mishra" userId="15d57bc9-d3a4-4ee8-885b-38ce2f0c857c" providerId="ADAL" clId="{F75B73C5-9EEA-4CB8-9E28-5725113F832A}" dt="2025-01-11T10:51:37.806" v="401" actId="20577"/>
      <pc:docMkLst>
        <pc:docMk/>
      </pc:docMkLst>
      <pc:sldChg chg="addSp delSp modSp mod">
        <pc:chgData name="Ashwani Mishra" userId="15d57bc9-d3a4-4ee8-885b-38ce2f0c857c" providerId="ADAL" clId="{F75B73C5-9EEA-4CB8-9E28-5725113F832A}" dt="2025-01-11T10:16:10.811" v="92"/>
        <pc:sldMkLst>
          <pc:docMk/>
          <pc:sldMk cId="1745068061" sldId="2147376204"/>
        </pc:sldMkLst>
        <pc:spChg chg="add mod">
          <ac:chgData name="Ashwani Mishra" userId="15d57bc9-d3a4-4ee8-885b-38ce2f0c857c" providerId="ADAL" clId="{F75B73C5-9EEA-4CB8-9E28-5725113F832A}" dt="2025-01-11T10:16:10.811" v="92"/>
          <ac:spMkLst>
            <pc:docMk/>
            <pc:sldMk cId="1745068061" sldId="2147376204"/>
            <ac:spMk id="5" creationId="{AF71F60E-FB78-C570-D1D0-05B4528A3D32}"/>
          </ac:spMkLst>
        </pc:spChg>
      </pc:sldChg>
      <pc:sldChg chg="modSp">
        <pc:chgData name="Ashwani Mishra" userId="15d57bc9-d3a4-4ee8-885b-38ce2f0c857c" providerId="ADAL" clId="{F75B73C5-9EEA-4CB8-9E28-5725113F832A}" dt="2025-01-11T10:26:35.984" v="104"/>
        <pc:sldMkLst>
          <pc:docMk/>
          <pc:sldMk cId="418202682" sldId="2147376615"/>
        </pc:sldMkLst>
        <pc:graphicFrameChg chg="mod">
          <ac:chgData name="Ashwani Mishra" userId="15d57bc9-d3a4-4ee8-885b-38ce2f0c857c" providerId="ADAL" clId="{F75B73C5-9EEA-4CB8-9E28-5725113F832A}" dt="2025-01-11T10:26:35.984" v="104"/>
          <ac:graphicFrameMkLst>
            <pc:docMk/>
            <pc:sldMk cId="418202682" sldId="2147376615"/>
            <ac:graphicFrameMk id="4" creationId="{A39D0748-5725-5FA3-4CAA-288C7FFC46F3}"/>
          </ac:graphicFrameMkLst>
        </pc:graphicFrameChg>
      </pc:sldChg>
      <pc:sldChg chg="modSp mod">
        <pc:chgData name="Ashwani Mishra" userId="15d57bc9-d3a4-4ee8-885b-38ce2f0c857c" providerId="ADAL" clId="{F75B73C5-9EEA-4CB8-9E28-5725113F832A}" dt="2025-01-11T09:26:27.430" v="24" actId="166"/>
        <pc:sldMkLst>
          <pc:docMk/>
          <pc:sldMk cId="573594142" sldId="2147376639"/>
        </pc:sldMkLst>
        <pc:spChg chg="mod ord">
          <ac:chgData name="Ashwani Mishra" userId="15d57bc9-d3a4-4ee8-885b-38ce2f0c857c" providerId="ADAL" clId="{F75B73C5-9EEA-4CB8-9E28-5725113F832A}" dt="2025-01-11T09:26:27.430" v="24" actId="166"/>
          <ac:spMkLst>
            <pc:docMk/>
            <pc:sldMk cId="573594142" sldId="2147376639"/>
            <ac:spMk id="2" creationId="{28AEA3E5-A991-37FA-3277-50804D57EF4B}"/>
          </ac:spMkLst>
        </pc:spChg>
        <pc:spChg chg="mod">
          <ac:chgData name="Ashwani Mishra" userId="15d57bc9-d3a4-4ee8-885b-38ce2f0c857c" providerId="ADAL" clId="{F75B73C5-9EEA-4CB8-9E28-5725113F832A}" dt="2025-01-11T09:26:10.663" v="21" actId="1036"/>
          <ac:spMkLst>
            <pc:docMk/>
            <pc:sldMk cId="573594142" sldId="2147376639"/>
            <ac:spMk id="18" creationId="{E40397D3-C71F-0EE6-85EA-1C43E2AEB1DF}"/>
          </ac:spMkLst>
        </pc:spChg>
      </pc:sldChg>
      <pc:sldChg chg="modSp">
        <pc:chgData name="Ashwani Mishra" userId="15d57bc9-d3a4-4ee8-885b-38ce2f0c857c" providerId="ADAL" clId="{F75B73C5-9EEA-4CB8-9E28-5725113F832A}" dt="2025-01-11T10:47:11.550" v="398"/>
        <pc:sldMkLst>
          <pc:docMk/>
          <pc:sldMk cId="3904791787" sldId="2147376640"/>
        </pc:sldMkLst>
        <pc:spChg chg="mod">
          <ac:chgData name="Ashwani Mishra" userId="15d57bc9-d3a4-4ee8-885b-38ce2f0c857c" providerId="ADAL" clId="{F75B73C5-9EEA-4CB8-9E28-5725113F832A}" dt="2025-01-11T10:47:11.550" v="398"/>
          <ac:spMkLst>
            <pc:docMk/>
            <pc:sldMk cId="3904791787" sldId="2147376640"/>
            <ac:spMk id="2" creationId="{3599227A-46FD-0B63-D939-E66390988951}"/>
          </ac:spMkLst>
        </pc:spChg>
      </pc:sldChg>
      <pc:sldChg chg="modSp mod">
        <pc:chgData name="Ashwani Mishra" userId="15d57bc9-d3a4-4ee8-885b-38ce2f0c857c" providerId="ADAL" clId="{F75B73C5-9EEA-4CB8-9E28-5725113F832A}" dt="2025-01-11T09:27:03.023" v="28" actId="33524"/>
        <pc:sldMkLst>
          <pc:docMk/>
          <pc:sldMk cId="3451777235" sldId="2147376644"/>
        </pc:sldMkLst>
        <pc:spChg chg="mod">
          <ac:chgData name="Ashwani Mishra" userId="15d57bc9-d3a4-4ee8-885b-38ce2f0c857c" providerId="ADAL" clId="{F75B73C5-9EEA-4CB8-9E28-5725113F832A}" dt="2025-01-11T09:27:03.023" v="28" actId="33524"/>
          <ac:spMkLst>
            <pc:docMk/>
            <pc:sldMk cId="3451777235" sldId="2147376644"/>
            <ac:spMk id="2" creationId="{879FD0F4-EC95-FDFB-F0A3-774B958129C0}"/>
          </ac:spMkLst>
        </pc:spChg>
      </pc:sldChg>
      <pc:sldChg chg="addSp modSp mod">
        <pc:chgData name="Ashwani Mishra" userId="15d57bc9-d3a4-4ee8-885b-38ce2f0c857c" providerId="ADAL" clId="{F75B73C5-9EEA-4CB8-9E28-5725113F832A}" dt="2025-01-11T09:24:56.750" v="9"/>
        <pc:sldMkLst>
          <pc:docMk/>
          <pc:sldMk cId="2245506137" sldId="2147376645"/>
        </pc:sldMkLst>
      </pc:sldChg>
      <pc:sldChg chg="addSp delSp modSp add del mod modCm">
        <pc:chgData name="Ashwani Mishra" userId="15d57bc9-d3a4-4ee8-885b-38ce2f0c857c" providerId="ADAL" clId="{F75B73C5-9EEA-4CB8-9E28-5725113F832A}" dt="2025-01-11T10:13:49.058" v="84" actId="47"/>
        <pc:sldMkLst>
          <pc:docMk/>
          <pc:sldMk cId="380546942" sldId="214737664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shwani Mishra" userId="15d57bc9-d3a4-4ee8-885b-38ce2f0c857c" providerId="ADAL" clId="{F75B73C5-9EEA-4CB8-9E28-5725113F832A}" dt="2025-01-11T10:08:35.178" v="43" actId="478"/>
              <pc2:cmMkLst xmlns:pc2="http://schemas.microsoft.com/office/powerpoint/2019/9/main/command">
                <pc:docMk/>
                <pc:sldMk cId="380546942" sldId="2147376647"/>
                <pc2:cmMk id="{E1CA6E03-D42A-47E2-8DD0-20D0F9BEE4AB}"/>
              </pc2:cmMkLst>
            </pc226:cmChg>
          </p:ext>
        </pc:extLst>
      </pc:sldChg>
      <pc:sldChg chg="modSp mod">
        <pc:chgData name="Ashwani Mishra" userId="15d57bc9-d3a4-4ee8-885b-38ce2f0c857c" providerId="ADAL" clId="{F75B73C5-9EEA-4CB8-9E28-5725113F832A}" dt="2025-01-11T10:15:21.653" v="85" actId="1076"/>
        <pc:sldMkLst>
          <pc:docMk/>
          <pc:sldMk cId="1880987061" sldId="2147376652"/>
        </pc:sldMkLst>
        <pc:spChg chg="mod">
          <ac:chgData name="Ashwani Mishra" userId="15d57bc9-d3a4-4ee8-885b-38ce2f0c857c" providerId="ADAL" clId="{F75B73C5-9EEA-4CB8-9E28-5725113F832A}" dt="2025-01-11T10:15:21.653" v="85" actId="1076"/>
          <ac:spMkLst>
            <pc:docMk/>
            <pc:sldMk cId="1880987061" sldId="2147376652"/>
            <ac:spMk id="2" creationId="{32964604-38E6-AE3E-C63A-79F9331CA780}"/>
          </ac:spMkLst>
        </pc:spChg>
      </pc:sldChg>
      <pc:sldChg chg="modSp mod">
        <pc:chgData name="Ashwani Mishra" userId="15d57bc9-d3a4-4ee8-885b-38ce2f0c857c" providerId="ADAL" clId="{F75B73C5-9EEA-4CB8-9E28-5725113F832A}" dt="2025-01-11T09:27:21.720" v="29" actId="1076"/>
        <pc:sldMkLst>
          <pc:docMk/>
          <pc:sldMk cId="2607777140" sldId="2147376653"/>
        </pc:sldMkLst>
        <pc:spChg chg="mod">
          <ac:chgData name="Ashwani Mishra" userId="15d57bc9-d3a4-4ee8-885b-38ce2f0c857c" providerId="ADAL" clId="{F75B73C5-9EEA-4CB8-9E28-5725113F832A}" dt="2025-01-11T09:27:21.720" v="29" actId="1076"/>
          <ac:spMkLst>
            <pc:docMk/>
            <pc:sldMk cId="2607777140" sldId="2147376653"/>
            <ac:spMk id="2" creationId="{C1EC7F44-2C8C-947B-0C12-11C4E86B2400}"/>
          </ac:spMkLst>
        </pc:spChg>
      </pc:sldChg>
      <pc:sldChg chg="modSp">
        <pc:chgData name="Ashwani Mishra" userId="15d57bc9-d3a4-4ee8-885b-38ce2f0c857c" providerId="ADAL" clId="{F75B73C5-9EEA-4CB8-9E28-5725113F832A}" dt="2025-01-11T10:26:58.792" v="106"/>
        <pc:sldMkLst>
          <pc:docMk/>
          <pc:sldMk cId="1798390384" sldId="2147376678"/>
        </pc:sldMkLst>
        <pc:graphicFrameChg chg="mod">
          <ac:chgData name="Ashwani Mishra" userId="15d57bc9-d3a4-4ee8-885b-38ce2f0c857c" providerId="ADAL" clId="{F75B73C5-9EEA-4CB8-9E28-5725113F832A}" dt="2025-01-11T10:26:58.792" v="106"/>
          <ac:graphicFrameMkLst>
            <pc:docMk/>
            <pc:sldMk cId="1798390384" sldId="2147376678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F75B73C5-9EEA-4CB8-9E28-5725113F832A}" dt="2025-01-11T10:27:11.722" v="108"/>
        <pc:sldMkLst>
          <pc:docMk/>
          <pc:sldMk cId="4018150978" sldId="2147376679"/>
        </pc:sldMkLst>
        <pc:graphicFrameChg chg="mod">
          <ac:chgData name="Ashwani Mishra" userId="15d57bc9-d3a4-4ee8-885b-38ce2f0c857c" providerId="ADAL" clId="{F75B73C5-9EEA-4CB8-9E28-5725113F832A}" dt="2025-01-11T10:27:11.722" v="108"/>
          <ac:graphicFrameMkLst>
            <pc:docMk/>
            <pc:sldMk cId="4018150978" sldId="2147376679"/>
            <ac:graphicFrameMk id="4" creationId="{A39D0748-5725-5FA3-4CAA-288C7FFC46F3}"/>
          </ac:graphicFrameMkLst>
        </pc:graphicFrameChg>
      </pc:sldChg>
      <pc:sldChg chg="modSp">
        <pc:chgData name="Ashwani Mishra" userId="15d57bc9-d3a4-4ee8-885b-38ce2f0c857c" providerId="ADAL" clId="{F75B73C5-9EEA-4CB8-9E28-5725113F832A}" dt="2025-01-11T10:27:21.903" v="110"/>
        <pc:sldMkLst>
          <pc:docMk/>
          <pc:sldMk cId="2874477601" sldId="2147376680"/>
        </pc:sldMkLst>
      </pc:sldChg>
      <pc:sldChg chg="modSp">
        <pc:chgData name="Ashwani Mishra" userId="15d57bc9-d3a4-4ee8-885b-38ce2f0c857c" providerId="ADAL" clId="{F75B73C5-9EEA-4CB8-9E28-5725113F832A}" dt="2025-01-11T10:27:29.754" v="112"/>
        <pc:sldMkLst>
          <pc:docMk/>
          <pc:sldMk cId="2883708937" sldId="2147376681"/>
        </pc:sldMkLst>
      </pc:sldChg>
      <pc:sldChg chg="addSp delSp modSp add mod">
        <pc:chgData name="Ashwani Mishra" userId="15d57bc9-d3a4-4ee8-885b-38ce2f0c857c" providerId="ADAL" clId="{F75B73C5-9EEA-4CB8-9E28-5725113F832A}" dt="2025-01-11T10:13:37.940" v="83"/>
        <pc:sldMkLst>
          <pc:docMk/>
          <pc:sldMk cId="3339328872" sldId="2147376687"/>
        </pc:sldMkLst>
      </pc:sldChg>
      <pc:sldChg chg="addSp delSp modSp add mod">
        <pc:chgData name="Ashwani Mishra" userId="15d57bc9-d3a4-4ee8-885b-38ce2f0c857c" providerId="ADAL" clId="{F75B73C5-9EEA-4CB8-9E28-5725113F832A}" dt="2025-01-11T10:51:37.806" v="401" actId="20577"/>
        <pc:sldMkLst>
          <pc:docMk/>
          <pc:sldMk cId="498396269" sldId="21473766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D0CCAF-7861-46C4-B507-7C99D27FD13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062808-8E4D-4006-8679-51EF0FFA3E9F}">
      <dgm:prSet phldrT="[Text]" custT="1"/>
      <dgm:spPr/>
      <dgm:t>
        <a:bodyPr/>
        <a:lstStyle/>
        <a:p>
          <a:r>
            <a:rPr lang="en-IN" sz="2400" b="1"/>
            <a:t>1. Execution</a:t>
          </a:r>
        </a:p>
      </dgm:t>
    </dgm:pt>
    <dgm:pt modelId="{D765265D-8F80-406C-B81D-2C4639FBE499}" type="parTrans" cxnId="{AD8A1595-3A41-436B-BC6A-70C235C39ACB}">
      <dgm:prSet/>
      <dgm:spPr/>
      <dgm:t>
        <a:bodyPr/>
        <a:lstStyle/>
        <a:p>
          <a:endParaRPr lang="en-IN" sz="1800"/>
        </a:p>
      </dgm:t>
    </dgm:pt>
    <dgm:pt modelId="{02D8E8F5-D8F6-4A7A-BB7B-9770E0CC63F4}" type="sibTrans" cxnId="{AD8A1595-3A41-436B-BC6A-70C235C39ACB}">
      <dgm:prSet/>
      <dgm:spPr/>
      <dgm:t>
        <a:bodyPr/>
        <a:lstStyle/>
        <a:p>
          <a:endParaRPr lang="en-IN" sz="1800"/>
        </a:p>
      </dgm:t>
    </dgm:pt>
    <dgm:pt modelId="{4887B29E-8F87-492F-8989-E02A3E3F1635}">
      <dgm:prSet phldrT="[Text]" custT="1"/>
      <dgm:spPr/>
      <dgm:t>
        <a:bodyPr/>
        <a:lstStyle/>
        <a:p>
          <a:r>
            <a:rPr lang="en-IN" sz="2000" b="1"/>
            <a:t>Jal Rekha</a:t>
          </a:r>
        </a:p>
      </dgm:t>
    </dgm:pt>
    <dgm:pt modelId="{B5545F4E-FDC4-43E7-90A4-B91170B80F00}" type="parTrans" cxnId="{B0A87981-80D1-452D-B0B7-AB6A0FBDC678}">
      <dgm:prSet/>
      <dgm:spPr/>
      <dgm:t>
        <a:bodyPr/>
        <a:lstStyle/>
        <a:p>
          <a:endParaRPr lang="en-IN" sz="1800"/>
        </a:p>
      </dgm:t>
    </dgm:pt>
    <dgm:pt modelId="{7F117703-B181-45C9-A00C-995D7D421F56}" type="sibTrans" cxnId="{B0A87981-80D1-452D-B0B7-AB6A0FBDC678}">
      <dgm:prSet/>
      <dgm:spPr/>
      <dgm:t>
        <a:bodyPr/>
        <a:lstStyle/>
        <a:p>
          <a:endParaRPr lang="en-IN" sz="1800"/>
        </a:p>
      </dgm:t>
    </dgm:pt>
    <dgm:pt modelId="{48762013-172F-4BCF-9D29-A7FB498C7B7B}">
      <dgm:prSet phldrT="[Text]" custT="1"/>
      <dgm:spPr/>
      <dgm:t>
        <a:bodyPr/>
        <a:lstStyle/>
        <a:p>
          <a:r>
            <a:rPr lang="en-IN" sz="2000" dirty="0"/>
            <a:t>Asset Mapping</a:t>
          </a:r>
        </a:p>
      </dgm:t>
    </dgm:pt>
    <dgm:pt modelId="{D59C2FF1-B377-4E88-AF5B-3FFFF1E9F7F2}" type="parTrans" cxnId="{BC477B01-C9DC-4A84-B32C-37646C5D71B7}">
      <dgm:prSet/>
      <dgm:spPr/>
      <dgm:t>
        <a:bodyPr/>
        <a:lstStyle/>
        <a:p>
          <a:endParaRPr lang="en-IN" sz="1800"/>
        </a:p>
      </dgm:t>
    </dgm:pt>
    <dgm:pt modelId="{7D573EBC-523A-48C5-81FE-7230629E4496}" type="sibTrans" cxnId="{BC477B01-C9DC-4A84-B32C-37646C5D71B7}">
      <dgm:prSet/>
      <dgm:spPr/>
      <dgm:t>
        <a:bodyPr/>
        <a:lstStyle/>
        <a:p>
          <a:endParaRPr lang="en-IN" sz="1800"/>
        </a:p>
      </dgm:t>
    </dgm:pt>
    <dgm:pt modelId="{58300302-8125-4723-BAB6-2899192DA0CB}">
      <dgm:prSet phldrT="[Text]" custT="1"/>
      <dgm:spPr/>
      <dgm:t>
        <a:bodyPr/>
        <a:lstStyle/>
        <a:p>
          <a:r>
            <a:rPr lang="en-IN" sz="2400" b="1"/>
            <a:t>2. O&amp;M</a:t>
          </a:r>
        </a:p>
      </dgm:t>
    </dgm:pt>
    <dgm:pt modelId="{C94987CC-79EF-47E3-BEE8-E76CC5EB8F13}" type="parTrans" cxnId="{8BF1547C-7B93-4DA6-B1A0-747C0906025C}">
      <dgm:prSet/>
      <dgm:spPr/>
      <dgm:t>
        <a:bodyPr/>
        <a:lstStyle/>
        <a:p>
          <a:endParaRPr lang="en-IN" sz="1800"/>
        </a:p>
      </dgm:t>
    </dgm:pt>
    <dgm:pt modelId="{67393997-F2D1-401B-A70C-DB47915023AD}" type="sibTrans" cxnId="{8BF1547C-7B93-4DA6-B1A0-747C0906025C}">
      <dgm:prSet/>
      <dgm:spPr/>
      <dgm:t>
        <a:bodyPr/>
        <a:lstStyle/>
        <a:p>
          <a:endParaRPr lang="en-IN" sz="1800"/>
        </a:p>
      </dgm:t>
    </dgm:pt>
    <dgm:pt modelId="{44065A1D-7E7A-4855-B557-4929DF8B9034}">
      <dgm:prSet phldrT="[Text]" custT="1"/>
      <dgm:spPr/>
      <dgm:t>
        <a:bodyPr/>
        <a:lstStyle/>
        <a:p>
          <a:r>
            <a:rPr lang="en-IN" sz="2000" kern="1200"/>
            <a:t>Dhara</a:t>
          </a:r>
        </a:p>
      </dgm:t>
    </dgm:pt>
    <dgm:pt modelId="{9F37F2AE-0B97-4548-9111-DC475B542030}" type="parTrans" cxnId="{A1B7520F-0F6A-4F75-9B61-4AD49240C60B}">
      <dgm:prSet/>
      <dgm:spPr/>
      <dgm:t>
        <a:bodyPr/>
        <a:lstStyle/>
        <a:p>
          <a:endParaRPr lang="en-IN" sz="1800"/>
        </a:p>
      </dgm:t>
    </dgm:pt>
    <dgm:pt modelId="{F610CEAE-8FDB-4411-B092-EC71237A9A46}" type="sibTrans" cxnId="{A1B7520F-0F6A-4F75-9B61-4AD49240C60B}">
      <dgm:prSet/>
      <dgm:spPr/>
      <dgm:t>
        <a:bodyPr/>
        <a:lstStyle/>
        <a:p>
          <a:endParaRPr lang="en-IN" sz="1800"/>
        </a:p>
      </dgm:t>
    </dgm:pt>
    <dgm:pt modelId="{E8B52B34-6DF9-4EDB-BAA4-C868CDFF7AF9}">
      <dgm:prSet phldrT="[Text]" custT="1"/>
      <dgm:spPr/>
      <dgm:t>
        <a:bodyPr/>
        <a:lstStyle/>
        <a:p>
          <a:r>
            <a:rPr lang="en-IN" sz="2000" dirty="0" err="1"/>
            <a:t>Anushravan</a:t>
          </a:r>
          <a:endParaRPr lang="en-IN" sz="2000" dirty="0"/>
        </a:p>
      </dgm:t>
    </dgm:pt>
    <dgm:pt modelId="{7A06DE00-D324-4F5A-BF4C-075E0F4BE475}" type="parTrans" cxnId="{AD287D8A-EC6F-4825-9EFC-8371E1243C05}">
      <dgm:prSet/>
      <dgm:spPr/>
      <dgm:t>
        <a:bodyPr/>
        <a:lstStyle/>
        <a:p>
          <a:endParaRPr lang="en-IN" sz="1800"/>
        </a:p>
      </dgm:t>
    </dgm:pt>
    <dgm:pt modelId="{14608FF4-9EDD-41E3-A1DF-29E4D3464527}" type="sibTrans" cxnId="{AD287D8A-EC6F-4825-9EFC-8371E1243C05}">
      <dgm:prSet/>
      <dgm:spPr/>
      <dgm:t>
        <a:bodyPr/>
        <a:lstStyle/>
        <a:p>
          <a:endParaRPr lang="en-IN" sz="1800"/>
        </a:p>
      </dgm:t>
    </dgm:pt>
    <dgm:pt modelId="{D6F14941-4478-46D7-8C72-0BCFB98B6DC4}">
      <dgm:prSet phldrT="[Text]" custT="1"/>
      <dgm:spPr/>
      <dgm:t>
        <a:bodyPr/>
        <a:lstStyle/>
        <a:p>
          <a:r>
            <a:rPr lang="en-IN" sz="2000" b="1" kern="1200"/>
            <a:t>Jal Rekha</a:t>
          </a:r>
        </a:p>
      </dgm:t>
    </dgm:pt>
    <dgm:pt modelId="{EEE19B9D-9D8E-4E59-B191-3155101E6899}" type="parTrans" cxnId="{B1D4B556-75E3-4197-83E5-B93032153A7A}">
      <dgm:prSet/>
      <dgm:spPr/>
      <dgm:t>
        <a:bodyPr/>
        <a:lstStyle/>
        <a:p>
          <a:endParaRPr lang="en-IN" sz="1800"/>
        </a:p>
      </dgm:t>
    </dgm:pt>
    <dgm:pt modelId="{E5DAA580-4D69-45F2-B104-DAFE506F8322}" type="sibTrans" cxnId="{B1D4B556-75E3-4197-83E5-B93032153A7A}">
      <dgm:prSet/>
      <dgm:spPr/>
      <dgm:t>
        <a:bodyPr/>
        <a:lstStyle/>
        <a:p>
          <a:endParaRPr lang="en-IN" sz="1800"/>
        </a:p>
      </dgm:t>
    </dgm:pt>
    <dgm:pt modelId="{93FFD36B-F548-4311-88C2-7AF7FE3A2C58}">
      <dgm:prSet phldrT="[Text]" custT="1"/>
      <dgm:spPr/>
      <dgm:t>
        <a:bodyPr/>
        <a:lstStyle/>
        <a:p>
          <a:r>
            <a:rPr lang="en-IN" sz="2000" kern="1200" dirty="0" err="1"/>
            <a:t>Nirmal</a:t>
          </a:r>
          <a:endParaRPr lang="en-IN" sz="2000" kern="1200" dirty="0"/>
        </a:p>
      </dgm:t>
    </dgm:pt>
    <dgm:pt modelId="{3ED366D1-8C6B-4A7E-920D-E9D6401CE48B}" type="parTrans" cxnId="{E96A9EB0-C8C9-4FDA-A064-850908B0F73C}">
      <dgm:prSet/>
      <dgm:spPr/>
      <dgm:t>
        <a:bodyPr/>
        <a:lstStyle/>
        <a:p>
          <a:endParaRPr lang="en-IN" sz="1800"/>
        </a:p>
      </dgm:t>
    </dgm:pt>
    <dgm:pt modelId="{7C64B117-AF80-48EF-89AA-928F503CD7C7}" type="sibTrans" cxnId="{E96A9EB0-C8C9-4FDA-A064-850908B0F73C}">
      <dgm:prSet/>
      <dgm:spPr/>
      <dgm:t>
        <a:bodyPr/>
        <a:lstStyle/>
        <a:p>
          <a:endParaRPr lang="en-IN" sz="1800"/>
        </a:p>
      </dgm:t>
    </dgm:pt>
    <dgm:pt modelId="{ACD98C00-9CE3-403E-8596-D05AC4C8CF3A}">
      <dgm:prSet phldrT="[Text]" custT="1"/>
      <dgm:spPr/>
      <dgm:t>
        <a:bodyPr/>
        <a:lstStyle/>
        <a:p>
          <a:r>
            <a:rPr lang="en-IN" sz="2000" b="0" dirty="0"/>
            <a:t>Sopan</a:t>
          </a:r>
        </a:p>
      </dgm:t>
    </dgm:pt>
    <dgm:pt modelId="{9FA1ED72-673B-46EF-A30B-A0AD003001F8}" type="parTrans" cxnId="{9490BA82-6168-413B-8897-338FDFFA3A64}">
      <dgm:prSet/>
      <dgm:spPr/>
      <dgm:t>
        <a:bodyPr/>
        <a:lstStyle/>
        <a:p>
          <a:endParaRPr lang="en-IN"/>
        </a:p>
      </dgm:t>
    </dgm:pt>
    <dgm:pt modelId="{E18FBD2E-35A3-4DA0-9F67-D57FB5AC8A03}" type="sibTrans" cxnId="{9490BA82-6168-413B-8897-338FDFFA3A64}">
      <dgm:prSet/>
      <dgm:spPr/>
      <dgm:t>
        <a:bodyPr/>
        <a:lstStyle/>
        <a:p>
          <a:endParaRPr lang="en-IN"/>
        </a:p>
      </dgm:t>
    </dgm:pt>
    <dgm:pt modelId="{A26FE152-3758-491A-9FE4-756EDC8CB539}">
      <dgm:prSet phldrT="[Text]" custT="1"/>
      <dgm:spPr/>
      <dgm:t>
        <a:bodyPr/>
        <a:lstStyle/>
        <a:p>
          <a:r>
            <a:rPr lang="en-IN" sz="2000" kern="1200" dirty="0" err="1"/>
            <a:t>Jal</a:t>
          </a:r>
          <a:r>
            <a:rPr lang="en-IN" sz="2000" kern="1200" dirty="0"/>
            <a:t> </a:t>
          </a:r>
          <a:r>
            <a:rPr lang="en-IN" sz="2000" kern="1200" dirty="0" err="1"/>
            <a:t>Samadhan</a:t>
          </a:r>
          <a:endParaRPr lang="en-IN" sz="2000" kern="1200" dirty="0"/>
        </a:p>
      </dgm:t>
    </dgm:pt>
    <dgm:pt modelId="{CE65B556-89A3-42BC-8E90-D439911A8A77}" type="parTrans" cxnId="{8C20AC39-655B-4F77-A724-F07EEAF19A45}">
      <dgm:prSet/>
      <dgm:spPr/>
      <dgm:t>
        <a:bodyPr/>
        <a:lstStyle/>
        <a:p>
          <a:endParaRPr lang="en-US"/>
        </a:p>
      </dgm:t>
    </dgm:pt>
    <dgm:pt modelId="{0D07663C-3618-4EBA-9F06-8E02F9866AD8}" type="sibTrans" cxnId="{8C20AC39-655B-4F77-A724-F07EEAF19A45}">
      <dgm:prSet/>
      <dgm:spPr/>
      <dgm:t>
        <a:bodyPr/>
        <a:lstStyle/>
        <a:p>
          <a:endParaRPr lang="en-US"/>
        </a:p>
      </dgm:t>
    </dgm:pt>
    <dgm:pt modelId="{824619A8-6B25-4874-8C28-1ACF0A5144A2}">
      <dgm:prSet phldrT="[Text]" custT="1"/>
      <dgm:spPr/>
      <dgm:t>
        <a:bodyPr/>
        <a:lstStyle/>
        <a:p>
          <a:r>
            <a:rPr lang="en-US" sz="2000" dirty="0" err="1"/>
            <a:t>Sahbhagita</a:t>
          </a:r>
          <a:endParaRPr lang="en-IN" sz="2000" dirty="0"/>
        </a:p>
      </dgm:t>
    </dgm:pt>
    <dgm:pt modelId="{C8D25DC3-BEE2-4B7F-B93B-06D7D64EA850}" type="parTrans" cxnId="{BCFE5C49-59BA-4D78-9859-DB6EA68A445F}">
      <dgm:prSet/>
      <dgm:spPr/>
      <dgm:t>
        <a:bodyPr/>
        <a:lstStyle/>
        <a:p>
          <a:endParaRPr lang="en-IN"/>
        </a:p>
      </dgm:t>
    </dgm:pt>
    <dgm:pt modelId="{F79B9702-88E9-4531-BF11-D314DE992D35}" type="sibTrans" cxnId="{BCFE5C49-59BA-4D78-9859-DB6EA68A445F}">
      <dgm:prSet/>
      <dgm:spPr/>
      <dgm:t>
        <a:bodyPr/>
        <a:lstStyle/>
        <a:p>
          <a:endParaRPr lang="en-IN"/>
        </a:p>
      </dgm:t>
    </dgm:pt>
    <dgm:pt modelId="{57AA639B-68DB-428B-BFDB-305BE2FD3F2A}">
      <dgm:prSet phldrT="[Text]" custT="1"/>
      <dgm:spPr/>
      <dgm:t>
        <a:bodyPr/>
        <a:lstStyle/>
        <a:p>
          <a:r>
            <a:rPr lang="en-IN" sz="2000" dirty="0" smtClean="0"/>
            <a:t>User Management</a:t>
          </a:r>
          <a:endParaRPr lang="en-IN" sz="2000" dirty="0"/>
        </a:p>
      </dgm:t>
    </dgm:pt>
    <dgm:pt modelId="{B04E56EB-30BB-4781-A019-526353FB4CBC}" type="parTrans" cxnId="{4ED8D6DA-1446-4C41-8745-3EE6E74B7E74}">
      <dgm:prSet/>
      <dgm:spPr/>
      <dgm:t>
        <a:bodyPr/>
        <a:lstStyle/>
        <a:p>
          <a:endParaRPr lang="en-US"/>
        </a:p>
      </dgm:t>
    </dgm:pt>
    <dgm:pt modelId="{9DFAE10C-0A3D-47F7-A664-706EF4682D44}" type="sibTrans" cxnId="{4ED8D6DA-1446-4C41-8745-3EE6E74B7E74}">
      <dgm:prSet/>
      <dgm:spPr/>
      <dgm:t>
        <a:bodyPr/>
        <a:lstStyle/>
        <a:p>
          <a:endParaRPr lang="en-US"/>
        </a:p>
      </dgm:t>
    </dgm:pt>
    <dgm:pt modelId="{85E93774-F6E8-47EC-96C3-A0BC3DC2285C}">
      <dgm:prSet phldrT="[Text]" custT="1"/>
      <dgm:spPr/>
      <dgm:t>
        <a:bodyPr/>
        <a:lstStyle/>
        <a:p>
          <a:r>
            <a:rPr lang="en-IN" sz="2000" kern="1200" dirty="0" smtClean="0"/>
            <a:t>O&amp;M Billing</a:t>
          </a:r>
          <a:endParaRPr lang="en-IN" sz="2000" kern="1200" dirty="0"/>
        </a:p>
      </dgm:t>
    </dgm:pt>
    <dgm:pt modelId="{F738DF12-7638-41BE-95CE-0E3078CC10F8}" type="parTrans" cxnId="{26975EF5-A0FA-4B7E-A9A6-496AF456679B}">
      <dgm:prSet/>
      <dgm:spPr/>
      <dgm:t>
        <a:bodyPr/>
        <a:lstStyle/>
        <a:p>
          <a:endParaRPr lang="en-US"/>
        </a:p>
      </dgm:t>
    </dgm:pt>
    <dgm:pt modelId="{BC6CCFF7-1E07-4F6C-92F7-C302C0C65804}" type="sibTrans" cxnId="{26975EF5-A0FA-4B7E-A9A6-496AF456679B}">
      <dgm:prSet/>
      <dgm:spPr/>
      <dgm:t>
        <a:bodyPr/>
        <a:lstStyle/>
        <a:p>
          <a:endParaRPr lang="en-US"/>
        </a:p>
      </dgm:t>
    </dgm:pt>
    <dgm:pt modelId="{50E94BAE-30A9-4611-ABB9-9AC550526E69}" type="pres">
      <dgm:prSet presAssocID="{8BD0CCAF-7861-46C4-B507-7C99D27FD13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FC36D3-6B0E-4D16-A7E0-22AABA7A4818}" type="pres">
      <dgm:prSet presAssocID="{22062808-8E4D-4006-8679-51EF0FFA3E9F}" presName="composite" presStyleCnt="0"/>
      <dgm:spPr/>
    </dgm:pt>
    <dgm:pt modelId="{6F37C80E-180C-4E67-8962-3D674F4215E3}" type="pres">
      <dgm:prSet presAssocID="{22062808-8E4D-4006-8679-51EF0FFA3E9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C72148-6B45-4285-9BCC-C211A5ABB7DC}" type="pres">
      <dgm:prSet presAssocID="{22062808-8E4D-4006-8679-51EF0FFA3E9F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04611A-7CF9-47A2-8262-C091FF100B9E}" type="pres">
      <dgm:prSet presAssocID="{02D8E8F5-D8F6-4A7A-BB7B-9770E0CC63F4}" presName="space" presStyleCnt="0"/>
      <dgm:spPr/>
    </dgm:pt>
    <dgm:pt modelId="{802C74A9-5A1C-4784-B6BA-4D2025C680E3}" type="pres">
      <dgm:prSet presAssocID="{58300302-8125-4723-BAB6-2899192DA0CB}" presName="composite" presStyleCnt="0"/>
      <dgm:spPr/>
    </dgm:pt>
    <dgm:pt modelId="{ACA95356-BDE4-4E83-8E6E-744C9950A7C6}" type="pres">
      <dgm:prSet presAssocID="{58300302-8125-4723-BAB6-2899192DA0CB}" presName="parTx" presStyleLbl="alignNode1" presStyleIdx="1" presStyleCnt="2" custScaleX="1123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B2139E-2D0F-4A36-BE1D-C94B367A2D8D}" type="pres">
      <dgm:prSet presAssocID="{58300302-8125-4723-BAB6-2899192DA0CB}" presName="desTx" presStyleLbl="alignAccFollowNode1" presStyleIdx="1" presStyleCnt="2" custScaleX="1123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79CB52-05A6-4F4F-B8AF-D261ABBE990C}" type="presOf" srcId="{85E93774-F6E8-47EC-96C3-A0BC3DC2285C}" destId="{7AB2139E-2D0F-4A36-BE1D-C94B367A2D8D}" srcOrd="0" destOrd="4" presId="urn:microsoft.com/office/officeart/2005/8/layout/hList1"/>
    <dgm:cxn modelId="{BCFE5C49-59BA-4D78-9859-DB6EA68A445F}" srcId="{4887B29E-8F87-492F-8989-E02A3E3F1635}" destId="{824619A8-6B25-4874-8C28-1ACF0A5144A2}" srcOrd="3" destOrd="0" parTransId="{C8D25DC3-BEE2-4B7F-B93B-06D7D64EA850}" sibTransId="{F79B9702-88E9-4531-BF11-D314DE992D35}"/>
    <dgm:cxn modelId="{DCCE890B-B2F3-43DF-90C2-B706221A5DB2}" type="presOf" srcId="{824619A8-6B25-4874-8C28-1ACF0A5144A2}" destId="{C7C72148-6B45-4285-9BCC-C211A5ABB7DC}" srcOrd="0" destOrd="4" presId="urn:microsoft.com/office/officeart/2005/8/layout/hList1"/>
    <dgm:cxn modelId="{1E2BA63D-0C7F-4D41-9AEC-657F1BEE1AF8}" type="presOf" srcId="{57AA639B-68DB-428B-BFDB-305BE2FD3F2A}" destId="{C7C72148-6B45-4285-9BCC-C211A5ABB7DC}" srcOrd="0" destOrd="1" presId="urn:microsoft.com/office/officeart/2005/8/layout/hList1"/>
    <dgm:cxn modelId="{BE7B6E06-EF04-41C7-BAB7-76F8A1F4460B}" type="presOf" srcId="{D6F14941-4478-46D7-8C72-0BCFB98B6DC4}" destId="{7AB2139E-2D0F-4A36-BE1D-C94B367A2D8D}" srcOrd="0" destOrd="0" presId="urn:microsoft.com/office/officeart/2005/8/layout/hList1"/>
    <dgm:cxn modelId="{AD8A1595-3A41-436B-BC6A-70C235C39ACB}" srcId="{8BD0CCAF-7861-46C4-B507-7C99D27FD136}" destId="{22062808-8E4D-4006-8679-51EF0FFA3E9F}" srcOrd="0" destOrd="0" parTransId="{D765265D-8F80-406C-B81D-2C4639FBE499}" sibTransId="{02D8E8F5-D8F6-4A7A-BB7B-9770E0CC63F4}"/>
    <dgm:cxn modelId="{68C00B88-93DA-4DA0-BA8E-3C2743BCFFA1}" type="presOf" srcId="{ACD98C00-9CE3-403E-8596-D05AC4C8CF3A}" destId="{C7C72148-6B45-4285-9BCC-C211A5ABB7DC}" srcOrd="0" destOrd="5" presId="urn:microsoft.com/office/officeart/2005/8/layout/hList1"/>
    <dgm:cxn modelId="{D8999889-9945-4C11-A3DD-326DBE80231A}" type="presOf" srcId="{44065A1D-7E7A-4855-B557-4929DF8B9034}" destId="{7AB2139E-2D0F-4A36-BE1D-C94B367A2D8D}" srcOrd="0" destOrd="1" presId="urn:microsoft.com/office/officeart/2005/8/layout/hList1"/>
    <dgm:cxn modelId="{E3C83793-150D-4B50-B4A9-EBFD0872D242}" type="presOf" srcId="{8BD0CCAF-7861-46C4-B507-7C99D27FD136}" destId="{50E94BAE-30A9-4611-ABB9-9AC550526E69}" srcOrd="0" destOrd="0" presId="urn:microsoft.com/office/officeart/2005/8/layout/hList1"/>
    <dgm:cxn modelId="{9490BA82-6168-413B-8897-338FDFFA3A64}" srcId="{4887B29E-8F87-492F-8989-E02A3E3F1635}" destId="{ACD98C00-9CE3-403E-8596-D05AC4C8CF3A}" srcOrd="4" destOrd="0" parTransId="{9FA1ED72-673B-46EF-A30B-A0AD003001F8}" sibTransId="{E18FBD2E-35A3-4DA0-9F67-D57FB5AC8A03}"/>
    <dgm:cxn modelId="{8C20AC39-655B-4F77-A724-F07EEAF19A45}" srcId="{D6F14941-4478-46D7-8C72-0BCFB98B6DC4}" destId="{A26FE152-3758-491A-9FE4-756EDC8CB539}" srcOrd="2" destOrd="0" parTransId="{CE65B556-89A3-42BC-8E90-D439911A8A77}" sibTransId="{0D07663C-3618-4EBA-9F06-8E02F9866AD8}"/>
    <dgm:cxn modelId="{E96A9EB0-C8C9-4FDA-A064-850908B0F73C}" srcId="{D6F14941-4478-46D7-8C72-0BCFB98B6DC4}" destId="{93FFD36B-F548-4311-88C2-7AF7FE3A2C58}" srcOrd="1" destOrd="0" parTransId="{3ED366D1-8C6B-4A7E-920D-E9D6401CE48B}" sibTransId="{7C64B117-AF80-48EF-89AA-928F503CD7C7}"/>
    <dgm:cxn modelId="{B0A87981-80D1-452D-B0B7-AB6A0FBDC678}" srcId="{22062808-8E4D-4006-8679-51EF0FFA3E9F}" destId="{4887B29E-8F87-492F-8989-E02A3E3F1635}" srcOrd="0" destOrd="0" parTransId="{B5545F4E-FDC4-43E7-90A4-B91170B80F00}" sibTransId="{7F117703-B181-45C9-A00C-995D7D421F56}"/>
    <dgm:cxn modelId="{72E73CA4-AA99-4C39-9C1A-F9BD8F1EF2F7}" type="presOf" srcId="{A26FE152-3758-491A-9FE4-756EDC8CB539}" destId="{7AB2139E-2D0F-4A36-BE1D-C94B367A2D8D}" srcOrd="0" destOrd="3" presId="urn:microsoft.com/office/officeart/2005/8/layout/hList1"/>
    <dgm:cxn modelId="{26975EF5-A0FA-4B7E-A9A6-496AF456679B}" srcId="{D6F14941-4478-46D7-8C72-0BCFB98B6DC4}" destId="{85E93774-F6E8-47EC-96C3-A0BC3DC2285C}" srcOrd="3" destOrd="0" parTransId="{F738DF12-7638-41BE-95CE-0E3078CC10F8}" sibTransId="{BC6CCFF7-1E07-4F6C-92F7-C302C0C65804}"/>
    <dgm:cxn modelId="{FF1538E9-6C08-4536-9435-4C21B30724BC}" type="presOf" srcId="{48762013-172F-4BCF-9D29-A7FB498C7B7B}" destId="{C7C72148-6B45-4285-9BCC-C211A5ABB7DC}" srcOrd="0" destOrd="2" presId="urn:microsoft.com/office/officeart/2005/8/layout/hList1"/>
    <dgm:cxn modelId="{9109A486-8458-47AF-A0E9-8607424DE4D8}" type="presOf" srcId="{4887B29E-8F87-492F-8989-E02A3E3F1635}" destId="{C7C72148-6B45-4285-9BCC-C211A5ABB7DC}" srcOrd="0" destOrd="0" presId="urn:microsoft.com/office/officeart/2005/8/layout/hList1"/>
    <dgm:cxn modelId="{5184063D-592B-4883-81D3-1230A1E8742C}" type="presOf" srcId="{E8B52B34-6DF9-4EDB-BAA4-C868CDFF7AF9}" destId="{C7C72148-6B45-4285-9BCC-C211A5ABB7DC}" srcOrd="0" destOrd="3" presId="urn:microsoft.com/office/officeart/2005/8/layout/hList1"/>
    <dgm:cxn modelId="{B1D4B556-75E3-4197-83E5-B93032153A7A}" srcId="{58300302-8125-4723-BAB6-2899192DA0CB}" destId="{D6F14941-4478-46D7-8C72-0BCFB98B6DC4}" srcOrd="0" destOrd="0" parTransId="{EEE19B9D-9D8E-4E59-B191-3155101E6899}" sibTransId="{E5DAA580-4D69-45F2-B104-DAFE506F8322}"/>
    <dgm:cxn modelId="{8BF1547C-7B93-4DA6-B1A0-747C0906025C}" srcId="{8BD0CCAF-7861-46C4-B507-7C99D27FD136}" destId="{58300302-8125-4723-BAB6-2899192DA0CB}" srcOrd="1" destOrd="0" parTransId="{C94987CC-79EF-47E3-BEE8-E76CC5EB8F13}" sibTransId="{67393997-F2D1-401B-A70C-DB47915023AD}"/>
    <dgm:cxn modelId="{A1B7520F-0F6A-4F75-9B61-4AD49240C60B}" srcId="{D6F14941-4478-46D7-8C72-0BCFB98B6DC4}" destId="{44065A1D-7E7A-4855-B557-4929DF8B9034}" srcOrd="0" destOrd="0" parTransId="{9F37F2AE-0B97-4548-9111-DC475B542030}" sibTransId="{F610CEAE-8FDB-4411-B092-EC71237A9A46}"/>
    <dgm:cxn modelId="{4ED8D6DA-1446-4C41-8745-3EE6E74B7E74}" srcId="{4887B29E-8F87-492F-8989-E02A3E3F1635}" destId="{57AA639B-68DB-428B-BFDB-305BE2FD3F2A}" srcOrd="0" destOrd="0" parTransId="{B04E56EB-30BB-4781-A019-526353FB4CBC}" sibTransId="{9DFAE10C-0A3D-47F7-A664-706EF4682D44}"/>
    <dgm:cxn modelId="{B538AE8F-4DBE-42EA-8476-B73567908325}" type="presOf" srcId="{93FFD36B-F548-4311-88C2-7AF7FE3A2C58}" destId="{7AB2139E-2D0F-4A36-BE1D-C94B367A2D8D}" srcOrd="0" destOrd="2" presId="urn:microsoft.com/office/officeart/2005/8/layout/hList1"/>
    <dgm:cxn modelId="{DC4B8E3E-223B-4494-AE9E-098EA2C3FAA6}" type="presOf" srcId="{58300302-8125-4723-BAB6-2899192DA0CB}" destId="{ACA95356-BDE4-4E83-8E6E-744C9950A7C6}" srcOrd="0" destOrd="0" presId="urn:microsoft.com/office/officeart/2005/8/layout/hList1"/>
    <dgm:cxn modelId="{C02FFE2D-D864-44F9-92EE-0E58285213F2}" type="presOf" srcId="{22062808-8E4D-4006-8679-51EF0FFA3E9F}" destId="{6F37C80E-180C-4E67-8962-3D674F4215E3}" srcOrd="0" destOrd="0" presId="urn:microsoft.com/office/officeart/2005/8/layout/hList1"/>
    <dgm:cxn modelId="{AD287D8A-EC6F-4825-9EFC-8371E1243C05}" srcId="{4887B29E-8F87-492F-8989-E02A3E3F1635}" destId="{E8B52B34-6DF9-4EDB-BAA4-C868CDFF7AF9}" srcOrd="2" destOrd="0" parTransId="{7A06DE00-D324-4F5A-BF4C-075E0F4BE475}" sibTransId="{14608FF4-9EDD-41E3-A1DF-29E4D3464527}"/>
    <dgm:cxn modelId="{BC477B01-C9DC-4A84-B32C-37646C5D71B7}" srcId="{4887B29E-8F87-492F-8989-E02A3E3F1635}" destId="{48762013-172F-4BCF-9D29-A7FB498C7B7B}" srcOrd="1" destOrd="0" parTransId="{D59C2FF1-B377-4E88-AF5B-3FFFF1E9F7F2}" sibTransId="{7D573EBC-523A-48C5-81FE-7230629E4496}"/>
    <dgm:cxn modelId="{162DAC33-66F9-439C-B139-ABFC1F2AFBED}" type="presParOf" srcId="{50E94BAE-30A9-4611-ABB9-9AC550526E69}" destId="{CDFC36D3-6B0E-4D16-A7E0-22AABA7A4818}" srcOrd="0" destOrd="0" presId="urn:microsoft.com/office/officeart/2005/8/layout/hList1"/>
    <dgm:cxn modelId="{1024FC0F-0F69-4AD2-BD6D-F35959AB237E}" type="presParOf" srcId="{CDFC36D3-6B0E-4D16-A7E0-22AABA7A4818}" destId="{6F37C80E-180C-4E67-8962-3D674F4215E3}" srcOrd="0" destOrd="0" presId="urn:microsoft.com/office/officeart/2005/8/layout/hList1"/>
    <dgm:cxn modelId="{7A241EDD-0574-4460-94C4-4746A67170DB}" type="presParOf" srcId="{CDFC36D3-6B0E-4D16-A7E0-22AABA7A4818}" destId="{C7C72148-6B45-4285-9BCC-C211A5ABB7DC}" srcOrd="1" destOrd="0" presId="urn:microsoft.com/office/officeart/2005/8/layout/hList1"/>
    <dgm:cxn modelId="{0C18892F-1D7F-4DD0-8CCA-09EC02330914}" type="presParOf" srcId="{50E94BAE-30A9-4611-ABB9-9AC550526E69}" destId="{5704611A-7CF9-47A2-8262-C091FF100B9E}" srcOrd="1" destOrd="0" presId="urn:microsoft.com/office/officeart/2005/8/layout/hList1"/>
    <dgm:cxn modelId="{2D97B96C-0BF1-46A9-8FE1-31CE653319B7}" type="presParOf" srcId="{50E94BAE-30A9-4611-ABB9-9AC550526E69}" destId="{802C74A9-5A1C-4784-B6BA-4D2025C680E3}" srcOrd="2" destOrd="0" presId="urn:microsoft.com/office/officeart/2005/8/layout/hList1"/>
    <dgm:cxn modelId="{6AC7F3B0-FBD5-4729-B44B-D8E953E59A11}" type="presParOf" srcId="{802C74A9-5A1C-4784-B6BA-4D2025C680E3}" destId="{ACA95356-BDE4-4E83-8E6E-744C9950A7C6}" srcOrd="0" destOrd="0" presId="urn:microsoft.com/office/officeart/2005/8/layout/hList1"/>
    <dgm:cxn modelId="{1D16FD25-F96E-49DC-9F66-2F2743D6DAA9}" type="presParOf" srcId="{802C74A9-5A1C-4784-B6BA-4D2025C680E3}" destId="{7AB2139E-2D0F-4A36-BE1D-C94B367A2D8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7C80E-180C-4E67-8962-3D674F4215E3}">
      <dsp:nvSpPr>
        <dsp:cNvPr id="0" name=""/>
        <dsp:cNvSpPr/>
      </dsp:nvSpPr>
      <dsp:spPr>
        <a:xfrm>
          <a:off x="4123" y="449951"/>
          <a:ext cx="5069298" cy="1872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/>
            <a:t>1. Execution</a:t>
          </a:r>
        </a:p>
      </dsp:txBody>
      <dsp:txXfrm>
        <a:off x="4123" y="449951"/>
        <a:ext cx="5069298" cy="1872000"/>
      </dsp:txXfrm>
    </dsp:sp>
    <dsp:sp modelId="{C7C72148-6B45-4285-9BCC-C211A5ABB7DC}">
      <dsp:nvSpPr>
        <dsp:cNvPr id="0" name=""/>
        <dsp:cNvSpPr/>
      </dsp:nvSpPr>
      <dsp:spPr>
        <a:xfrm>
          <a:off x="4123" y="2321952"/>
          <a:ext cx="5069298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Jal Rekha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User Management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/>
            <a:t>Asset Mapping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err="1"/>
            <a:t>Anushravan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/>
            <a:t>Sahbhagita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0" kern="1200" dirty="0"/>
            <a:t>Sopan</a:t>
          </a:r>
        </a:p>
      </dsp:txBody>
      <dsp:txXfrm>
        <a:off x="4123" y="2321952"/>
        <a:ext cx="5069298" cy="2854800"/>
      </dsp:txXfrm>
    </dsp:sp>
    <dsp:sp modelId="{ACA95356-BDE4-4E83-8E6E-744C9950A7C6}">
      <dsp:nvSpPr>
        <dsp:cNvPr id="0" name=""/>
        <dsp:cNvSpPr/>
      </dsp:nvSpPr>
      <dsp:spPr>
        <a:xfrm>
          <a:off x="5783123" y="449951"/>
          <a:ext cx="5697182" cy="1872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/>
            <a:t>2. O&amp;M</a:t>
          </a:r>
        </a:p>
      </dsp:txBody>
      <dsp:txXfrm>
        <a:off x="5783123" y="449951"/>
        <a:ext cx="5697182" cy="1872000"/>
      </dsp:txXfrm>
    </dsp:sp>
    <dsp:sp modelId="{7AB2139E-2D0F-4A36-BE1D-C94B367A2D8D}">
      <dsp:nvSpPr>
        <dsp:cNvPr id="0" name=""/>
        <dsp:cNvSpPr/>
      </dsp:nvSpPr>
      <dsp:spPr>
        <a:xfrm>
          <a:off x="5783123" y="2321952"/>
          <a:ext cx="5697182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Jal Rekha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/>
            <a:t>Dhara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err="1"/>
            <a:t>Nirmal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err="1"/>
            <a:t>Jal</a:t>
          </a:r>
          <a:r>
            <a:rPr lang="en-IN" sz="2000" kern="1200" dirty="0"/>
            <a:t> </a:t>
          </a:r>
          <a:r>
            <a:rPr lang="en-IN" sz="2000" kern="1200" dirty="0" err="1"/>
            <a:t>Samadhan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O&amp;M Billing</a:t>
          </a:r>
          <a:endParaRPr lang="en-IN" sz="2000" kern="1200" dirty="0"/>
        </a:p>
      </dsp:txBody>
      <dsp:txXfrm>
        <a:off x="5783123" y="2321952"/>
        <a:ext cx="5697182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40" cy="513508"/>
          </a:xfrm>
          <a:prstGeom prst="rect">
            <a:avLst/>
          </a:prstGeom>
        </p:spPr>
        <p:txBody>
          <a:bodyPr vert="horz" lIns="95476" tIns="47738" rIns="95476" bIns="477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1"/>
            <a:ext cx="3077740" cy="513508"/>
          </a:xfrm>
          <a:prstGeom prst="rect">
            <a:avLst/>
          </a:prstGeom>
        </p:spPr>
        <p:txBody>
          <a:bodyPr vert="horz" lIns="95476" tIns="47738" rIns="95476" bIns="47738" rtlCol="0"/>
          <a:lstStyle>
            <a:lvl1pPr algn="r">
              <a:defRPr sz="1300"/>
            </a:lvl1pPr>
          </a:lstStyle>
          <a:p>
            <a:fld id="{02ADBB3C-A777-4BE2-8C65-D159A9659C92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76" tIns="47738" rIns="95476" bIns="477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9"/>
            <a:ext cx="5681980" cy="4029879"/>
          </a:xfrm>
          <a:prstGeom prst="rect">
            <a:avLst/>
          </a:prstGeom>
        </p:spPr>
        <p:txBody>
          <a:bodyPr vert="horz" lIns="95476" tIns="47738" rIns="95476" bIns="477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40" cy="513507"/>
          </a:xfrm>
          <a:prstGeom prst="rect">
            <a:avLst/>
          </a:prstGeom>
        </p:spPr>
        <p:txBody>
          <a:bodyPr vert="horz" lIns="95476" tIns="47738" rIns="95476" bIns="477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40" cy="513507"/>
          </a:xfrm>
          <a:prstGeom prst="rect">
            <a:avLst/>
          </a:prstGeom>
        </p:spPr>
        <p:txBody>
          <a:bodyPr vert="horz" lIns="95476" tIns="47738" rIns="95476" bIns="47738" rtlCol="0" anchor="b"/>
          <a:lstStyle>
            <a:lvl1pPr algn="r">
              <a:defRPr sz="1300"/>
            </a:lvl1pPr>
          </a:lstStyle>
          <a:p>
            <a:fld id="{8BAB3D5F-9384-4F68-BF51-95000E05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9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3D5F-9384-4F68-BF51-95000E05050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1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62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91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39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401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10248" y="4861443"/>
            <a:ext cx="568198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60" tIns="95460" rIns="95460" bIns="95460" anchor="t" anchorCtr="0">
            <a:noAutofit/>
          </a:bodyPr>
          <a:lstStyle/>
          <a:p>
            <a:pPr marL="477380" indent="-238690">
              <a:buSzPts val="11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493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6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94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0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6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62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21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1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16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67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E4E8-25E5-457C-8945-F1861A7AD4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03B5B6-56E0-4357-AC66-4A3696D81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3B0A710-FB05-4B6B-8979-36F0D5971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538633-7817-4706-876C-34FCA775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58FCAF-EBC7-45B4-8374-D40A05F7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36790D-3FD3-4042-97C2-84FB65D9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7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B171AF-F4B4-48DB-B951-C72C39AD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DEDDC6-6EEE-4204-BC08-223493D99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3570FD-F9D6-4DFE-B9A8-E9B7A02F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44ABB4-A407-437A-9E11-380230C5E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4D9249-FABB-454D-81F8-A3C2D1A5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8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A304D6-4923-4566-86A1-4831CC2E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989C6A-CF9A-4D36-BFAA-A5C5CDF43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1B3259-E574-472A-9343-0933608D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068AA3-EADC-4A64-A6CC-80350C95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ACE9A3-AE37-4558-8FFA-41B61AD0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8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2F9349-4187-404B-9CF5-1FA4D954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F8C0F1-20A8-4E86-BE70-3DEDD439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97868C0-0473-48B0-83B0-2591F9AC9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0A99621-37C2-4DB0-B6AB-20FE6124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FC0CD52-627B-45F1-A01C-9D80EA98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E10B14F-9842-4608-9A12-BB01517E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31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E093A0-DB8C-44B2-8A54-1239612C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79D5D2E-E64D-40B9-95AF-80F35E49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0CF13DA-EAE8-4EAE-AA06-4F59200A6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82E19BC-11D0-468A-B9FC-3B28C857A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E149893-CFBC-4F51-AB85-94FB0220D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0F0C4AA-1492-4A41-A911-37C2F491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1A1EDF8-B0DB-45F1-8CD7-FF1B8378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C0D50E6-FDB3-4689-9CC7-D8ED368F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8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1E8C00-670B-41E2-9DF6-5E93B2E1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A9AE76B-1C83-4884-9659-C9F23ACF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9843712-E04F-4250-9BA6-1C0061BC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B97AD6E-A4D6-4293-A339-AB200AF8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A84BB22-3586-4090-A17E-93829FDA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3BF612B-E9BA-4F38-91B5-C98F8BE2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C254310-7C48-45BF-9CAC-D33393A5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8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E70FFD-A1A7-43BC-89E6-2233318F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D06EE6-D9BA-4A1D-961C-91D3169E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C502BD-D149-447A-833B-F1E607ADB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E8033F-BC4F-4B10-AB4B-FBEFED64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9696B1B-5034-4F30-B9D8-5712254F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E66B9D-B950-4563-A9C9-0ACA4730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5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48A116-7784-4E52-9D0A-7A69961D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C446321-C154-4652-AAA0-C58349A5A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406B2A-303F-486A-BCA6-D65D5F09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5373EA0-0FD5-4758-A274-8AC68548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E1C1D6A-9B06-4982-92C2-BE1CC5EF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FC9D2E5-CE44-4165-8648-7A66821C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3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59259B-591C-4AD5-9B47-435CABB9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289D279-1FD2-42FA-9122-0A6449D4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102BDC-D36D-4256-BE97-BFF3C472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B7D9B9-58D7-4926-AA77-F97EC8A3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826CCC-6468-4BC8-A202-A91CC278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1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169AB60-793A-4376-8362-2CAACE8C4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50290A2-4F1F-4027-B8C0-62A168314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C5D5AA-49B9-4C94-8184-1F41A301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F73205-3FB8-4532-B1FE-30A04B3F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3B793AD-3D25-482C-9F50-05D41922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258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s slide layout">
  <p:cSld name="4_Contents slide layou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994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5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3E9B9F1-7DCF-4CFE-AAFB-49F5C53767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039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6" name="Freeform 56">
            <a:extLst>
              <a:ext uri="{FF2B5EF4-FFF2-40B4-BE49-F238E27FC236}">
                <a16:creationId xmlns:a16="http://schemas.microsoft.com/office/drawing/2014/main" xmlns="" id="{13A7AC18-CF42-4EC5-8D40-441EAE30A06C}"/>
              </a:ext>
            </a:extLst>
          </p:cNvPr>
          <p:cNvSpPr/>
          <p:nvPr userDrawn="1"/>
        </p:nvSpPr>
        <p:spPr>
          <a:xfrm>
            <a:off x="497856" y="795662"/>
            <a:ext cx="4927845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100" y="1954221"/>
            <a:ext cx="4326679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100" y="3046159"/>
            <a:ext cx="4326679" cy="1046323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C8422AE9-8257-41A9-AB41-1F10585C88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xmlns="" id="{D19659BD-653C-4300-9060-420AFAE395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xmlns="" id="{A4669336-72A1-4233-827A-C41AB4C1CC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716058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49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8116" y="104237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41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48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137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57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9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7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511309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2410308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0856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984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498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5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90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2576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709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102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1506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937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313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1243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6352293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483" y="719139"/>
            <a:ext cx="4675200" cy="5210062"/>
          </a:xfrm>
          <a:prstGeom prst="rect">
            <a:avLst/>
          </a:prstGeo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229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19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076699"/>
            <a:ext cx="10977034" cy="86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9025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/>
          </p:cNvSpPr>
          <p:nvPr userDrawn="1"/>
        </p:nvSpPr>
        <p:spPr bwMode="gray">
          <a:xfrm rot="10800000">
            <a:off x="609283" y="457200"/>
            <a:ext cx="4255152" cy="2694473"/>
          </a:xfrm>
          <a:custGeom>
            <a:avLst/>
            <a:gdLst>
              <a:gd name="connsiteX0" fmla="*/ 0 w 10000"/>
              <a:gd name="connsiteY0" fmla="*/ 0 h 9745"/>
              <a:gd name="connsiteX1" fmla="*/ 921 w 10000"/>
              <a:gd name="connsiteY1" fmla="*/ 9745 h 9745"/>
              <a:gd name="connsiteX2" fmla="*/ 10000 w 10000"/>
              <a:gd name="connsiteY2" fmla="*/ 7201 h 9745"/>
              <a:gd name="connsiteX3" fmla="*/ 10000 w 10000"/>
              <a:gd name="connsiteY3" fmla="*/ 0 h 9745"/>
              <a:gd name="connsiteX4" fmla="*/ 0 w 10000"/>
              <a:gd name="connsiteY4" fmla="*/ 0 h 9745"/>
              <a:gd name="connsiteX0" fmla="*/ 0 w 9079"/>
              <a:gd name="connsiteY0" fmla="*/ 0 h 10000"/>
              <a:gd name="connsiteX1" fmla="*/ 0 w 9079"/>
              <a:gd name="connsiteY1" fmla="*/ 10000 h 10000"/>
              <a:gd name="connsiteX2" fmla="*/ 9079 w 9079"/>
              <a:gd name="connsiteY2" fmla="*/ 7389 h 10000"/>
              <a:gd name="connsiteX3" fmla="*/ 9079 w 9079"/>
              <a:gd name="connsiteY3" fmla="*/ 0 h 10000"/>
              <a:gd name="connsiteX4" fmla="*/ 0 w 9079"/>
              <a:gd name="connsiteY4" fmla="*/ 0 h 10000"/>
              <a:gd name="connsiteX0" fmla="*/ 5 w 10000"/>
              <a:gd name="connsiteY0" fmla="*/ 2555 h 10000"/>
              <a:gd name="connsiteX1" fmla="*/ 0 w 10000"/>
              <a:gd name="connsiteY1" fmla="*/ 10000 h 10000"/>
              <a:gd name="connsiteX2" fmla="*/ 10000 w 10000"/>
              <a:gd name="connsiteY2" fmla="*/ 7389 h 10000"/>
              <a:gd name="connsiteX3" fmla="*/ 10000 w 10000"/>
              <a:gd name="connsiteY3" fmla="*/ 0 h 10000"/>
              <a:gd name="connsiteX4" fmla="*/ 5 w 10000"/>
              <a:gd name="connsiteY4" fmla="*/ 2555 h 10000"/>
              <a:gd name="connsiteX0" fmla="*/ 5 w 10000"/>
              <a:gd name="connsiteY0" fmla="*/ 0 h 7445"/>
              <a:gd name="connsiteX1" fmla="*/ 0 w 10000"/>
              <a:gd name="connsiteY1" fmla="*/ 7445 h 7445"/>
              <a:gd name="connsiteX2" fmla="*/ 10000 w 10000"/>
              <a:gd name="connsiteY2" fmla="*/ 4834 h 7445"/>
              <a:gd name="connsiteX3" fmla="*/ 10000 w 10000"/>
              <a:gd name="connsiteY3" fmla="*/ 7 h 7445"/>
              <a:gd name="connsiteX4" fmla="*/ 5 w 10000"/>
              <a:gd name="connsiteY4" fmla="*/ 0 h 7445"/>
              <a:gd name="connsiteX0" fmla="*/ 5 w 10000"/>
              <a:gd name="connsiteY0" fmla="*/ 0 h 10000"/>
              <a:gd name="connsiteX1" fmla="*/ 0 w 10000"/>
              <a:gd name="connsiteY1" fmla="*/ 10000 h 10000"/>
              <a:gd name="connsiteX2" fmla="*/ 8453 w 10000"/>
              <a:gd name="connsiteY2" fmla="*/ 7036 h 10000"/>
              <a:gd name="connsiteX3" fmla="*/ 10000 w 10000"/>
              <a:gd name="connsiteY3" fmla="*/ 9 h 10000"/>
              <a:gd name="connsiteX4" fmla="*/ 5 w 10000"/>
              <a:gd name="connsiteY4" fmla="*/ 0 h 10000"/>
              <a:gd name="connsiteX0" fmla="*/ 5 w 8453"/>
              <a:gd name="connsiteY0" fmla="*/ 4143 h 14143"/>
              <a:gd name="connsiteX1" fmla="*/ 0 w 8453"/>
              <a:gd name="connsiteY1" fmla="*/ 14143 h 14143"/>
              <a:gd name="connsiteX2" fmla="*/ 8453 w 8453"/>
              <a:gd name="connsiteY2" fmla="*/ 11179 h 14143"/>
              <a:gd name="connsiteX3" fmla="*/ 8453 w 8453"/>
              <a:gd name="connsiteY3" fmla="*/ 0 h 14143"/>
              <a:gd name="connsiteX4" fmla="*/ 5 w 8453"/>
              <a:gd name="connsiteY4" fmla="*/ 4143 h 14143"/>
              <a:gd name="connsiteX0" fmla="*/ 6 w 10000"/>
              <a:gd name="connsiteY0" fmla="*/ 0 h 10007"/>
              <a:gd name="connsiteX1" fmla="*/ 0 w 10000"/>
              <a:gd name="connsiteY1" fmla="*/ 10007 h 10007"/>
              <a:gd name="connsiteX2" fmla="*/ 10000 w 10000"/>
              <a:gd name="connsiteY2" fmla="*/ 7911 h 10007"/>
              <a:gd name="connsiteX3" fmla="*/ 10000 w 10000"/>
              <a:gd name="connsiteY3" fmla="*/ 7 h 10007"/>
              <a:gd name="connsiteX4" fmla="*/ 6 w 10000"/>
              <a:gd name="connsiteY4" fmla="*/ 0 h 1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7">
                <a:moveTo>
                  <a:pt x="6" y="0"/>
                </a:moveTo>
                <a:cubicBezTo>
                  <a:pt x="4" y="2358"/>
                  <a:pt x="2" y="7650"/>
                  <a:pt x="0" y="10007"/>
                </a:cubicBezTo>
                <a:lnTo>
                  <a:pt x="10000" y="7911"/>
                </a:lnTo>
                <a:lnTo>
                  <a:pt x="10000" y="7"/>
                </a:lnTo>
                <a:lnTo>
                  <a:pt x="6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GB" sz="1799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845136" y="1235056"/>
            <a:ext cx="3203645" cy="534921"/>
          </a:xfrm>
        </p:spPr>
        <p:txBody>
          <a:bodyPr/>
          <a:lstStyle>
            <a:lvl1pPr>
              <a:defRPr>
                <a:solidFill>
                  <a:srgbClr val="40404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845136" y="2242676"/>
            <a:ext cx="3203645" cy="401466"/>
          </a:xfrm>
        </p:spPr>
        <p:txBody>
          <a:bodyPr/>
          <a:lstStyle>
            <a:lvl1pPr marL="0" indent="0" algn="l">
              <a:buNone/>
              <a:defRPr sz="1999">
                <a:solidFill>
                  <a:srgbClr val="404040"/>
                </a:solidFill>
                <a:latin typeface="+mn-lt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xmlns="" id="{18E9E051-BDE2-44EF-88FF-F379B291A8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59392" y="4960938"/>
            <a:ext cx="1224912" cy="1435100"/>
            <a:chOff x="6529" y="3125"/>
            <a:chExt cx="772" cy="904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xmlns="" id="{CE181BAA-E545-42AF-BC6A-8F6EDA1E9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xmlns="" id="{52C48BCA-E317-4540-B247-1007157720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42437417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419088"/>
          </a:xfrm>
        </p:spPr>
        <p:txBody>
          <a:bodyPr/>
          <a:lstStyle>
            <a:lvl1pPr>
              <a:defRPr>
                <a:solidFill>
                  <a:srgbClr val="646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>
              <a:solidFill>
                <a:srgbClr val="646464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09601" y="566087"/>
            <a:ext cx="10972800" cy="44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99">
                <a:latin typeface="+mj-lt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xmlns="" id="{DA9741B6-D337-4A18-8ECB-FB21A6953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1032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xmlns="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8116" y="104237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0573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852" y="1"/>
            <a:ext cx="3997149" cy="615610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7440547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137921"/>
            <a:ext cx="7295842" cy="873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2311401"/>
            <a:ext cx="3578253" cy="384470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7190" y="2311402"/>
            <a:ext cx="3578253" cy="1254759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7190" y="4236721"/>
            <a:ext cx="3578253" cy="1944160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xmlns="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77198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865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383219" cy="685799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891" y="294200"/>
            <a:ext cx="8887371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3890" y="1137921"/>
            <a:ext cx="2741454" cy="5018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4102" y="1137921"/>
            <a:ext cx="2802382" cy="5018184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xmlns="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5241" y="1137922"/>
            <a:ext cx="2767159" cy="2796151"/>
          </a:xfrm>
          <a:prstGeom prst="rect">
            <a:avLst/>
          </a:prstGeo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3891" y="907750"/>
            <a:ext cx="888737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3952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xmlns="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050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280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16" y="2851522"/>
            <a:ext cx="4445485" cy="120231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Chapter Title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52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102" y="1488927"/>
            <a:ext cx="2337171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083" y="2526765"/>
            <a:ext cx="5289245" cy="1800000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083" y="4632765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083" y="4971442"/>
            <a:ext cx="5289245" cy="316838"/>
          </a:xfrm>
          <a:prstGeom prst="rect">
            <a:avLst/>
          </a:prstGeo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6657977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1378" y="2060235"/>
            <a:ext cx="5289245" cy="30255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xmlns="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1378" y="5506678"/>
            <a:ext cx="5289245" cy="3168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1378" y="5818717"/>
            <a:ext cx="5289245" cy="3168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7415" y="979788"/>
            <a:ext cx="2337171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855535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938" y="0"/>
            <a:ext cx="5968062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00" y="2578743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/>
              <a:t>Chapter Title</a:t>
            </a:r>
          </a:p>
          <a:p>
            <a:pPr lvl="0"/>
            <a:r>
              <a:rPr lang="en-IN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xmlns="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0" y="3840384"/>
            <a:ext cx="4535597" cy="10557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58466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137921"/>
            <a:ext cx="4954924" cy="426745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xmlns="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xmlns="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19821" y="1137921"/>
            <a:ext cx="5462580" cy="3738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xmlns="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19821" y="1635009"/>
            <a:ext cx="5462580" cy="1611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/>
              <a:t>Content EY Interstate Light, 16pt, Lorem ipsum dolor, 12pt, </a:t>
            </a:r>
            <a:r>
              <a:rPr lang="en-US" err="1"/>
              <a:t>Utinam</a:t>
            </a:r>
            <a:r>
              <a:rPr lang="en-US"/>
              <a:t>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abhorreant</a:t>
            </a:r>
            <a:r>
              <a:rPr lang="en-US"/>
              <a:t> </a:t>
            </a:r>
            <a:r>
              <a:rPr lang="en-US" err="1"/>
              <a:t>sead</a:t>
            </a:r>
            <a:r>
              <a:rPr lang="en-US"/>
              <a:t>. </a:t>
            </a:r>
            <a:r>
              <a:rPr lang="en-US" err="1"/>
              <a:t>Putant</a:t>
            </a:r>
            <a:r>
              <a:rPr lang="en-US"/>
              <a:t> </a:t>
            </a:r>
            <a:r>
              <a:rPr lang="en-US" err="1"/>
              <a:t>probatus</a:t>
            </a:r>
            <a:r>
              <a:rPr lang="en-US"/>
              <a:t> id vis, ad his </a:t>
            </a:r>
            <a:r>
              <a:rPr lang="en-US" err="1"/>
              <a:t>meis</a:t>
            </a:r>
            <a:r>
              <a:rPr lang="en-US"/>
              <a:t> </a:t>
            </a:r>
            <a:r>
              <a:rPr lang="en-US" err="1"/>
              <a:t>habemus</a:t>
            </a:r>
            <a:r>
              <a:rPr lang="en-US"/>
              <a:t> </a:t>
            </a:r>
            <a:r>
              <a:rPr lang="en-US" err="1"/>
              <a:t>repudiare</a:t>
            </a:r>
            <a:r>
              <a:rPr lang="en-US"/>
              <a:t>, has an </a:t>
            </a:r>
            <a:r>
              <a:rPr lang="en-US" err="1"/>
              <a:t>pericula</a:t>
            </a:r>
            <a:r>
              <a:rPr lang="en-US"/>
              <a:t> </a:t>
            </a:r>
            <a:r>
              <a:rPr lang="en-US" err="1"/>
              <a:t>tractatos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debitis</a:t>
            </a:r>
            <a:r>
              <a:rPr lang="en-US"/>
              <a:t> </a:t>
            </a:r>
            <a:r>
              <a:rPr lang="en-US" err="1"/>
              <a:t>dissentias</a:t>
            </a:r>
            <a:r>
              <a:rPr lang="en-US"/>
              <a:t> ad. </a:t>
            </a:r>
            <a:r>
              <a:rPr lang="en-US" err="1"/>
              <a:t>Patrioque</a:t>
            </a:r>
            <a:r>
              <a:rPr lang="en-US"/>
              <a:t> </a:t>
            </a:r>
            <a:r>
              <a:rPr lang="en-US" err="1"/>
              <a:t>voluptatum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ex, id </a:t>
            </a:r>
            <a:r>
              <a:rPr lang="en-US" err="1"/>
              <a:t>admodum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xmlns="" id="{B69EB865-6B86-419B-923C-F7DDC68C9C6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143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789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8234455" cy="483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xmlns="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2208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xmlns="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9197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_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137919"/>
            <a:ext cx="5384800" cy="4834800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xmlns="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4387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329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405" y="1869441"/>
            <a:ext cx="5390400" cy="4256075"/>
          </a:xfrm>
          <a:prstGeom prst="rect">
            <a:avLst/>
          </a:prstGeo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1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6405" y="1137920"/>
            <a:ext cx="5390400" cy="640800"/>
          </a:xfrm>
          <a:prstGeom prst="rect">
            <a:avLst/>
          </a:prstGeo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xmlns="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754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174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1688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564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93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xmlns="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69180163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2076699"/>
            <a:ext cx="10977034" cy="86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8565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419088"/>
          </a:xfrm>
        </p:spPr>
        <p:txBody>
          <a:bodyPr/>
          <a:lstStyle>
            <a:lvl1pPr>
              <a:defRPr>
                <a:solidFill>
                  <a:srgbClr val="646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609601" y="1044000"/>
            <a:ext cx="10972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>
              <a:solidFill>
                <a:srgbClr val="646464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09601" y="566087"/>
            <a:ext cx="10972800" cy="44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99">
                <a:latin typeface="+mj-lt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0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slideLayout" Target="../slideLayouts/slideLayout63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133036-7FA1-49E9-B58F-4B733F694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A08181-823A-4CEE-A00F-90CCEA37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A8BB3B-15B1-4D47-B73E-3E501F3FE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26D08-99ED-48A7-B787-D595C5ED8654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D56DE5-49E3-44A2-B329-C6EEADAC2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41C304-AA13-4D47-80F2-7350365F9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AB65F-F49C-444B-BD26-D6DDA86AE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9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73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</p:sldLayoutIdLst>
  <p:hf sldNum="0" hdr="0" ftr="0" dt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CA96C46E-6463-44AD-AFFB-04470CC13A29}"/>
              </a:ext>
            </a:extLst>
          </p:cNvPr>
          <p:cNvGrpSpPr/>
          <p:nvPr/>
        </p:nvGrpSpPr>
        <p:grpSpPr>
          <a:xfrm>
            <a:off x="0" y="327786"/>
            <a:ext cx="12192000" cy="6576133"/>
            <a:chOff x="0" y="327786"/>
            <a:chExt cx="12192000" cy="65761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94FFB007-A2AA-34C3-A264-1CBD77B9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7936" y="1166377"/>
              <a:ext cx="5853363" cy="42620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99331B4A-345B-2909-ECCD-C4B810A9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319" y="327786"/>
              <a:ext cx="830423" cy="83334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4941517C-C55A-FC5B-AB91-5BC45C83B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9820" y="672613"/>
              <a:ext cx="1316830" cy="185905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718A0AB3-44A7-9EF3-AFD8-22D11AB57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0" y="5428445"/>
              <a:ext cx="12192000" cy="147547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xmlns="" id="{A8EE6956-9278-E5CE-1CC2-98BDB5EFD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787" y="1493946"/>
              <a:ext cx="1410245" cy="468705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B04C3EBF-320C-4FC4-92E7-4C75C9E4A50D}"/>
                </a:ext>
              </a:extLst>
            </p:cNvPr>
            <p:cNvSpPr/>
            <p:nvPr/>
          </p:nvSpPr>
          <p:spPr>
            <a:xfrm>
              <a:off x="6831722" y="2531668"/>
              <a:ext cx="5153025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Digital Project Monitoring</a:t>
              </a:r>
            </a:p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Jal Rekha</a:t>
              </a:r>
            </a:p>
            <a:p>
              <a:pPr algn="ctr"/>
              <a:endParaRPr lang="en-I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  <a:p>
              <a:pPr algn="ctr"/>
              <a:r>
                <a:rPr lang="en-IN" sz="3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Mangal" panose="02040503050203030202" pitchFamily="18" charset="0"/>
                </a:rPr>
                <a:t>September 2025</a:t>
              </a:r>
            </a:p>
            <a:p>
              <a:pPr algn="ctr"/>
              <a:endParaRPr lang="en-I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Mangal" panose="02040503050203030202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45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0"/>
          <p:cNvSpPr txBox="1"/>
          <p:nvPr/>
        </p:nvSpPr>
        <p:spPr>
          <a:xfrm>
            <a:off x="351605" y="849945"/>
            <a:ext cx="11613972" cy="18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GIS based mobile and web application for monitoring and management, digital record of progress of water supply projects across the state.</a:t>
            </a:r>
          </a:p>
          <a:p>
            <a:pPr marL="342900" indent="-342900" algn="just">
              <a:spcAft>
                <a:spcPts val="18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Details of mapped assets uploaded onto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portal are continuously shared with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PM-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Gatishakti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portal through API.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45652DA-06AC-E940-6008-FAED21F8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>
                <a:latin typeface="+mn-lt"/>
              </a:rPr>
              <a:t>Digital Project Management - Jal Rekha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2D4780A0-0C8C-FEBB-B3E6-1B83C703C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5" t="11746" b="7142"/>
          <a:stretch/>
        </p:blipFill>
        <p:spPr>
          <a:xfrm>
            <a:off x="6158591" y="2665772"/>
            <a:ext cx="5377543" cy="3376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F409F97-CAAF-A4C3-6891-0CB4ABE6E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411" t="40635" r="21607" b="11904"/>
          <a:stretch/>
        </p:blipFill>
        <p:spPr>
          <a:xfrm>
            <a:off x="587828" y="2665772"/>
            <a:ext cx="5277396" cy="3376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0479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Benefits from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Jal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Rekha</a:t>
            </a:r>
            <a:endParaRPr lang="en-IN" sz="3200" b="1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Google Shape;543;p70">
            <a:extLst>
              <a:ext uri="{FF2B5EF4-FFF2-40B4-BE49-F238E27FC236}">
                <a16:creationId xmlns:a16="http://schemas.microsoft.com/office/drawing/2014/main" xmlns="" id="{879FD0F4-EC95-FDFB-F0A3-774B958129C0}"/>
              </a:ext>
            </a:extLst>
          </p:cNvPr>
          <p:cNvSpPr txBox="1"/>
          <p:nvPr/>
        </p:nvSpPr>
        <p:spPr>
          <a:xfrm>
            <a:off x="289014" y="1081673"/>
            <a:ext cx="11613972" cy="529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spAutoFit/>
          </a:bodyPr>
          <a:lstStyle/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Asset Tracking : Real time location tracking of assets and comparison with approved designs.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Streamline Quality Assurance: Reduce time consumption in inspection procedures and improved work quality through categorized inspections.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Decision Making : Access to past inspection reports and data driven insights.</a:t>
            </a:r>
          </a:p>
          <a:p>
            <a:pPr marL="457200" indent="-457200" algn="just">
              <a:lnSpc>
                <a:spcPct val="120000"/>
              </a:lnSpc>
              <a:spcAft>
                <a:spcPts val="3600"/>
              </a:spcAft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Collaboration : Ensuring that any other department shall have complete and accurate GIS-based location of MPJN pipe line networks. It has become easier for MPJN to plan the pipeline network and get clearances from respective departments quickly. 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also be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easier for other departments  to plan their works accordingly, include provision for utility shifting if necessary and execute their work without accidentally damaging existing MPJN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45177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45652DA-06AC-E940-6008-FAED21F8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9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Digital Project Monitoring – Jal Rekha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A39D0748-5725-5FA3-4CAA-288C7FFC4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574879"/>
              </p:ext>
            </p:extLst>
          </p:nvPr>
        </p:nvGraphicFramePr>
        <p:xfrm>
          <a:off x="370114" y="719667"/>
          <a:ext cx="11484429" cy="562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20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5632" b="4271"/>
          <a:stretch/>
        </p:blipFill>
        <p:spPr>
          <a:xfrm>
            <a:off x="139700" y="892548"/>
            <a:ext cx="11811000" cy="5965451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MPPHE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Geoportal</a:t>
            </a:r>
            <a:endParaRPr lang="en-US" sz="3200" b="1" dirty="0">
              <a:latin typeface="+mn-lt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solidFill>
                  <a:srgbClr val="00B0F0"/>
                </a:solidFill>
                <a:latin typeface="+mn-lt"/>
              </a:rPr>
              <a:t>https://jalrekha.mp.gov.in/MPPHE_New/</a:t>
            </a:r>
            <a:endParaRPr lang="en-IN" sz="3200" b="1" dirty="0">
              <a:solidFill>
                <a:srgbClr val="00B0F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289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977774"/>
            <a:ext cx="11950700" cy="5727826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20231A35-AF74-4AE0-EFB0-6746015A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"/>
            <a:ext cx="12192000" cy="89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Jal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+mn-lt"/>
                <a:ea typeface="+mn-ea"/>
                <a:cs typeface="Arial" panose="020B0604020202020204" pitchFamily="34" charset="0"/>
              </a:rPr>
              <a:t>Rekha</a:t>
            </a:r>
            <a:r>
              <a:rPr lang="en-US" sz="3200" b="1" dirty="0">
                <a:latin typeface="+mn-lt"/>
                <a:ea typeface="+mn-ea"/>
                <a:cs typeface="Arial" panose="020B0604020202020204" pitchFamily="34" charset="0"/>
              </a:rPr>
              <a:t> Portal</a:t>
            </a:r>
          </a:p>
          <a:p>
            <a:pPr algn="ctr"/>
            <a:r>
              <a:rPr lang="en-IN" sz="2000" b="1" dirty="0">
                <a:solidFill>
                  <a:srgbClr val="00B0F0"/>
                </a:solidFill>
                <a:latin typeface="+mn-lt"/>
              </a:rPr>
              <a:t>https://jalrekha.mp.gov.in/jalrekha/</a:t>
            </a:r>
          </a:p>
        </p:txBody>
      </p:sp>
    </p:spTree>
    <p:extLst>
      <p:ext uri="{BB962C8B-B14F-4D97-AF65-F5344CB8AC3E}">
        <p14:creationId xmlns:p14="http://schemas.microsoft.com/office/powerpoint/2010/main" val="32215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11500" b="13315"/>
          <a:stretch/>
        </p:blipFill>
        <p:spPr>
          <a:xfrm>
            <a:off x="213360" y="-318"/>
            <a:ext cx="11719560" cy="6675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97971" y="137160"/>
            <a:ext cx="3737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161198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406" t="12815" b="10742"/>
          <a:stretch/>
        </p:blipFill>
        <p:spPr>
          <a:xfrm>
            <a:off x="304800" y="137160"/>
            <a:ext cx="1175004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7971" y="137160"/>
            <a:ext cx="4543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Scheme Village Master</a:t>
            </a:r>
          </a:p>
        </p:txBody>
      </p:sp>
    </p:spTree>
    <p:extLst>
      <p:ext uri="{BB962C8B-B14F-4D97-AF65-F5344CB8AC3E}">
        <p14:creationId xmlns:p14="http://schemas.microsoft.com/office/powerpoint/2010/main" val="396187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0001" b="5703"/>
          <a:stretch/>
        </p:blipFill>
        <p:spPr>
          <a:xfrm>
            <a:off x="106680" y="121920"/>
            <a:ext cx="1193292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0890" r="1000" b="6592"/>
          <a:stretch/>
        </p:blipFill>
        <p:spPr>
          <a:xfrm>
            <a:off x="152400" y="152399"/>
            <a:ext cx="12039600" cy="6553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3961" y="634"/>
            <a:ext cx="3876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7B1D20"/>
                </a:solidFill>
              </a:rPr>
              <a:t>OHT Village Master</a:t>
            </a:r>
          </a:p>
        </p:txBody>
      </p:sp>
    </p:spTree>
    <p:extLst>
      <p:ext uri="{BB962C8B-B14F-4D97-AF65-F5344CB8AC3E}">
        <p14:creationId xmlns:p14="http://schemas.microsoft.com/office/powerpoint/2010/main" val="138784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5482" b="7926"/>
          <a:stretch/>
        </p:blipFill>
        <p:spPr>
          <a:xfrm>
            <a:off x="243840" y="167640"/>
            <a:ext cx="11719560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750" r="2750"/>
          <a:stretch/>
        </p:blipFill>
        <p:spPr>
          <a:xfrm>
            <a:off x="152400" y="106680"/>
            <a:ext cx="11871960" cy="655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30417" y="5789126"/>
            <a:ext cx="4180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00"/>
                </a:solidFill>
              </a:rPr>
              <a:t>WTP Meter Mapping</a:t>
            </a:r>
          </a:p>
        </p:txBody>
      </p:sp>
    </p:spTree>
    <p:extLst>
      <p:ext uri="{BB962C8B-B14F-4D97-AF65-F5344CB8AC3E}">
        <p14:creationId xmlns:p14="http://schemas.microsoft.com/office/powerpoint/2010/main" val="2387663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000" r="2750" b="30444"/>
          <a:stretch/>
        </p:blipFill>
        <p:spPr>
          <a:xfrm>
            <a:off x="121920" y="152400"/>
            <a:ext cx="11932920" cy="6522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80589" y="152400"/>
            <a:ext cx="3384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4349C3"/>
                </a:solidFill>
              </a:rPr>
              <a:t>Pipe Line Master</a:t>
            </a:r>
          </a:p>
        </p:txBody>
      </p:sp>
    </p:spTree>
    <p:extLst>
      <p:ext uri="{BB962C8B-B14F-4D97-AF65-F5344CB8AC3E}">
        <p14:creationId xmlns:p14="http://schemas.microsoft.com/office/powerpoint/2010/main" val="2669189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583" r="3250"/>
          <a:stretch/>
        </p:blipFill>
        <p:spPr>
          <a:xfrm>
            <a:off x="198120" y="244159"/>
            <a:ext cx="11871960" cy="643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2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BDF8AB-FF07-715D-FDC2-8F37E442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BA1AFA6-F2B4-EB5E-E731-2ACB41AC5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6039CC4-A3F4-96AD-B5E8-F5862164728A}"/>
              </a:ext>
            </a:extLst>
          </p:cNvPr>
          <p:cNvSpPr txBox="1"/>
          <p:nvPr/>
        </p:nvSpPr>
        <p:spPr>
          <a:xfrm>
            <a:off x="8349343" y="1378331"/>
            <a:ext cx="33899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1948180" algn="l"/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Sopan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 tracks the stage wise activities performed at the time of implementation of Over Head Tanks.</a:t>
            </a:r>
          </a:p>
          <a:p>
            <a:pPr algn="just">
              <a:spcAft>
                <a:spcPts val="600"/>
              </a:spcAft>
              <a:tabLst>
                <a:tab pos="1948180" algn="l"/>
                <a:tab pos="457200" algn="l"/>
              </a:tabLst>
            </a:pP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in track the actual stage of work completed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the delays in Stage wise development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948180" algn="l"/>
                <a:tab pos="457200" algn="l"/>
              </a:tabLst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the financial liabilities procured at 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6468963-1A1D-6CCB-890B-2B13ECE5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2"/>
          <a:stretch/>
        </p:blipFill>
        <p:spPr>
          <a:xfrm>
            <a:off x="286271" y="1334787"/>
            <a:ext cx="7874752" cy="41260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07141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 err="1">
                <a:latin typeface="+mn-lt"/>
              </a:rPr>
              <a:t>Sopan</a:t>
            </a:r>
            <a:r>
              <a:rPr lang="en-IN" sz="3200" b="1" dirty="0">
                <a:latin typeface="+mn-lt"/>
              </a:rPr>
              <a:t>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044700"/>
            <a:ext cx="239379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OHT</a:t>
            </a:r>
          </a:p>
          <a:p>
            <a:pPr marL="342900" indent="-342900">
              <a:buAutoNum type="arabicPeriod"/>
            </a:pPr>
            <a:r>
              <a:rPr lang="en-US" sz="3200" b="1" dirty="0"/>
              <a:t>WTP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Intake well</a:t>
            </a:r>
          </a:p>
          <a:p>
            <a:pPr marL="342900" indent="-342900">
              <a:buAutoNum type="arabicPeriod"/>
            </a:pPr>
            <a:r>
              <a:rPr lang="en-US" sz="3200" b="1" dirty="0"/>
              <a:t>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5657" y="1244600"/>
            <a:ext cx="2346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1986124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Mapped OHTs with Scheme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7407" r="2167" b="4963"/>
          <a:stretch/>
        </p:blipFill>
        <p:spPr>
          <a:xfrm>
            <a:off x="137160" y="584775"/>
            <a:ext cx="11932920" cy="616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6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5DB596-47B7-5661-C6E6-8168429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1E19823-7687-45CC-6115-112DE13F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Mapped OHTs with 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9F66A8-C22D-1EF9-D399-B9B6D4A1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28" t="8527" r="1829" b="9841"/>
          <a:stretch/>
        </p:blipFill>
        <p:spPr>
          <a:xfrm>
            <a:off x="768769" y="726288"/>
            <a:ext cx="10654461" cy="5985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2895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781E1E-5F8E-1F10-1AF4-EDB276F7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D5EE15-C70B-C8A7-67B9-408B449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Details to be Entered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53EB859-77D1-48A4-18D4-31B42F026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18" t="20476" r="1339" b="7301"/>
          <a:stretch/>
        </p:blipFill>
        <p:spPr>
          <a:xfrm>
            <a:off x="315685" y="805543"/>
            <a:ext cx="11527972" cy="57013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1524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8E810F-1E91-DF4D-F1BD-75A62E8DC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5D0F966-0279-45E2-7BC0-ED6782855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1083" t="15630" r="13083" b="21704"/>
          <a:stretch/>
        </p:blipFill>
        <p:spPr>
          <a:xfrm>
            <a:off x="685800" y="731520"/>
            <a:ext cx="1021080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25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84EF4D-8F49-0642-5FDA-E8AAEBC2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0BCCFFB-CF8F-24E4-9AF2-34CC7A839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822960"/>
            <a:ext cx="8058150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128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A8C51F-DE30-69B4-E334-C3978E6B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1D0EBB9-7779-9B47-5BED-883C4BC5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584775"/>
            <a:ext cx="7934325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37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BBE06F-31E2-A868-384C-61BAEDF9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F0EDB84-7CD4-5710-4909-3C2A1C725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IN" sz="3200" b="1" dirty="0">
                <a:latin typeface="+mn-lt"/>
              </a:rPr>
              <a:t>Sopan Module –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584775"/>
            <a:ext cx="7800975" cy="62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42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5100332F-F2C1-4CBC-BA57-7FB5CF4AB65C}"/>
              </a:ext>
            </a:extLst>
          </p:cNvPr>
          <p:cNvSpPr txBox="1">
            <a:spLocks/>
          </p:cNvSpPr>
          <p:nvPr/>
        </p:nvSpPr>
        <p:spPr>
          <a:xfrm>
            <a:off x="4964756" y="2476384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3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362" y="2217619"/>
            <a:ext cx="9144000" cy="1655762"/>
          </a:xfrm>
        </p:spPr>
        <p:txBody>
          <a:bodyPr>
            <a:noAutofit/>
          </a:bodyPr>
          <a:lstStyle/>
          <a:p>
            <a:r>
              <a:rPr lang="en-US" sz="3200" b="1" dirty="0"/>
              <a:t>To view MPJN Water Supply Network on </a:t>
            </a:r>
            <a:r>
              <a:rPr lang="en-US" sz="3200" b="1" dirty="0" err="1"/>
              <a:t>Geoportal</a:t>
            </a:r>
            <a:endParaRPr lang="en-US" sz="3200" b="1" dirty="0"/>
          </a:p>
          <a:p>
            <a:endParaRPr lang="en-US" sz="3200" b="1" dirty="0"/>
          </a:p>
          <a:p>
            <a:r>
              <a:rPr lang="en-US" sz="3200" b="1" dirty="0">
                <a:solidFill>
                  <a:srgbClr val="00B0F0"/>
                </a:solidFill>
              </a:rPr>
              <a:t>https://jalrekha.mp.gov.in/MPPHE_New/</a:t>
            </a:r>
          </a:p>
        </p:txBody>
      </p:sp>
    </p:spTree>
    <p:extLst>
      <p:ext uri="{BB962C8B-B14F-4D97-AF65-F5344CB8AC3E}">
        <p14:creationId xmlns:p14="http://schemas.microsoft.com/office/powerpoint/2010/main" val="1037871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963"/>
          <a:stretch/>
        </p:blipFill>
        <p:spPr>
          <a:xfrm>
            <a:off x="152400" y="368300"/>
            <a:ext cx="11912600" cy="6350000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10042" y="7071359"/>
            <a:ext cx="9144000" cy="68822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Main </a:t>
            </a:r>
            <a:r>
              <a:rPr lang="en-US" sz="3600" b="1" dirty="0" err="1">
                <a:solidFill>
                  <a:srgbClr val="002060"/>
                </a:solidFill>
              </a:rPr>
              <a:t>Geoportal</a:t>
            </a:r>
            <a:endParaRPr lang="en-US" sz="3600" b="1" dirty="0">
              <a:solidFill>
                <a:srgbClr val="00206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13080" y="368300"/>
            <a:ext cx="822960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ubtitle 2"/>
          <p:cNvSpPr txBox="1">
            <a:spLocks/>
          </p:cNvSpPr>
          <p:nvPr/>
        </p:nvSpPr>
        <p:spPr>
          <a:xfrm>
            <a:off x="1336040" y="0"/>
            <a:ext cx="1953260" cy="688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2060"/>
                </a:solidFill>
              </a:rPr>
              <a:t>Click on this</a:t>
            </a:r>
          </a:p>
        </p:txBody>
      </p:sp>
    </p:spTree>
    <p:extLst>
      <p:ext uri="{BB962C8B-B14F-4D97-AF65-F5344CB8AC3E}">
        <p14:creationId xmlns:p14="http://schemas.microsoft.com/office/powerpoint/2010/main" val="3193930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/>
          </p:cNvSpPr>
          <p:nvPr>
            <p:ph type="subTitle" idx="1"/>
          </p:nvPr>
        </p:nvSpPr>
        <p:spPr>
          <a:xfrm>
            <a:off x="1498362" y="22176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1. Click on Administrative Boundary and click on check box of Village.</a:t>
            </a:r>
          </a:p>
          <a:p>
            <a:r>
              <a:rPr lang="en-US" dirty="0"/>
              <a:t>2. Click on MPJN Tab – There are 2 Tab of Design and Drawing &amp; Field Survey Data</a:t>
            </a:r>
          </a:p>
          <a:p>
            <a:r>
              <a:rPr lang="en-US" dirty="0"/>
              <a:t>3. In both tab layers of water supply components there, click on check box to view. Zoom on particular area to view.</a:t>
            </a:r>
          </a:p>
        </p:txBody>
      </p:sp>
    </p:spTree>
    <p:extLst>
      <p:ext uri="{BB962C8B-B14F-4D97-AF65-F5344CB8AC3E}">
        <p14:creationId xmlns:p14="http://schemas.microsoft.com/office/powerpoint/2010/main" val="1676687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7" y="138112"/>
            <a:ext cx="4010025" cy="6581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2153"/>
          <a:stretch/>
        </p:blipFill>
        <p:spPr>
          <a:xfrm>
            <a:off x="176212" y="138113"/>
            <a:ext cx="4067175" cy="58207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87" y="138112"/>
            <a:ext cx="40100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75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" y="165100"/>
            <a:ext cx="11988800" cy="650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15440" y="1950720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Red line showing Proposed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076476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"/>
            <a:ext cx="11798300" cy="668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04870" y="5288340"/>
            <a:ext cx="6230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Green line showing Laid Surveyed line (asset mapping using </a:t>
            </a:r>
            <a:r>
              <a:rPr lang="en-US" sz="2400" b="1" dirty="0" err="1"/>
              <a:t>Jal</a:t>
            </a:r>
            <a:r>
              <a:rPr lang="en-US" sz="2400" b="1" dirty="0"/>
              <a:t> </a:t>
            </a:r>
            <a:r>
              <a:rPr lang="en-US" sz="2400" b="1" dirty="0" err="1"/>
              <a:t>Rekha</a:t>
            </a:r>
            <a:r>
              <a:rPr lang="en-US" sz="2400" b="1" dirty="0"/>
              <a:t> App)</a:t>
            </a:r>
          </a:p>
          <a:p>
            <a:r>
              <a:rPr lang="en-US" sz="2400" b="1" dirty="0"/>
              <a:t>You can overlay both Proposed &amp; Surveyed line. Click on-off on check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182" y="4610100"/>
            <a:ext cx="2938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Click on this to layers </a:t>
            </a:r>
          </a:p>
          <a:p>
            <a:r>
              <a:rPr lang="en-US" sz="2400" b="1" dirty="0"/>
              <a:t>on Satellite image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1099800" y="5288340"/>
            <a:ext cx="452120" cy="66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90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7000"/>
            <a:ext cx="11935458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9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9" y="0"/>
            <a:ext cx="11874501" cy="666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95740" y="3583940"/>
            <a:ext cx="252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Click on line or point to see attribute detail</a:t>
            </a:r>
          </a:p>
        </p:txBody>
      </p:sp>
    </p:spTree>
    <p:extLst>
      <p:ext uri="{BB962C8B-B14F-4D97-AF65-F5344CB8AC3E}">
        <p14:creationId xmlns:p14="http://schemas.microsoft.com/office/powerpoint/2010/main" val="1172772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5100332F-F2C1-4CBC-BA57-7FB5CF4AB65C}"/>
              </a:ext>
            </a:extLst>
          </p:cNvPr>
          <p:cNvSpPr txBox="1">
            <a:spLocks/>
          </p:cNvSpPr>
          <p:nvPr/>
        </p:nvSpPr>
        <p:spPr>
          <a:xfrm>
            <a:off x="4964756" y="2476384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299158-527F-6754-19C6-C51FAA0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44D0855-E517-46AC-9D7A-05E085B75278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9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481</Words>
  <Application>Microsoft Office PowerPoint</Application>
  <PresentationFormat>Widescreen</PresentationFormat>
  <Paragraphs>91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EYInterstate</vt:lpstr>
      <vt:lpstr>EYInterstate Light</vt:lpstr>
      <vt:lpstr>Georgia</vt:lpstr>
      <vt:lpstr>Mangal</vt:lpstr>
      <vt:lpstr>Wingdings</vt:lpstr>
      <vt:lpstr>Office Theme</vt:lpstr>
      <vt:lpstr>2_EY light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MPJN PMU</dc:creator>
  <cp:lastModifiedBy>Microsoft account</cp:lastModifiedBy>
  <cp:revision>21</cp:revision>
  <cp:lastPrinted>2025-03-05T07:21:06Z</cp:lastPrinted>
  <dcterms:created xsi:type="dcterms:W3CDTF">2024-03-26T05:28:29Z</dcterms:created>
  <dcterms:modified xsi:type="dcterms:W3CDTF">2026-02-14T05:56:26Z</dcterms:modified>
</cp:coreProperties>
</file>